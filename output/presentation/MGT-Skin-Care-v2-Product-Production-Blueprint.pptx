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39e94f7edc4d45" /><Relationship Type="http://schemas.openxmlformats.org/officeDocument/2006/relationships/extended-properties" Target="/docProps/app.xml" Id="Rbc3938561c294068" /><Relationship Type="http://schemas.openxmlformats.org/officeDocument/2006/relationships/officeDocument" Target="/ppt/presentation.xml" Id="R6b075721b52144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a47c00273e4456"/>
  </p:sldMasterIdLst>
  <p:notesMasterIdLst>
    <p:notesMasterId xmlns:r="http://schemas.openxmlformats.org/officeDocument/2006/relationships" r:id="Rf79fea1e3a6f4a46"/>
  </p:notesMasterIdLst>
  <p:sldIdLst>
    <p:sldId xmlns:r="http://schemas.openxmlformats.org/officeDocument/2006/relationships" id="256" r:id="R700ac9be2fd94daf"/>
    <p:sldId xmlns:r="http://schemas.openxmlformats.org/officeDocument/2006/relationships" id="257" r:id="R405d2354f9f84f16"/>
    <p:sldId xmlns:r="http://schemas.openxmlformats.org/officeDocument/2006/relationships" id="258" r:id="R78a4c77b17e44040"/>
    <p:sldId xmlns:r="http://schemas.openxmlformats.org/officeDocument/2006/relationships" id="259" r:id="R29e4a58231ad4417"/>
    <p:sldId xmlns:r="http://schemas.openxmlformats.org/officeDocument/2006/relationships" id="260" r:id="R05449ab765b2455b"/>
    <p:sldId xmlns:r="http://schemas.openxmlformats.org/officeDocument/2006/relationships" id="261" r:id="Rc205176b069c44c2"/>
    <p:sldId xmlns:r="http://schemas.openxmlformats.org/officeDocument/2006/relationships" id="262" r:id="R90df83164dfb478c"/>
    <p:sldId xmlns:r="http://schemas.openxmlformats.org/officeDocument/2006/relationships" id="263" r:id="Rf41dddf4dcc54c0a"/>
    <p:sldId xmlns:r="http://schemas.openxmlformats.org/officeDocument/2006/relationships" id="264" r:id="Rfcfeddd38ecf4a7a"/>
    <p:sldId xmlns:r="http://schemas.openxmlformats.org/officeDocument/2006/relationships" id="265" r:id="R11b13ae509b540d2"/>
    <p:sldId xmlns:r="http://schemas.openxmlformats.org/officeDocument/2006/relationships" id="266" r:id="R0d305a2cca124cf3"/>
    <p:sldId xmlns:r="http://schemas.openxmlformats.org/officeDocument/2006/relationships" id="267" r:id="R9ff5c8468a51488c"/>
    <p:sldId xmlns:r="http://schemas.openxmlformats.org/officeDocument/2006/relationships" id="268" r:id="Rd363dd91206f4df3"/>
    <p:sldId xmlns:r="http://schemas.openxmlformats.org/officeDocument/2006/relationships" id="269" r:id="R51ad702177444642"/>
    <p:sldId xmlns:r="http://schemas.openxmlformats.org/officeDocument/2006/relationships" id="270" r:id="Refbe8fd572424e35"/>
    <p:sldId xmlns:r="http://schemas.openxmlformats.org/officeDocument/2006/relationships" id="271" r:id="Rc6d84a4782584bc6"/>
    <p:sldId xmlns:r="http://schemas.openxmlformats.org/officeDocument/2006/relationships" id="272" r:id="R9b1cf07d542840c7"/>
    <p:sldId xmlns:r="http://schemas.openxmlformats.org/officeDocument/2006/relationships" id="273" r:id="Rb31532bd658f4cc9"/>
    <p:sldId xmlns:r="http://schemas.openxmlformats.org/officeDocument/2006/relationships" id="274" r:id="R8d43c3f073aa45d1"/>
    <p:sldId xmlns:r="http://schemas.openxmlformats.org/officeDocument/2006/relationships" id="275" r:id="R5de9c030dcca42e9"/>
    <p:sldId xmlns:r="http://schemas.openxmlformats.org/officeDocument/2006/relationships" id="276" r:id="Rcb3fdc47f93044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27365733924847" /><Relationship Type="http://schemas.openxmlformats.org/officeDocument/2006/relationships/slideMaster" Target="/ppt/slideMasters/slideMaster1.xml" Id="R40a47c00273e4456" /><Relationship Type="http://schemas.openxmlformats.org/officeDocument/2006/relationships/notesMaster" Target="/ppt/notesMasters/notesMaster1.xml" Id="Rf79fea1e3a6f4a46" /><Relationship Type="http://schemas.openxmlformats.org/officeDocument/2006/relationships/presProps" Target="/ppt/presProps.xml" Id="Rdad4a56f84024049" /><Relationship Type="http://schemas.openxmlformats.org/officeDocument/2006/relationships/tableStyles" Target="/ppt/tableStyles.xml" Id="R262b782a7ff24b67" /><Relationship Type="http://schemas.openxmlformats.org/officeDocument/2006/relationships/slide" Target="/ppt/slides/slide1.xml" Id="R700ac9be2fd94daf" /><Relationship Type="http://schemas.openxmlformats.org/officeDocument/2006/relationships/slide" Target="/ppt/slides/slide2.xml" Id="R405d2354f9f84f16" /><Relationship Type="http://schemas.openxmlformats.org/officeDocument/2006/relationships/slide" Target="/ppt/slides/slide3.xml" Id="R78a4c77b17e44040" /><Relationship Type="http://schemas.openxmlformats.org/officeDocument/2006/relationships/slide" Target="/ppt/slides/slide4.xml" Id="R29e4a58231ad4417" /><Relationship Type="http://schemas.openxmlformats.org/officeDocument/2006/relationships/slide" Target="/ppt/slides/slide5.xml" Id="R05449ab765b2455b" /><Relationship Type="http://schemas.openxmlformats.org/officeDocument/2006/relationships/slide" Target="/ppt/slides/slide6.xml" Id="Rc205176b069c44c2" /><Relationship Type="http://schemas.openxmlformats.org/officeDocument/2006/relationships/slide" Target="/ppt/slides/slide7.xml" Id="R90df83164dfb478c" /><Relationship Type="http://schemas.openxmlformats.org/officeDocument/2006/relationships/slide" Target="/ppt/slides/slide8.xml" Id="Rf41dddf4dcc54c0a" /><Relationship Type="http://schemas.openxmlformats.org/officeDocument/2006/relationships/slide" Target="/ppt/slides/slide9.xml" Id="Rfcfeddd38ecf4a7a" /><Relationship Type="http://schemas.openxmlformats.org/officeDocument/2006/relationships/slide" Target="/ppt/slides/slide10.xml" Id="R11b13ae509b540d2" /><Relationship Type="http://schemas.openxmlformats.org/officeDocument/2006/relationships/slide" Target="/ppt/slides/slide11.xml" Id="R0d305a2cca124cf3" /><Relationship Type="http://schemas.openxmlformats.org/officeDocument/2006/relationships/slide" Target="/ppt/slides/slide12.xml" Id="R9ff5c8468a51488c" /><Relationship Type="http://schemas.openxmlformats.org/officeDocument/2006/relationships/slide" Target="/ppt/slides/slide13.xml" Id="Rd363dd91206f4df3" /><Relationship Type="http://schemas.openxmlformats.org/officeDocument/2006/relationships/slide" Target="/ppt/slides/slide14.xml" Id="R51ad702177444642" /><Relationship Type="http://schemas.openxmlformats.org/officeDocument/2006/relationships/slide" Target="/ppt/slides/slide15.xml" Id="Refbe8fd572424e35" /><Relationship Type="http://schemas.openxmlformats.org/officeDocument/2006/relationships/slide" Target="/ppt/slides/slide16.xml" Id="Rc6d84a4782584bc6" /><Relationship Type="http://schemas.openxmlformats.org/officeDocument/2006/relationships/slide" Target="/ppt/slides/slide17.xml" Id="R9b1cf07d542840c7" /><Relationship Type="http://schemas.openxmlformats.org/officeDocument/2006/relationships/slide" Target="/ppt/slides/slide18.xml" Id="Rb31532bd658f4cc9" /><Relationship Type="http://schemas.openxmlformats.org/officeDocument/2006/relationships/slide" Target="/ppt/slides/slide19.xml" Id="R8d43c3f073aa45d1" /><Relationship Type="http://schemas.openxmlformats.org/officeDocument/2006/relationships/slide" Target="/ppt/slides/slide20.xml" Id="R5de9c030dcca42e9" /><Relationship Type="http://schemas.openxmlformats.org/officeDocument/2006/relationships/slide" Target="/ppt/slides/slide21.xml" Id="Rcb3fdc47f93044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54bcf7835447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1160aaab5b40c9" /><Relationship Type="http://schemas.openxmlformats.org/officeDocument/2006/relationships/notesMaster" Target="/ppt/notesMasters/notesMaster1.xml" Id="Rbe1e199575754a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af993f8f764711" /><Relationship Type="http://schemas.openxmlformats.org/officeDocument/2006/relationships/notesMaster" Target="/ppt/notesMasters/notesMaster1.xml" Id="Rdc2bc79269ee46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e32aa6c4a14aef" /><Relationship Type="http://schemas.openxmlformats.org/officeDocument/2006/relationships/notesMaster" Target="/ppt/notesMasters/notesMaster1.xml" Id="R713cb503394b4d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69584007ac48eb" /><Relationship Type="http://schemas.openxmlformats.org/officeDocument/2006/relationships/notesMaster" Target="/ppt/notesMasters/notesMaster1.xml" Id="R878236b541df40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6acf06d07b47a1" /><Relationship Type="http://schemas.openxmlformats.org/officeDocument/2006/relationships/notesMaster" Target="/ppt/notesMasters/notesMaster1.xml" Id="Rd3fdaf3800c84d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50b40ea2164e41" /><Relationship Type="http://schemas.openxmlformats.org/officeDocument/2006/relationships/notesMaster" Target="/ppt/notesMasters/notesMaster1.xml" Id="R4bf7fc793db349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d1bc2c62d24505" /><Relationship Type="http://schemas.openxmlformats.org/officeDocument/2006/relationships/notesMaster" Target="/ppt/notesMasters/notesMaster1.xml" Id="R9e2a14899a0448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2ab404bd134cb7" /><Relationship Type="http://schemas.openxmlformats.org/officeDocument/2006/relationships/notesMaster" Target="/ppt/notesMasters/notesMaster1.xml" Id="Red644454a04a4d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a9707e8f614886" /><Relationship Type="http://schemas.openxmlformats.org/officeDocument/2006/relationships/notesMaster" Target="/ppt/notesMasters/notesMaster1.xml" Id="Rb68bbf3aad3b41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012156a4af4d94" /><Relationship Type="http://schemas.openxmlformats.org/officeDocument/2006/relationships/notesMaster" Target="/ppt/notesMasters/notesMaster1.xml" Id="R9d74f58f68b6423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ff785065d4943e4" /><Relationship Type="http://schemas.openxmlformats.org/officeDocument/2006/relationships/notesMaster" Target="/ppt/notesMasters/notesMaster1.xml" Id="R16145ff1fa72471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72f7c3fe41d45b7" /><Relationship Type="http://schemas.openxmlformats.org/officeDocument/2006/relationships/notesMaster" Target="/ppt/notesMasters/notesMaster1.xml" Id="R32f12bdecaf9425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93f7a85912f4a48" /><Relationship Type="http://schemas.openxmlformats.org/officeDocument/2006/relationships/notesMaster" Target="/ppt/notesMasters/notesMaster1.xml" Id="Reee35a878079430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7b2ef3f06ad4d32" /><Relationship Type="http://schemas.openxmlformats.org/officeDocument/2006/relationships/notesMaster" Target="/ppt/notesMasters/notesMaster1.xml" Id="R77db87bcb6974f0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5f9c1fda8f74e33" /><Relationship Type="http://schemas.openxmlformats.org/officeDocument/2006/relationships/notesMaster" Target="/ppt/notesMasters/notesMaster1.xml" Id="Rc64536f0d7e2456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e6d4f8f95124eba" /><Relationship Type="http://schemas.openxmlformats.org/officeDocument/2006/relationships/notesMaster" Target="/ppt/notesMasters/notesMaster1.xml" Id="R8bf53ec3a01640a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c6bb679ae074560" /><Relationship Type="http://schemas.openxmlformats.org/officeDocument/2006/relationships/notesMaster" Target="/ppt/notesMasters/notesMaster1.xml" Id="Re94fc9f01ae24bf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302c30a493044bc" /><Relationship Type="http://schemas.openxmlformats.org/officeDocument/2006/relationships/notesMaster" Target="/ppt/notesMasters/notesMaster1.xml" Id="R471819226d37411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c676a2ca5694b68" /><Relationship Type="http://schemas.openxmlformats.org/officeDocument/2006/relationships/notesMaster" Target="/ppt/notesMasters/notesMaster1.xml" Id="R3424ce27b9d6476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761336a57b846f0" /><Relationship Type="http://schemas.openxmlformats.org/officeDocument/2006/relationships/notesMaster" Target="/ppt/notesMasters/notesMaster1.xml" Id="R9399bdce66a94ed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a4826e546e94d15" /><Relationship Type="http://schemas.openxmlformats.org/officeDocument/2006/relationships/notesMaster" Target="/ppt/notesMasters/notesMaster1.xml" Id="Rf52afa84fca440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production-build capture dated 25 Oct 2026.</a:t>
            </a:r>
          </a:p>
          <a:p xmlns:a="http://schemas.openxmlformats.org/drawingml/2006/main">
            <a:r>
              <a:t>This deck is a decision and execution blueprint, not a launch authorization.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routes come from the repository configuration.</a:t>
            </a:r>
          </a:p>
          <a:p xmlns:a="http://schemas.openxmlformats.org/drawingml/2006/main">
            <a:r>
              <a:t>Official GPT-6 roles and list prices: https://developers.openai.com/api/docs/models and https://developers.openai.com/api/docs/pricing</a:t>
            </a:r>
          </a:p>
          <a:p xmlns:a="http://schemas.openxmlformats.org/drawingml/2006/main">
            <a:r>
              <a:t>No live qualification claim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selection: https://developers.openai.com/api/docs/models</a:t>
            </a:r>
          </a:p>
          <a:p xmlns:a="http://schemas.openxmlformats.org/drawingml/2006/main">
            <a:r>
              <a:t>Pricing accessed 25 Oct 2026: https://developers.openai.com/api/docs/pricing</a:t>
            </a:r>
          </a:p>
          <a:p xmlns:a="http://schemas.openxmlformats.org/drawingml/2006/main">
            <a:r>
              <a:t>Deployment guidance: https://developers.openai.com/api/docs/guides/deployment-checklist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Checkout: https://docs.stripe.com/payments/checkout/build-subscriptions</a:t>
            </a:r>
          </a:p>
          <a:p xmlns:a="http://schemas.openxmlformats.org/drawingml/2006/main">
            <a:r>
              <a:t>Subscriptions/webhooks: https://docs.stripe.com/billing/subscriptions/webhooks</a:t>
            </a:r>
          </a:p>
          <a:p xmlns:a="http://schemas.openxmlformats.org/drawingml/2006/main">
            <a:r>
              <a:t>Customer Portal: https://docs.stripe.com/customer-management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Cloud Run: https://cloud.google.com/run/docs</a:t>
            </a:r>
          </a:p>
          <a:p xmlns:a="http://schemas.openxmlformats.org/drawingml/2006/main">
            <a:r>
              <a:t>Cloud SQL PostgreSQL PITR: https://cloud.google.com/sql/docs/postgres/backup-recovery/restore</a:t>
            </a:r>
          </a:p>
          <a:p xmlns:a="http://schemas.openxmlformats.org/drawingml/2006/main">
            <a:r>
              <a:t>Drive is a secondary human-readable archive, not the sole recovery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Curology accessed 25 Oct 2026: https://curology.com/products/custom-formula-acne/</a:t>
            </a:r>
          </a:p>
          <a:p xmlns:a="http://schemas.openxmlformats.org/drawingml/2006/main">
            <a:r>
              <a:t>Musely accessed 25 Oct 2026: https://www.musely.com/skinregeneration</a:t>
            </a:r>
          </a:p>
          <a:p xmlns:a="http://schemas.openxmlformats.org/drawingml/2006/main">
            <a:r>
              <a:t>PROVEN accessed 25 Oct 2026: https://support.provenskincare.com/en-US/what-is-the-difference-between-a-one-time-order-and-subscription-339597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 approval remains with Gregg Clark.</a:t>
            </a:r>
          </a:p>
          <a:p xmlns:a="http://schemas.openxmlformats.org/drawingml/2006/main">
            <a:r>
              <a:t>This deck does not itself authorize production launch.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2f74236e6b4e2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1cded11522471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7d549dca914a3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5c2a6e08c847e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389adae03c40c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2686ba198149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9D2CE39-88AA-4456-8F13-A49CCEEA2D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AB08421-434D-4A35-A29B-941F369D394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58BE4D2-A9B5-4D71-A178-748D25F72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0177FF-160F-4BBF-9449-7F6F993495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4A3152F-2B97-4EC0-8D83-35D6D8B9FF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4E0BD72-DEEC-416B-908A-FA0B96E905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4A74152-D8B4-4A43-8EFF-75A05B0CB4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2EDFB97-771B-4F19-BA47-576A39EA495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00ACA4-2072-4413-946F-7292C6C229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0DA1E2B-B438-48FC-BFD2-51E5C4140B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a033927e4f4520" /><Relationship Type="http://schemas.openxmlformats.org/officeDocument/2006/relationships/slideLayout" Target="/ppt/slideLayouts/slideLayout1.xml" Id="Rb856344346aa4bb8" /><Relationship Type="http://schemas.openxmlformats.org/officeDocument/2006/relationships/slideLayout" Target="/ppt/slideLayouts/slideLayout2.xml" Id="R33982c44e2a9488f" /><Relationship Type="http://schemas.openxmlformats.org/officeDocument/2006/relationships/slideLayout" Target="/ppt/slideLayouts/slideLayout3.xml" Id="Ra5ff87f0296c492b" /><Relationship Type="http://schemas.openxmlformats.org/officeDocument/2006/relationships/slideLayout" Target="/ppt/slideLayouts/slideLayout4.xml" Id="Rdaccb7c25e5547f4" /><Relationship Type="http://schemas.openxmlformats.org/officeDocument/2006/relationships/slideLayout" Target="/ppt/slideLayouts/slideLayout5.xml" Id="R65f9cf0c3a184888" /><Relationship Type="http://schemas.openxmlformats.org/officeDocument/2006/relationships/slideLayout" Target="/ppt/slideLayouts/slideLayout6.xml" Id="R2c79bacd13a24c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56344346aa4bb8"/>
    <p:sldLayoutId xmlns:r="http://schemas.openxmlformats.org/officeDocument/2006/relationships" id="2147483650" r:id="R33982c44e2a9488f"/>
    <p:sldLayoutId xmlns:r="http://schemas.openxmlformats.org/officeDocument/2006/relationships" id="2147483651" r:id="Ra5ff87f0296c492b"/>
    <p:sldLayoutId xmlns:r="http://schemas.openxmlformats.org/officeDocument/2006/relationships" id="2147483652" r:id="Rdaccb7c25e5547f4"/>
    <p:sldLayoutId xmlns:r="http://schemas.openxmlformats.org/officeDocument/2006/relationships" id="2147483653" r:id="R65f9cf0c3a184888"/>
    <p:sldLayoutId xmlns:r="http://schemas.openxmlformats.org/officeDocument/2006/relationships" id="2147483654" r:id="R2c79bacd13a24c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cec67a309d40cf" /><Relationship Type="http://schemas.openxmlformats.org/officeDocument/2006/relationships/image" Target="/ppt/media/image.png" Id="Rfbe0b9f522b143e8" /><Relationship Type="http://schemas.openxmlformats.org/officeDocument/2006/relationships/notesSlide" Target="/ppt/notesSlides/notesSlide1.xml" Id="R2c90e64e1b8549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c66fcc12714054" /><Relationship Type="http://schemas.openxmlformats.org/officeDocument/2006/relationships/notesSlide" Target="/ppt/notesSlides/notesSlide2.xml" Id="Rc44fe1b3bce140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c46f7572ed4fd7" /><Relationship Type="http://schemas.openxmlformats.org/officeDocument/2006/relationships/notesSlide" Target="/ppt/notesSlides/notesSlide3.xml" Id="R30cad03c192e4b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680d1abf244ada" /><Relationship Type="http://schemas.openxmlformats.org/officeDocument/2006/relationships/image" Target="/ppt/media/image2.png" Id="R2ccf9ca64f11419c" /><Relationship Type="http://schemas.openxmlformats.org/officeDocument/2006/relationships/notesSlide" Target="/ppt/notesSlides/notesSlide4.xml" Id="R70c4427ad95247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da90f054e74b43" /><Relationship Type="http://schemas.openxmlformats.org/officeDocument/2006/relationships/image" Target="/ppt/media/image3.png" Id="R38c545eacf8145b3" /><Relationship Type="http://schemas.openxmlformats.org/officeDocument/2006/relationships/image" Target="/ppt/media/image4.png" Id="Rdc9915fbea744e0b" /><Relationship Type="http://schemas.openxmlformats.org/officeDocument/2006/relationships/image" Target="/ppt/media/image5.png" Id="Rfb9c0151458a4d9f" /><Relationship Type="http://schemas.openxmlformats.org/officeDocument/2006/relationships/notesSlide" Target="/ppt/notesSlides/notesSlide5.xml" Id="R4339e9dd5b7248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f9adaf0c3d4f23" /><Relationship Type="http://schemas.openxmlformats.org/officeDocument/2006/relationships/image" Target="/ppt/media/image6.png" Id="R9df3378ec3ab4b6c" /><Relationship Type="http://schemas.openxmlformats.org/officeDocument/2006/relationships/image" Target="/ppt/media/image7.png" Id="Ra3d9a4727f6145d5" /><Relationship Type="http://schemas.openxmlformats.org/officeDocument/2006/relationships/image" Target="/ppt/media/image8.png" Id="Rc5cc1faadb3c41f1" /><Relationship Type="http://schemas.openxmlformats.org/officeDocument/2006/relationships/notesSlide" Target="/ppt/notesSlides/notesSlide6.xml" Id="R3ebe135380304f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245c1c956e407a" /><Relationship Type="http://schemas.openxmlformats.org/officeDocument/2006/relationships/notesSlide" Target="/ppt/notesSlides/notesSlide7.xml" Id="Rc219c0552c4d45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3441497a214fa7" /><Relationship Type="http://schemas.openxmlformats.org/officeDocument/2006/relationships/notesSlide" Target="/ppt/notesSlides/notesSlide8.xml" Id="R7485a3cf628549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428d41c2434050" /><Relationship Type="http://schemas.openxmlformats.org/officeDocument/2006/relationships/notesSlide" Target="/ppt/notesSlides/notesSlide9.xml" Id="Raf6958c211db4b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73ea25e81c4072" /><Relationship Type="http://schemas.openxmlformats.org/officeDocument/2006/relationships/notesSlide" Target="/ppt/notesSlides/notesSlide10.xml" Id="Rdb6e2e0269a64e2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ca4a2b09314015" /><Relationship Type="http://schemas.openxmlformats.org/officeDocument/2006/relationships/notesSlide" Target="/ppt/notesSlides/notesSlide11.xml" Id="R5b76c3de1671428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744fd4b5fe49fc" /><Relationship Type="http://schemas.openxmlformats.org/officeDocument/2006/relationships/notesSlide" Target="/ppt/notesSlides/notesSlide12.xml" Id="R55b2cad1b7034fb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e65d594f46474b" /><Relationship Type="http://schemas.openxmlformats.org/officeDocument/2006/relationships/notesSlide" Target="/ppt/notesSlides/notesSlide13.xml" Id="R4e54c5d0b5194d8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c38c3d6d2841a3" /><Relationship Type="http://schemas.openxmlformats.org/officeDocument/2006/relationships/notesSlide" Target="/ppt/notesSlides/notesSlide14.xml" Id="Ra1f988a639c9418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e15cfae1634170" /><Relationship Type="http://schemas.openxmlformats.org/officeDocument/2006/relationships/notesSlide" Target="/ppt/notesSlides/notesSlide15.xml" Id="R3dcd7ca13c8a445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015f87131e48d6" /><Relationship Type="http://schemas.openxmlformats.org/officeDocument/2006/relationships/notesSlide" Target="/ppt/notesSlides/notesSlide16.xml" Id="R1042bc5f6407412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7fc69b1f3a421e" /><Relationship Type="http://schemas.openxmlformats.org/officeDocument/2006/relationships/notesSlide" Target="/ppt/notesSlides/notesSlide17.xml" Id="R53e8103df7ca4ed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94a67228834dd0" /><Relationship Type="http://schemas.openxmlformats.org/officeDocument/2006/relationships/notesSlide" Target="/ppt/notesSlides/notesSlide18.xml" Id="R174460fecb78437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1a5610c07c49d3" /><Relationship Type="http://schemas.openxmlformats.org/officeDocument/2006/relationships/notesSlide" Target="/ppt/notesSlides/notesSlide19.xml" Id="R64696cc61e6f475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294e1e00994a56" /><Relationship Type="http://schemas.openxmlformats.org/officeDocument/2006/relationships/notesSlide" Target="/ppt/notesSlides/notesSlide20.xml" Id="R8b85083fd901451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3278e2091b4c95" /><Relationship Type="http://schemas.openxmlformats.org/officeDocument/2006/relationships/notesSlide" Target="/ppt/notesSlides/notesSlide21.xml" Id="Rce62ea0cc73447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0B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24BA22-D96B-4826-A6DB-9EE214DC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43B"/>
          </a:solidFill>
          <a:ln xmlns:a="http://schemas.openxmlformats.org/drawingml/2006/main" w="0">
            <a:solidFill>
              <a:srgbClr val="21143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5E069-213B-49F2-8602-237217AC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-47625"/>
            <a:ext cx="5048250" cy="6953250"/>
          </a:xfrm>
          <a:prstGeom xmlns:a="http://schemas.openxmlformats.org/drawingml/2006/main" prst="roundRect">
            <a:avLst>
              <a:gd name="adj" fmla="val 22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E2"/>
            </a:solidFill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B55625-FECE-438A-9187-7D00E3E6BE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e0b9f522b143e8"/>
          <a:srcRect xmlns:a="http://schemas.openxmlformats.org/drawingml/2006/main" l="5000" t="0" r="5000" b="68000"/>
          <a:stretch xmlns:a="http://schemas.openxmlformats.org/drawingml/2006/main"/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oundRect">
            <a:avLst>
              <a:gd name="adj" fmla="val 1538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34EEA4-5D5A-4B98-B57B-E30C1C0D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362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215B"/>
          </a:solidFill>
          <a:ln xmlns:a="http://schemas.openxmlformats.org/drawingml/2006/main" w="9525">
            <a:solidFill>
              <a:srgbClr val="34215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D9CCFF"/>
                </a:solidFill>
              </a:defRPr>
            </a:defPPr>
            <a:lvl1pPr algn="ctr">
              <a:defRPr sz="825" b="1">
                <a:solidFill>
                  <a:srgbClr val="D9CCFF"/>
                </a:solidFill>
              </a:defRPr>
            </a:lvl1pPr>
            <a:lvl2pPr algn="ctr">
              <a:defRPr sz="825" b="1">
                <a:solidFill>
                  <a:srgbClr val="D9CCFF"/>
                </a:solidFill>
              </a:defRPr>
            </a:lvl2pPr>
            <a:lvl3pPr algn="ctr">
              <a:defRPr sz="825" b="1">
                <a:solidFill>
                  <a:srgbClr val="D9CCFF"/>
                </a:solidFill>
              </a:defRPr>
            </a:lvl3pPr>
            <a:lvl4pPr algn="ctr">
              <a:defRPr sz="825" b="1">
                <a:solidFill>
                  <a:srgbClr val="D9CCFF"/>
                </a:solidFill>
              </a:defRPr>
            </a:lvl4pPr>
            <a:lvl5pPr algn="ctr">
              <a:defRPr sz="825" b="1">
                <a:solidFill>
                  <a:srgbClr val="D9CCFF"/>
                </a:solidFill>
              </a:defRPr>
            </a:lvl5pPr>
            <a:lvl6pPr algn="ctr">
              <a:defRPr sz="825" b="1">
                <a:solidFill>
                  <a:srgbClr val="D9CCFF"/>
                </a:solidFill>
              </a:defRPr>
            </a:lvl6pPr>
            <a:lvl7pPr algn="ctr">
              <a:defRPr sz="825" b="1">
                <a:solidFill>
                  <a:srgbClr val="D9CCFF"/>
                </a:solidFill>
              </a:defRPr>
            </a:lvl7pPr>
            <a:lvl8pPr algn="ctr">
              <a:defRPr sz="825" b="1">
                <a:solidFill>
                  <a:srgbClr val="D9CCFF"/>
                </a:solidFill>
              </a:defRPr>
            </a:lvl8pPr>
            <a:lvl9pPr algn="ctr">
              <a:defRPr sz="825" b="1">
                <a:solidFill>
                  <a:srgbClr val="D9CC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D9CCFF"/>
                </a:solidFill>
              </a:defRPr>
            </a:pPr>
            <a:r>
              <a:rPr sz="825" b="1">
                <a:solidFill>
                  <a:srgbClr val="D9CCFF"/>
                </a:solidFill>
              </a:rPr>
              <a:t>OWNER / APPROVER · GREGG CLARK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A60410-C62F-4505-89EF-0AF9C673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</a:defRPr>
            </a:defPPr>
            <a:lvl1pPr algn="l">
              <a:defRPr sz="3450" b="1">
                <a:solidFill>
                  <a:srgbClr val="FFFFFF"/>
                </a:solidFill>
              </a:defRPr>
            </a:lvl1pPr>
            <a:lvl2pPr algn="l">
              <a:defRPr sz="3450" b="1">
                <a:solidFill>
                  <a:srgbClr val="FFFFFF"/>
                </a:solidFill>
              </a:defRPr>
            </a:lvl2pPr>
            <a:lvl3pPr algn="l">
              <a:defRPr sz="3450" b="1">
                <a:solidFill>
                  <a:srgbClr val="FFFFFF"/>
                </a:solidFill>
              </a:defRPr>
            </a:lvl3pPr>
            <a:lvl4pPr algn="l">
              <a:defRPr sz="3450" b="1">
                <a:solidFill>
                  <a:srgbClr val="FFFFFF"/>
                </a:solidFill>
              </a:defRPr>
            </a:lvl4pPr>
            <a:lvl5pPr algn="l">
              <a:defRPr sz="3450" b="1">
                <a:solidFill>
                  <a:srgbClr val="FFFFFF"/>
                </a:solidFill>
              </a:defRPr>
            </a:lvl5pPr>
            <a:lvl6pPr algn="l">
              <a:defRPr sz="3450" b="1">
                <a:solidFill>
                  <a:srgbClr val="FFFFFF"/>
                </a:solidFill>
              </a:defRPr>
            </a:lvl6pPr>
            <a:lvl7pPr algn="l">
              <a:defRPr sz="3450" b="1">
                <a:solidFill>
                  <a:srgbClr val="FFFFFF"/>
                </a:solidFill>
              </a:defRPr>
            </a:lvl7pPr>
            <a:lvl8pPr algn="l">
              <a:defRPr sz="3450" b="1">
                <a:solidFill>
                  <a:srgbClr val="FFFFFF"/>
                </a:solidFill>
              </a:defRPr>
            </a:lvl8pPr>
            <a:lvl9pPr algn="l">
              <a:defRPr sz="34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MGT Skin Care v2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936D6-8472-4453-BF33-53C8019E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5905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D9CCFF"/>
                </a:solidFill>
              </a:defRPr>
            </a:defPPr>
            <a:lvl1pPr algn="l">
              <a:defRPr sz="2025" b="1">
                <a:solidFill>
                  <a:srgbClr val="D9CCFF"/>
                </a:solidFill>
              </a:defRPr>
            </a:lvl1pPr>
            <a:lvl2pPr algn="l">
              <a:defRPr sz="2025" b="1">
                <a:solidFill>
                  <a:srgbClr val="D9CCFF"/>
                </a:solidFill>
              </a:defRPr>
            </a:lvl2pPr>
            <a:lvl3pPr algn="l">
              <a:defRPr sz="2025" b="1">
                <a:solidFill>
                  <a:srgbClr val="D9CCFF"/>
                </a:solidFill>
              </a:defRPr>
            </a:lvl3pPr>
            <a:lvl4pPr algn="l">
              <a:defRPr sz="2025" b="1">
                <a:solidFill>
                  <a:srgbClr val="D9CCFF"/>
                </a:solidFill>
              </a:defRPr>
            </a:lvl4pPr>
            <a:lvl5pPr algn="l">
              <a:defRPr sz="2025" b="1">
                <a:solidFill>
                  <a:srgbClr val="D9CCFF"/>
                </a:solidFill>
              </a:defRPr>
            </a:lvl5pPr>
            <a:lvl6pPr algn="l">
              <a:defRPr sz="2025" b="1">
                <a:solidFill>
                  <a:srgbClr val="D9CCFF"/>
                </a:solidFill>
              </a:defRPr>
            </a:lvl6pPr>
            <a:lvl7pPr algn="l">
              <a:defRPr sz="2025" b="1">
                <a:solidFill>
                  <a:srgbClr val="D9CCFF"/>
                </a:solidFill>
              </a:defRPr>
            </a:lvl7pPr>
            <a:lvl8pPr algn="l">
              <a:defRPr sz="2025" b="1">
                <a:solidFill>
                  <a:srgbClr val="D9CCFF"/>
                </a:solidFill>
              </a:defRPr>
            </a:lvl8pPr>
            <a:lvl9pPr algn="l">
              <a:defRPr sz="2025" b="1">
                <a:solidFill>
                  <a:srgbClr val="D9CCFF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D9CCFF"/>
                </a:solidFill>
              </a:defRPr>
            </a:pPr>
            <a:r>
              <a:rPr sz="2025" b="1">
                <a:solidFill>
                  <a:srgbClr val="D9CCFF"/>
                </a:solidFill>
              </a:rPr>
              <a:t>Full product functions, intelligence engine, production infrastructure &amp; launch plan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16CA0-C9AF-4168-9156-BF006F16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581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D7D2E3"/>
                </a:solidFill>
              </a:defRPr>
            </a:defPPr>
            <a:lvl1pPr algn="l">
              <a:defRPr sz="1200" b="0">
                <a:solidFill>
                  <a:srgbClr val="D7D2E3"/>
                </a:solidFill>
              </a:defRPr>
            </a:lvl1pPr>
            <a:lvl2pPr algn="l">
              <a:defRPr sz="1200" b="0">
                <a:solidFill>
                  <a:srgbClr val="D7D2E3"/>
                </a:solidFill>
              </a:defRPr>
            </a:lvl2pPr>
            <a:lvl3pPr algn="l">
              <a:defRPr sz="1200" b="0">
                <a:solidFill>
                  <a:srgbClr val="D7D2E3"/>
                </a:solidFill>
              </a:defRPr>
            </a:lvl3pPr>
            <a:lvl4pPr algn="l">
              <a:defRPr sz="1200" b="0">
                <a:solidFill>
                  <a:srgbClr val="D7D2E3"/>
                </a:solidFill>
              </a:defRPr>
            </a:lvl4pPr>
            <a:lvl5pPr algn="l">
              <a:defRPr sz="1200" b="0">
                <a:solidFill>
                  <a:srgbClr val="D7D2E3"/>
                </a:solidFill>
              </a:defRPr>
            </a:lvl5pPr>
            <a:lvl6pPr algn="l">
              <a:defRPr sz="1200" b="0">
                <a:solidFill>
                  <a:srgbClr val="D7D2E3"/>
                </a:solidFill>
              </a:defRPr>
            </a:lvl6pPr>
            <a:lvl7pPr algn="l">
              <a:defRPr sz="1200" b="0">
                <a:solidFill>
                  <a:srgbClr val="D7D2E3"/>
                </a:solidFill>
              </a:defRPr>
            </a:lvl7pPr>
            <a:lvl8pPr algn="l">
              <a:defRPr sz="1200" b="0">
                <a:solidFill>
                  <a:srgbClr val="D7D2E3"/>
                </a:solidFill>
              </a:defRPr>
            </a:lvl8pPr>
            <a:lvl9pPr algn="l">
              <a:defRPr sz="1200" b="0">
                <a:solidFill>
                  <a:srgbClr val="D7D2E3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D7D2E3"/>
                </a:solidFill>
              </a:defRPr>
            </a:pPr>
            <a:r>
              <a:rPr sz="1200" b="0">
                <a:solidFill>
                  <a:srgbClr val="D7D2E3"/>
                </a:solidFill>
              </a:rPr>
              <a:t>Evidence-backed portal blueprint · 3-tier commercial option · Google Cloud and Drive recovery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C92E9D-757E-4119-A7A5-40C98DCF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75" b="0">
                <a:solidFill>
                  <a:srgbClr val="CFC5EA"/>
                </a:solidFill>
              </a:defRPr>
            </a:defPPr>
            <a:lvl1pPr algn="l">
              <a:defRPr sz="675" b="0">
                <a:solidFill>
                  <a:srgbClr val="CFC5EA"/>
                </a:solidFill>
              </a:defRPr>
            </a:lvl1pPr>
            <a:lvl2pPr algn="l">
              <a:defRPr sz="675" b="0">
                <a:solidFill>
                  <a:srgbClr val="CFC5EA"/>
                </a:solidFill>
              </a:defRPr>
            </a:lvl2pPr>
            <a:lvl3pPr algn="l">
              <a:defRPr sz="675" b="0">
                <a:solidFill>
                  <a:srgbClr val="CFC5EA"/>
                </a:solidFill>
              </a:defRPr>
            </a:lvl3pPr>
            <a:lvl4pPr algn="l">
              <a:defRPr sz="675" b="0">
                <a:solidFill>
                  <a:srgbClr val="CFC5EA"/>
                </a:solidFill>
              </a:defRPr>
            </a:lvl4pPr>
            <a:lvl5pPr algn="l">
              <a:defRPr sz="675" b="0">
                <a:solidFill>
                  <a:srgbClr val="CFC5EA"/>
                </a:solidFill>
              </a:defRPr>
            </a:lvl5pPr>
            <a:lvl6pPr algn="l">
              <a:defRPr sz="675" b="0">
                <a:solidFill>
                  <a:srgbClr val="CFC5EA"/>
                </a:solidFill>
              </a:defRPr>
            </a:lvl6pPr>
            <a:lvl7pPr algn="l">
              <a:defRPr sz="675" b="0">
                <a:solidFill>
                  <a:srgbClr val="CFC5EA"/>
                </a:solidFill>
              </a:defRPr>
            </a:lvl7pPr>
            <a:lvl8pPr algn="l">
              <a:defRPr sz="675" b="0">
                <a:solidFill>
                  <a:srgbClr val="CFC5EA"/>
                </a:solidFill>
              </a:defRPr>
            </a:lvl8pPr>
            <a:lvl9pPr algn="l">
              <a:defRPr sz="675" b="0">
                <a:solidFill>
                  <a:srgbClr val="CFC5EA"/>
                </a:solidFill>
              </a:defRPr>
            </a:lvl9pPr>
          </a:lstStyle>
          <a:p xmlns:a="http://schemas.openxmlformats.org/drawingml/2006/main">
            <a:pPr algn="l">
              <a:defRPr sz="675" b="0">
                <a:solidFill>
                  <a:srgbClr val="CFC5EA"/>
                </a:solidFill>
              </a:defRPr>
            </a:pPr>
            <a:r>
              <a:rPr sz="675" b="0">
                <a:solidFill>
                  <a:srgbClr val="CFC5EA"/>
                </a:solidFill>
              </a:rPr>
              <a:t>MGT SKIN CARE · PRODUCT &amp; PRODUCTION BLUEPRINT · 25 OCT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0D3EB0-C54E-40CE-A38E-A8FA9A91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1">
                <a:solidFill>
                  <a:srgbClr val="CFC5EA"/>
                </a:solidFill>
              </a:defRPr>
            </a:defPPr>
            <a:lvl1pPr algn="r">
              <a:defRPr sz="750" b="1">
                <a:solidFill>
                  <a:srgbClr val="CFC5EA"/>
                </a:solidFill>
              </a:defRPr>
            </a:lvl1pPr>
            <a:lvl2pPr algn="r">
              <a:defRPr sz="750" b="1">
                <a:solidFill>
                  <a:srgbClr val="CFC5EA"/>
                </a:solidFill>
              </a:defRPr>
            </a:lvl2pPr>
            <a:lvl3pPr algn="r">
              <a:defRPr sz="750" b="1">
                <a:solidFill>
                  <a:srgbClr val="CFC5EA"/>
                </a:solidFill>
              </a:defRPr>
            </a:lvl3pPr>
            <a:lvl4pPr algn="r">
              <a:defRPr sz="750" b="1">
                <a:solidFill>
                  <a:srgbClr val="CFC5EA"/>
                </a:solidFill>
              </a:defRPr>
            </a:lvl4pPr>
            <a:lvl5pPr algn="r">
              <a:defRPr sz="750" b="1">
                <a:solidFill>
                  <a:srgbClr val="CFC5EA"/>
                </a:solidFill>
              </a:defRPr>
            </a:lvl5pPr>
            <a:lvl6pPr algn="r">
              <a:defRPr sz="750" b="1">
                <a:solidFill>
                  <a:srgbClr val="CFC5EA"/>
                </a:solidFill>
              </a:defRPr>
            </a:lvl6pPr>
            <a:lvl7pPr algn="r">
              <a:defRPr sz="750" b="1">
                <a:solidFill>
                  <a:srgbClr val="CFC5EA"/>
                </a:solidFill>
              </a:defRPr>
            </a:lvl7pPr>
            <a:lvl8pPr algn="r">
              <a:defRPr sz="750" b="1">
                <a:solidFill>
                  <a:srgbClr val="CFC5EA"/>
                </a:solidFill>
              </a:defRPr>
            </a:lvl8pPr>
            <a:lvl9pPr algn="r">
              <a:defRPr sz="750" b="1">
                <a:solidFill>
                  <a:srgbClr val="CFC5EA"/>
                </a:solidFill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CFC5EA"/>
                </a:solidFill>
              </a:defRPr>
            </a:pPr>
            <a:r>
              <a:rPr sz="750" b="1">
                <a:solidFill>
                  <a:srgbClr val="CFC5E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431952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B09E91-97BD-4292-A218-95634AE3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6D28D9"/>
                </a:solidFill>
              </a:defRPr>
            </a:defPPr>
            <a:lvl1pPr algn="l">
              <a:defRPr sz="825" b="1">
                <a:solidFill>
                  <a:srgbClr val="6D28D9"/>
                </a:solidFill>
              </a:defRPr>
            </a:lvl1pPr>
            <a:lvl2pPr algn="l">
              <a:defRPr sz="825" b="1">
                <a:solidFill>
                  <a:srgbClr val="6D28D9"/>
                </a:solidFill>
              </a:defRPr>
            </a:lvl2pPr>
            <a:lvl3pPr algn="l">
              <a:defRPr sz="825" b="1">
                <a:solidFill>
                  <a:srgbClr val="6D28D9"/>
                </a:solidFill>
              </a:defRPr>
            </a:lvl3pPr>
            <a:lvl4pPr algn="l">
              <a:defRPr sz="825" b="1">
                <a:solidFill>
                  <a:srgbClr val="6D28D9"/>
                </a:solidFill>
              </a:defRPr>
            </a:lvl4pPr>
            <a:lvl5pPr algn="l">
              <a:defRPr sz="825" b="1">
                <a:solidFill>
                  <a:srgbClr val="6D28D9"/>
                </a:solidFill>
              </a:defRPr>
            </a:lvl5pPr>
            <a:lvl6pPr algn="l">
              <a:defRPr sz="825" b="1">
                <a:solidFill>
                  <a:srgbClr val="6D28D9"/>
                </a:solidFill>
              </a:defRPr>
            </a:lvl6pPr>
            <a:lvl7pPr algn="l">
              <a:defRPr sz="825" b="1">
                <a:solidFill>
                  <a:srgbClr val="6D28D9"/>
                </a:solidFill>
              </a:defRPr>
            </a:lvl7pPr>
            <a:lvl8pPr algn="l">
              <a:defRPr sz="825" b="1">
                <a:solidFill>
                  <a:srgbClr val="6D28D9"/>
                </a:solidFill>
              </a:defRPr>
            </a:lvl8pPr>
            <a:lvl9pPr algn="l">
              <a:defRPr sz="825" b="1">
                <a:solidFill>
                  <a:srgbClr val="6D28D9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6D28D9"/>
                </a:solidFill>
              </a:defRPr>
            </a:pPr>
            <a:r>
              <a:rPr sz="825" b="1">
                <a:solidFill>
                  <a:srgbClr val="6D28D9"/>
                </a:solidFill>
              </a:rPr>
              <a:t>EXECUTIVE READOUT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6B3D7-3191-489F-99BA-622E2826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0F172A"/>
                </a:solidFill>
              </a:defRPr>
            </a:defPPr>
            <a:lvl1pPr algn="l">
              <a:defRPr sz="2250" b="1">
                <a:solidFill>
                  <a:srgbClr val="0F172A"/>
                </a:solidFill>
              </a:defRPr>
            </a:lvl1pPr>
            <a:lvl2pPr algn="l">
              <a:defRPr sz="2250" b="1">
                <a:solidFill>
                  <a:srgbClr val="0F172A"/>
                </a:solidFill>
              </a:defRPr>
            </a:lvl2pPr>
            <a:lvl3pPr algn="l">
              <a:defRPr sz="2250" b="1">
                <a:solidFill>
                  <a:srgbClr val="0F172A"/>
                </a:solidFill>
              </a:defRPr>
            </a:lvl3pPr>
            <a:lvl4pPr algn="l">
              <a:defRPr sz="2250" b="1">
                <a:solidFill>
                  <a:srgbClr val="0F172A"/>
                </a:solidFill>
              </a:defRPr>
            </a:lvl4pPr>
            <a:lvl5pPr algn="l">
              <a:defRPr sz="2250" b="1">
                <a:solidFill>
                  <a:srgbClr val="0F172A"/>
                </a:solidFill>
              </a:defRPr>
            </a:lvl5pPr>
            <a:lvl6pPr algn="l">
              <a:defRPr sz="2250" b="1">
                <a:solidFill>
                  <a:srgbClr val="0F172A"/>
                </a:solidFill>
              </a:defRPr>
            </a:lvl6pPr>
            <a:lvl7pPr algn="l">
              <a:defRPr sz="2250" b="1">
                <a:solidFill>
                  <a:srgbClr val="0F172A"/>
                </a:solidFill>
              </a:defRPr>
            </a:lvl7pPr>
            <a:lvl8pPr algn="l">
              <a:defRPr sz="2250" b="1">
                <a:solidFill>
                  <a:srgbClr val="0F172A"/>
                </a:solidFill>
              </a:defRPr>
            </a:lvl8pPr>
            <a:lvl9pPr algn="l">
              <a:defRPr sz="22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Broad, coherent product surface; production is now an evidence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E9970-DED1-4283-853A-9E2204F0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B6475"/>
                </a:solidFill>
              </a:defRPr>
            </a:defPPr>
            <a:lvl1pPr algn="l">
              <a:defRPr sz="1050" b="0">
                <a:solidFill>
                  <a:srgbClr val="5B6475"/>
                </a:solidFill>
              </a:defRPr>
            </a:lvl1pPr>
            <a:lvl2pPr algn="l">
              <a:defRPr sz="1050" b="0">
                <a:solidFill>
                  <a:srgbClr val="5B6475"/>
                </a:solidFill>
              </a:defRPr>
            </a:lvl2pPr>
            <a:lvl3pPr algn="l">
              <a:defRPr sz="1050" b="0">
                <a:solidFill>
                  <a:srgbClr val="5B6475"/>
                </a:solidFill>
              </a:defRPr>
            </a:lvl3pPr>
            <a:lvl4pPr algn="l">
              <a:defRPr sz="1050" b="0">
                <a:solidFill>
                  <a:srgbClr val="5B6475"/>
                </a:solidFill>
              </a:defRPr>
            </a:lvl4pPr>
            <a:lvl5pPr algn="l">
              <a:defRPr sz="1050" b="0">
                <a:solidFill>
                  <a:srgbClr val="5B6475"/>
                </a:solidFill>
              </a:defRPr>
            </a:lvl5pPr>
            <a:lvl6pPr algn="l">
              <a:defRPr sz="1050" b="0">
                <a:solidFill>
                  <a:srgbClr val="5B6475"/>
                </a:solidFill>
              </a:defRPr>
            </a:lvl6pPr>
            <a:lvl7pPr algn="l">
              <a:defRPr sz="1050" b="0">
                <a:solidFill>
                  <a:srgbClr val="5B6475"/>
                </a:solidFill>
              </a:defRPr>
            </a:lvl7pPr>
            <a:lvl8pPr algn="l">
              <a:defRPr sz="1050" b="0">
                <a:solidFill>
                  <a:srgbClr val="5B6475"/>
                </a:solidFill>
              </a:defRPr>
            </a:lvl8pPr>
            <a:lvl9pPr algn="l">
              <a:defRPr sz="10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Remaining work centers on live configuration, qualification, operations and owner approvals—not another product redesign.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3BCE9-09E5-4C9D-8770-5BB2A958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F"/>
          </a:solidFill>
          <a:ln xmlns:a="http://schemas.openxmlformats.org/drawingml/2006/main" w="0">
            <a:solidFill>
              <a:srgbClr val="EEE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F098B-7A6A-4734-AB8E-E779D7C7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75" b="0">
                <a:solidFill>
                  <a:srgbClr val="7A8291"/>
                </a:solidFill>
              </a:defRPr>
            </a:defPPr>
            <a:lvl1pPr algn="l">
              <a:defRPr sz="675" b="0">
                <a:solidFill>
                  <a:srgbClr val="7A8291"/>
                </a:solidFill>
              </a:defRPr>
            </a:lvl1pPr>
            <a:lvl2pPr algn="l">
              <a:defRPr sz="675" b="0">
                <a:solidFill>
                  <a:srgbClr val="7A8291"/>
                </a:solidFill>
              </a:defRPr>
            </a:lvl2pPr>
            <a:lvl3pPr algn="l">
              <a:defRPr sz="675" b="0">
                <a:solidFill>
                  <a:srgbClr val="7A8291"/>
                </a:solidFill>
              </a:defRPr>
            </a:lvl3pPr>
            <a:lvl4pPr algn="l">
              <a:defRPr sz="675" b="0">
                <a:solidFill>
                  <a:srgbClr val="7A8291"/>
                </a:solidFill>
              </a:defRPr>
            </a:lvl4pPr>
            <a:lvl5pPr algn="l">
              <a:defRPr sz="675" b="0">
                <a:solidFill>
                  <a:srgbClr val="7A8291"/>
                </a:solidFill>
              </a:defRPr>
            </a:lvl5pPr>
            <a:lvl6pPr algn="l">
              <a:defRPr sz="675" b="0">
                <a:solidFill>
                  <a:srgbClr val="7A8291"/>
                </a:solidFill>
              </a:defRPr>
            </a:lvl6pPr>
            <a:lvl7pPr algn="l">
              <a:defRPr sz="675" b="0">
                <a:solidFill>
                  <a:srgbClr val="7A8291"/>
                </a:solidFill>
              </a:defRPr>
            </a:lvl7pPr>
            <a:lvl8pPr algn="l">
              <a:defRPr sz="675" b="0">
                <a:solidFill>
                  <a:srgbClr val="7A8291"/>
                </a:solidFill>
              </a:defRPr>
            </a:lvl8pPr>
            <a:lvl9pPr algn="l">
              <a:defRPr sz="675" b="0">
                <a:solidFill>
                  <a:srgbClr val="7A8291"/>
                </a:solidFill>
              </a:defRPr>
            </a:lvl9pPr>
          </a:lstStyle>
          <a:p xmlns:a="http://schemas.openxmlformats.org/drawingml/2006/main">
            <a:pPr algn="l">
              <a:defRPr sz="675" b="0">
                <a:solidFill>
                  <a:srgbClr val="7A8291"/>
                </a:solidFill>
              </a:defRPr>
            </a:pPr>
            <a:r>
              <a:rPr sz="675" b="0">
                <a:solidFill>
                  <a:srgbClr val="7A8291"/>
                </a:solidFill>
              </a:rPr>
              <a:t>MGT SKIN CARE · PRODUCT &amp; PRODUCTION BLUEPRINT · 25 OCT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5D7C93-9D07-4E91-9A90-3DFA0C0B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1">
                <a:solidFill>
                  <a:srgbClr val="7A8291"/>
                </a:solidFill>
              </a:defRPr>
            </a:defPPr>
            <a:lvl1pPr algn="r">
              <a:defRPr sz="750" b="1">
                <a:solidFill>
                  <a:srgbClr val="7A8291"/>
                </a:solidFill>
              </a:defRPr>
            </a:lvl1pPr>
            <a:lvl2pPr algn="r">
              <a:defRPr sz="750" b="1">
                <a:solidFill>
                  <a:srgbClr val="7A8291"/>
                </a:solidFill>
              </a:defRPr>
            </a:lvl2pPr>
            <a:lvl3pPr algn="r">
              <a:defRPr sz="750" b="1">
                <a:solidFill>
                  <a:srgbClr val="7A8291"/>
                </a:solidFill>
              </a:defRPr>
            </a:lvl3pPr>
            <a:lvl4pPr algn="r">
              <a:defRPr sz="750" b="1">
                <a:solidFill>
                  <a:srgbClr val="7A8291"/>
                </a:solidFill>
              </a:defRPr>
            </a:lvl4pPr>
            <a:lvl5pPr algn="r">
              <a:defRPr sz="750" b="1">
                <a:solidFill>
                  <a:srgbClr val="7A8291"/>
                </a:solidFill>
              </a:defRPr>
            </a:lvl5pPr>
            <a:lvl6pPr algn="r">
              <a:defRPr sz="750" b="1">
                <a:solidFill>
                  <a:srgbClr val="7A8291"/>
                </a:solidFill>
              </a:defRPr>
            </a:lvl6pPr>
            <a:lvl7pPr algn="r">
              <a:defRPr sz="750" b="1">
                <a:solidFill>
                  <a:srgbClr val="7A8291"/>
                </a:solidFill>
              </a:defRPr>
            </a:lvl7pPr>
            <a:lvl8pPr algn="r">
              <a:defRPr sz="750" b="1">
                <a:solidFill>
                  <a:srgbClr val="7A8291"/>
                </a:solidFill>
              </a:defRPr>
            </a:lvl8pPr>
            <a:lvl9pPr algn="r">
              <a:defRPr sz="750" b="1">
                <a:solidFill>
                  <a:srgbClr val="7A8291"/>
                </a:solidFill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7A8291"/>
                </a:solidFill>
              </a:defRPr>
            </a:pPr>
            <a:r>
              <a:rPr sz="750" b="1">
                <a:solidFill>
                  <a:srgbClr val="7A8291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AE9ED4-CBB0-43A4-8F1C-043ED4D8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25908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E50392-6EC4-46C1-BD05-3040B4B1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6D28D9"/>
                </a:solidFill>
              </a:defRPr>
            </a:defPPr>
            <a:lvl1pPr algn="l">
              <a:defRPr sz="1875" b="1">
                <a:solidFill>
                  <a:srgbClr val="6D28D9"/>
                </a:solidFill>
              </a:defRPr>
            </a:lvl1pPr>
            <a:lvl2pPr algn="l">
              <a:defRPr sz="1875" b="1">
                <a:solidFill>
                  <a:srgbClr val="6D28D9"/>
                </a:solidFill>
              </a:defRPr>
            </a:lvl2pPr>
            <a:lvl3pPr algn="l">
              <a:defRPr sz="1875" b="1">
                <a:solidFill>
                  <a:srgbClr val="6D28D9"/>
                </a:solidFill>
              </a:defRPr>
            </a:lvl3pPr>
            <a:lvl4pPr algn="l">
              <a:defRPr sz="1875" b="1">
                <a:solidFill>
                  <a:srgbClr val="6D28D9"/>
                </a:solidFill>
              </a:defRPr>
            </a:lvl4pPr>
            <a:lvl5pPr algn="l">
              <a:defRPr sz="1875" b="1">
                <a:solidFill>
                  <a:srgbClr val="6D28D9"/>
                </a:solidFill>
              </a:defRPr>
            </a:lvl5pPr>
            <a:lvl6pPr algn="l">
              <a:defRPr sz="1875" b="1">
                <a:solidFill>
                  <a:srgbClr val="6D28D9"/>
                </a:solidFill>
              </a:defRPr>
            </a:lvl6pPr>
            <a:lvl7pPr algn="l">
              <a:defRPr sz="1875" b="1">
                <a:solidFill>
                  <a:srgbClr val="6D28D9"/>
                </a:solidFill>
              </a:defRPr>
            </a:lvl7pPr>
            <a:lvl8pPr algn="l">
              <a:defRPr sz="1875" b="1">
                <a:solidFill>
                  <a:srgbClr val="6D28D9"/>
                </a:solidFill>
              </a:defRPr>
            </a:lvl8pPr>
            <a:lvl9pPr algn="l">
              <a:defRPr sz="1875" b="1">
                <a:solidFill>
                  <a:srgbClr val="6D28D9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6D28D9"/>
                </a:solidFill>
              </a:defRPr>
            </a:pPr>
            <a:r>
              <a:rPr sz="1875" b="1">
                <a:solidFill>
                  <a:srgbClr val="6D28D9"/>
                </a:solidFill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5AA9B3-09F3-4FD2-BEA3-3D309958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B6475"/>
                </a:solidFill>
              </a:defRPr>
            </a:defPPr>
            <a:lvl1pPr algn="l">
              <a:defRPr sz="825" b="0">
                <a:solidFill>
                  <a:srgbClr val="5B6475"/>
                </a:solidFill>
              </a:defRPr>
            </a:lvl1pPr>
            <a:lvl2pPr algn="l">
              <a:defRPr sz="825" b="0">
                <a:solidFill>
                  <a:srgbClr val="5B6475"/>
                </a:solidFill>
              </a:defRPr>
            </a:lvl2pPr>
            <a:lvl3pPr algn="l">
              <a:defRPr sz="825" b="0">
                <a:solidFill>
                  <a:srgbClr val="5B6475"/>
                </a:solidFill>
              </a:defRPr>
            </a:lvl3pPr>
            <a:lvl4pPr algn="l">
              <a:defRPr sz="825" b="0">
                <a:solidFill>
                  <a:srgbClr val="5B6475"/>
                </a:solidFill>
              </a:defRPr>
            </a:lvl4pPr>
            <a:lvl5pPr algn="l">
              <a:defRPr sz="825" b="0">
                <a:solidFill>
                  <a:srgbClr val="5B6475"/>
                </a:solidFill>
              </a:defRPr>
            </a:lvl5pPr>
            <a:lvl6pPr algn="l">
              <a:defRPr sz="825" b="0">
                <a:solidFill>
                  <a:srgbClr val="5B6475"/>
                </a:solidFill>
              </a:defRPr>
            </a:lvl6pPr>
            <a:lvl7pPr algn="l">
              <a:defRPr sz="825" b="0">
                <a:solidFill>
                  <a:srgbClr val="5B6475"/>
                </a:solidFill>
              </a:defRPr>
            </a:lvl7pPr>
            <a:lvl8pPr algn="l">
              <a:defRPr sz="825" b="0">
                <a:solidFill>
                  <a:srgbClr val="5B6475"/>
                </a:solidFill>
              </a:defRPr>
            </a:lvl8pPr>
            <a:lvl9pPr algn="l">
              <a:defRPr sz="825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B6475"/>
                </a:solidFill>
              </a:defRPr>
            </a:pPr>
            <a:r>
              <a:rPr sz="825" b="0">
                <a:solidFill>
                  <a:srgbClr val="5B6475"/>
                </a:solidFill>
              </a:rPr>
              <a:t>consumer + operator surfaces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9D3130-93FB-409C-B7A0-BE9B1A73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95450"/>
            <a:ext cx="25908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019A0-48C5-4FFF-BD0C-6D094584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90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6D28D9"/>
                </a:solidFill>
              </a:defRPr>
            </a:defPPr>
            <a:lvl1pPr algn="l">
              <a:defRPr sz="1875" b="1">
                <a:solidFill>
                  <a:srgbClr val="6D28D9"/>
                </a:solidFill>
              </a:defRPr>
            </a:lvl1pPr>
            <a:lvl2pPr algn="l">
              <a:defRPr sz="1875" b="1">
                <a:solidFill>
                  <a:srgbClr val="6D28D9"/>
                </a:solidFill>
              </a:defRPr>
            </a:lvl2pPr>
            <a:lvl3pPr algn="l">
              <a:defRPr sz="1875" b="1">
                <a:solidFill>
                  <a:srgbClr val="6D28D9"/>
                </a:solidFill>
              </a:defRPr>
            </a:lvl3pPr>
            <a:lvl4pPr algn="l">
              <a:defRPr sz="1875" b="1">
                <a:solidFill>
                  <a:srgbClr val="6D28D9"/>
                </a:solidFill>
              </a:defRPr>
            </a:lvl4pPr>
            <a:lvl5pPr algn="l">
              <a:defRPr sz="1875" b="1">
                <a:solidFill>
                  <a:srgbClr val="6D28D9"/>
                </a:solidFill>
              </a:defRPr>
            </a:lvl5pPr>
            <a:lvl6pPr algn="l">
              <a:defRPr sz="1875" b="1">
                <a:solidFill>
                  <a:srgbClr val="6D28D9"/>
                </a:solidFill>
              </a:defRPr>
            </a:lvl6pPr>
            <a:lvl7pPr algn="l">
              <a:defRPr sz="1875" b="1">
                <a:solidFill>
                  <a:srgbClr val="6D28D9"/>
                </a:solidFill>
              </a:defRPr>
            </a:lvl7pPr>
            <a:lvl8pPr algn="l">
              <a:defRPr sz="1875" b="1">
                <a:solidFill>
                  <a:srgbClr val="6D28D9"/>
                </a:solidFill>
              </a:defRPr>
            </a:lvl8pPr>
            <a:lvl9pPr algn="l">
              <a:defRPr sz="1875" b="1">
                <a:solidFill>
                  <a:srgbClr val="6D28D9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6D28D9"/>
                </a:solidFill>
              </a:defRPr>
            </a:pPr>
            <a:r>
              <a:rPr sz="1875" b="1">
                <a:solidFill>
                  <a:srgbClr val="6D28D9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19A37C-84E3-4FB2-B305-029BD947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336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B6475"/>
                </a:solidFill>
              </a:defRPr>
            </a:defPPr>
            <a:lvl1pPr algn="l">
              <a:defRPr sz="825" b="0">
                <a:solidFill>
                  <a:srgbClr val="5B6475"/>
                </a:solidFill>
              </a:defRPr>
            </a:lvl1pPr>
            <a:lvl2pPr algn="l">
              <a:defRPr sz="825" b="0">
                <a:solidFill>
                  <a:srgbClr val="5B6475"/>
                </a:solidFill>
              </a:defRPr>
            </a:lvl2pPr>
            <a:lvl3pPr algn="l">
              <a:defRPr sz="825" b="0">
                <a:solidFill>
                  <a:srgbClr val="5B6475"/>
                </a:solidFill>
              </a:defRPr>
            </a:lvl3pPr>
            <a:lvl4pPr algn="l">
              <a:defRPr sz="825" b="0">
                <a:solidFill>
                  <a:srgbClr val="5B6475"/>
                </a:solidFill>
              </a:defRPr>
            </a:lvl4pPr>
            <a:lvl5pPr algn="l">
              <a:defRPr sz="825" b="0">
                <a:solidFill>
                  <a:srgbClr val="5B6475"/>
                </a:solidFill>
              </a:defRPr>
            </a:lvl5pPr>
            <a:lvl6pPr algn="l">
              <a:defRPr sz="825" b="0">
                <a:solidFill>
                  <a:srgbClr val="5B6475"/>
                </a:solidFill>
              </a:defRPr>
            </a:lvl6pPr>
            <a:lvl7pPr algn="l">
              <a:defRPr sz="825" b="0">
                <a:solidFill>
                  <a:srgbClr val="5B6475"/>
                </a:solidFill>
              </a:defRPr>
            </a:lvl7pPr>
            <a:lvl8pPr algn="l">
              <a:defRPr sz="825" b="0">
                <a:solidFill>
                  <a:srgbClr val="5B6475"/>
                </a:solidFill>
              </a:defRPr>
            </a:lvl8pPr>
            <a:lvl9pPr algn="l">
              <a:defRPr sz="825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B6475"/>
                </a:solidFill>
              </a:defRPr>
            </a:pPr>
            <a:r>
              <a:rPr sz="825" b="0">
                <a:solidFill>
                  <a:srgbClr val="5B6475"/>
                </a:solidFill>
              </a:rPr>
              <a:t>hosted AI roles to qualify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1CD4C8-0B25-410E-AD82-EDA35383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25908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81F3FC-8DCE-4F7A-87A5-1609DE5D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6D28D9"/>
                </a:solidFill>
              </a:defRPr>
            </a:defPPr>
            <a:lvl1pPr algn="l">
              <a:defRPr sz="1875" b="1">
                <a:solidFill>
                  <a:srgbClr val="6D28D9"/>
                </a:solidFill>
              </a:defRPr>
            </a:lvl1pPr>
            <a:lvl2pPr algn="l">
              <a:defRPr sz="1875" b="1">
                <a:solidFill>
                  <a:srgbClr val="6D28D9"/>
                </a:solidFill>
              </a:defRPr>
            </a:lvl2pPr>
            <a:lvl3pPr algn="l">
              <a:defRPr sz="1875" b="1">
                <a:solidFill>
                  <a:srgbClr val="6D28D9"/>
                </a:solidFill>
              </a:defRPr>
            </a:lvl3pPr>
            <a:lvl4pPr algn="l">
              <a:defRPr sz="1875" b="1">
                <a:solidFill>
                  <a:srgbClr val="6D28D9"/>
                </a:solidFill>
              </a:defRPr>
            </a:lvl4pPr>
            <a:lvl5pPr algn="l">
              <a:defRPr sz="1875" b="1">
                <a:solidFill>
                  <a:srgbClr val="6D28D9"/>
                </a:solidFill>
              </a:defRPr>
            </a:lvl5pPr>
            <a:lvl6pPr algn="l">
              <a:defRPr sz="1875" b="1">
                <a:solidFill>
                  <a:srgbClr val="6D28D9"/>
                </a:solidFill>
              </a:defRPr>
            </a:lvl6pPr>
            <a:lvl7pPr algn="l">
              <a:defRPr sz="1875" b="1">
                <a:solidFill>
                  <a:srgbClr val="6D28D9"/>
                </a:solidFill>
              </a:defRPr>
            </a:lvl7pPr>
            <a:lvl8pPr algn="l">
              <a:defRPr sz="1875" b="1">
                <a:solidFill>
                  <a:srgbClr val="6D28D9"/>
                </a:solidFill>
              </a:defRPr>
            </a:lvl8pPr>
            <a:lvl9pPr algn="l">
              <a:defRPr sz="1875" b="1">
                <a:solidFill>
                  <a:srgbClr val="6D28D9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6D28D9"/>
                </a:solidFill>
              </a:defRPr>
            </a:pPr>
            <a:r>
              <a:rPr sz="1875" b="1">
                <a:solidFill>
                  <a:srgbClr val="6D28D9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5CE98E-A201-4C10-82DD-B6A5DB85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336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B6475"/>
                </a:solidFill>
              </a:defRPr>
            </a:defPPr>
            <a:lvl1pPr algn="l">
              <a:defRPr sz="825" b="0">
                <a:solidFill>
                  <a:srgbClr val="5B6475"/>
                </a:solidFill>
              </a:defRPr>
            </a:lvl1pPr>
            <a:lvl2pPr algn="l">
              <a:defRPr sz="825" b="0">
                <a:solidFill>
                  <a:srgbClr val="5B6475"/>
                </a:solidFill>
              </a:defRPr>
            </a:lvl2pPr>
            <a:lvl3pPr algn="l">
              <a:defRPr sz="825" b="0">
                <a:solidFill>
                  <a:srgbClr val="5B6475"/>
                </a:solidFill>
              </a:defRPr>
            </a:lvl3pPr>
            <a:lvl4pPr algn="l">
              <a:defRPr sz="825" b="0">
                <a:solidFill>
                  <a:srgbClr val="5B6475"/>
                </a:solidFill>
              </a:defRPr>
            </a:lvl4pPr>
            <a:lvl5pPr algn="l">
              <a:defRPr sz="825" b="0">
                <a:solidFill>
                  <a:srgbClr val="5B6475"/>
                </a:solidFill>
              </a:defRPr>
            </a:lvl5pPr>
            <a:lvl6pPr algn="l">
              <a:defRPr sz="825" b="0">
                <a:solidFill>
                  <a:srgbClr val="5B6475"/>
                </a:solidFill>
              </a:defRPr>
            </a:lvl6pPr>
            <a:lvl7pPr algn="l">
              <a:defRPr sz="825" b="0">
                <a:solidFill>
                  <a:srgbClr val="5B6475"/>
                </a:solidFill>
              </a:defRPr>
            </a:lvl7pPr>
            <a:lvl8pPr algn="l">
              <a:defRPr sz="825" b="0">
                <a:solidFill>
                  <a:srgbClr val="5B6475"/>
                </a:solidFill>
              </a:defRPr>
            </a:lvl8pPr>
            <a:lvl9pPr algn="l">
              <a:defRPr sz="825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B6475"/>
                </a:solidFill>
              </a:defRPr>
            </a:pPr>
            <a:r>
              <a:rPr sz="825" b="0">
                <a:solidFill>
                  <a:srgbClr val="5B6475"/>
                </a:solidFill>
              </a:rPr>
              <a:t>suggested subscription tiers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A2AE39-24AF-44D8-81AC-CE35D496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95450"/>
            <a:ext cx="25908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B83F4D-51AA-4D0A-A000-E875ACAA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90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6D28D9"/>
                </a:solidFill>
              </a:defRPr>
            </a:defPPr>
            <a:lvl1pPr algn="l">
              <a:defRPr sz="1875" b="1">
                <a:solidFill>
                  <a:srgbClr val="6D28D9"/>
                </a:solidFill>
              </a:defRPr>
            </a:lvl1pPr>
            <a:lvl2pPr algn="l">
              <a:defRPr sz="1875" b="1">
                <a:solidFill>
                  <a:srgbClr val="6D28D9"/>
                </a:solidFill>
              </a:defRPr>
            </a:lvl2pPr>
            <a:lvl3pPr algn="l">
              <a:defRPr sz="1875" b="1">
                <a:solidFill>
                  <a:srgbClr val="6D28D9"/>
                </a:solidFill>
              </a:defRPr>
            </a:lvl3pPr>
            <a:lvl4pPr algn="l">
              <a:defRPr sz="1875" b="1">
                <a:solidFill>
                  <a:srgbClr val="6D28D9"/>
                </a:solidFill>
              </a:defRPr>
            </a:lvl4pPr>
            <a:lvl5pPr algn="l">
              <a:defRPr sz="1875" b="1">
                <a:solidFill>
                  <a:srgbClr val="6D28D9"/>
                </a:solidFill>
              </a:defRPr>
            </a:lvl5pPr>
            <a:lvl6pPr algn="l">
              <a:defRPr sz="1875" b="1">
                <a:solidFill>
                  <a:srgbClr val="6D28D9"/>
                </a:solidFill>
              </a:defRPr>
            </a:lvl6pPr>
            <a:lvl7pPr algn="l">
              <a:defRPr sz="1875" b="1">
                <a:solidFill>
                  <a:srgbClr val="6D28D9"/>
                </a:solidFill>
              </a:defRPr>
            </a:lvl7pPr>
            <a:lvl8pPr algn="l">
              <a:defRPr sz="1875" b="1">
                <a:solidFill>
                  <a:srgbClr val="6D28D9"/>
                </a:solidFill>
              </a:defRPr>
            </a:lvl8pPr>
            <a:lvl9pPr algn="l">
              <a:defRPr sz="1875" b="1">
                <a:solidFill>
                  <a:srgbClr val="6D28D9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6D28D9"/>
                </a:solidFill>
              </a:defRPr>
            </a:pPr>
            <a:r>
              <a:rPr sz="1875" b="1">
                <a:solidFill>
                  <a:srgbClr val="6D28D9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3476D7-07A2-49A3-A99E-7B8E327F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336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B6475"/>
                </a:solidFill>
              </a:defRPr>
            </a:defPPr>
            <a:lvl1pPr algn="l">
              <a:defRPr sz="825" b="0">
                <a:solidFill>
                  <a:srgbClr val="5B6475"/>
                </a:solidFill>
              </a:defRPr>
            </a:lvl1pPr>
            <a:lvl2pPr algn="l">
              <a:defRPr sz="825" b="0">
                <a:solidFill>
                  <a:srgbClr val="5B6475"/>
                </a:solidFill>
              </a:defRPr>
            </a:lvl2pPr>
            <a:lvl3pPr algn="l">
              <a:defRPr sz="825" b="0">
                <a:solidFill>
                  <a:srgbClr val="5B6475"/>
                </a:solidFill>
              </a:defRPr>
            </a:lvl3pPr>
            <a:lvl4pPr algn="l">
              <a:defRPr sz="825" b="0">
                <a:solidFill>
                  <a:srgbClr val="5B6475"/>
                </a:solidFill>
              </a:defRPr>
            </a:lvl4pPr>
            <a:lvl5pPr algn="l">
              <a:defRPr sz="825" b="0">
                <a:solidFill>
                  <a:srgbClr val="5B6475"/>
                </a:solidFill>
              </a:defRPr>
            </a:lvl5pPr>
            <a:lvl6pPr algn="l">
              <a:defRPr sz="825" b="0">
                <a:solidFill>
                  <a:srgbClr val="5B6475"/>
                </a:solidFill>
              </a:defRPr>
            </a:lvl6pPr>
            <a:lvl7pPr algn="l">
              <a:defRPr sz="825" b="0">
                <a:solidFill>
                  <a:srgbClr val="5B6475"/>
                </a:solidFill>
              </a:defRPr>
            </a:lvl7pPr>
            <a:lvl8pPr algn="l">
              <a:defRPr sz="825" b="0">
                <a:solidFill>
                  <a:srgbClr val="5B6475"/>
                </a:solidFill>
              </a:defRPr>
            </a:lvl8pPr>
            <a:lvl9pPr algn="l">
              <a:defRPr sz="825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B6475"/>
                </a:solidFill>
              </a:defRPr>
            </a:pPr>
            <a:r>
              <a:rPr sz="825" b="0">
                <a:solidFill>
                  <a:srgbClr val="5B6475"/>
                </a:solidFill>
              </a:rPr>
              <a:t>accountable owner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923814-D5A6-446B-806A-583489FE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3429000" cy="30861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772777-10FE-42A9-A321-A9F1E843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867025"/>
            <a:ext cx="57150" cy="2800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78"/>
          </a:solidFill>
          <a:ln xmlns:a="http://schemas.openxmlformats.org/drawingml/2006/main" w="0">
            <a:solidFill>
              <a:srgbClr val="0F9D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82A5A6-F7F3-4D74-AA96-F770597A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F172A"/>
                </a:solidFill>
              </a:defRPr>
            </a:defPPr>
            <a:lvl1pPr algn="l">
              <a:defRPr sz="1125" b="1">
                <a:solidFill>
                  <a:srgbClr val="0F172A"/>
                </a:solidFill>
              </a:defRPr>
            </a:lvl1pPr>
            <a:lvl2pPr algn="l">
              <a:defRPr sz="1125" b="1">
                <a:solidFill>
                  <a:srgbClr val="0F172A"/>
                </a:solidFill>
              </a:defRPr>
            </a:lvl2pPr>
            <a:lvl3pPr algn="l">
              <a:defRPr sz="1125" b="1">
                <a:solidFill>
                  <a:srgbClr val="0F172A"/>
                </a:solidFill>
              </a:defRPr>
            </a:lvl3pPr>
            <a:lvl4pPr algn="l">
              <a:defRPr sz="1125" b="1">
                <a:solidFill>
                  <a:srgbClr val="0F172A"/>
                </a:solidFill>
              </a:defRPr>
            </a:lvl4pPr>
            <a:lvl5pPr algn="l">
              <a:defRPr sz="1125" b="1">
                <a:solidFill>
                  <a:srgbClr val="0F172A"/>
                </a:solidFill>
              </a:defRPr>
            </a:lvl5pPr>
            <a:lvl6pPr algn="l">
              <a:defRPr sz="1125" b="1">
                <a:solidFill>
                  <a:srgbClr val="0F172A"/>
                </a:solidFill>
              </a:defRPr>
            </a:lvl6pPr>
            <a:lvl7pPr algn="l">
              <a:defRPr sz="1125" b="1">
                <a:solidFill>
                  <a:srgbClr val="0F172A"/>
                </a:solidFill>
              </a:defRPr>
            </a:lvl7pPr>
            <a:lvl8pPr algn="l">
              <a:defRPr sz="1125" b="1">
                <a:solidFill>
                  <a:srgbClr val="0F172A"/>
                </a:solidFill>
              </a:defRPr>
            </a:lvl8pPr>
            <a:lvl9pPr algn="l">
              <a:defRPr sz="1125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Built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9A9D74-80F2-467A-82AA-6C65B929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29718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B6475"/>
                </a:solidFill>
              </a:defRPr>
            </a:defPPr>
            <a:lvl1pPr algn="l">
              <a:defRPr sz="900" b="0">
                <a:solidFill>
                  <a:srgbClr val="5B6475"/>
                </a:solidFill>
              </a:defRPr>
            </a:lvl1pPr>
            <a:lvl2pPr algn="l">
              <a:defRPr sz="900" b="0">
                <a:solidFill>
                  <a:srgbClr val="5B6475"/>
                </a:solidFill>
              </a:defRPr>
            </a:lvl2pPr>
            <a:lvl3pPr algn="l">
              <a:defRPr sz="900" b="0">
                <a:solidFill>
                  <a:srgbClr val="5B6475"/>
                </a:solidFill>
              </a:defRPr>
            </a:lvl3pPr>
            <a:lvl4pPr algn="l">
              <a:defRPr sz="900" b="0">
                <a:solidFill>
                  <a:srgbClr val="5B6475"/>
                </a:solidFill>
              </a:defRPr>
            </a:lvl4pPr>
            <a:lvl5pPr algn="l">
              <a:defRPr sz="900" b="0">
                <a:solidFill>
                  <a:srgbClr val="5B6475"/>
                </a:solidFill>
              </a:defRPr>
            </a:lvl5pPr>
            <a:lvl6pPr algn="l">
              <a:defRPr sz="900" b="0">
                <a:solidFill>
                  <a:srgbClr val="5B6475"/>
                </a:solidFill>
              </a:defRPr>
            </a:lvl6pPr>
            <a:lvl7pPr algn="l">
              <a:defRPr sz="900" b="0">
                <a:solidFill>
                  <a:srgbClr val="5B6475"/>
                </a:solidFill>
              </a:defRPr>
            </a:lvl7pPr>
            <a:lvl8pPr algn="l">
              <a:defRPr sz="900" b="0">
                <a:solidFill>
                  <a:srgbClr val="5B6475"/>
                </a:solidFill>
              </a:defRPr>
            </a:lvl8pPr>
            <a:lvl9pPr algn="l">
              <a:defRPr sz="90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Portal shell; profile and consent; Skin Match; routines; Anti-aging; color/style/wardrobe; Retail Edit; account/images/support/admin; Stripe contracts; local-first AI gateway; delivery scaffolding.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D37325-244B-440B-BE26-E2417294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24150"/>
            <a:ext cx="3429000" cy="30861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FC29CE-B686-4078-BDCA-BBC6FE71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67025"/>
            <a:ext cx="57150" cy="2800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40FEE5-B1B5-4FDF-8728-9DD5A47A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F172A"/>
                </a:solidFill>
              </a:defRPr>
            </a:defPPr>
            <a:lvl1pPr algn="l">
              <a:defRPr sz="1125" b="1">
                <a:solidFill>
                  <a:srgbClr val="0F172A"/>
                </a:solidFill>
              </a:defRPr>
            </a:lvl1pPr>
            <a:lvl2pPr algn="l">
              <a:defRPr sz="1125" b="1">
                <a:solidFill>
                  <a:srgbClr val="0F172A"/>
                </a:solidFill>
              </a:defRPr>
            </a:lvl2pPr>
            <a:lvl3pPr algn="l">
              <a:defRPr sz="1125" b="1">
                <a:solidFill>
                  <a:srgbClr val="0F172A"/>
                </a:solidFill>
              </a:defRPr>
            </a:lvl3pPr>
            <a:lvl4pPr algn="l">
              <a:defRPr sz="1125" b="1">
                <a:solidFill>
                  <a:srgbClr val="0F172A"/>
                </a:solidFill>
              </a:defRPr>
            </a:lvl4pPr>
            <a:lvl5pPr algn="l">
              <a:defRPr sz="1125" b="1">
                <a:solidFill>
                  <a:srgbClr val="0F172A"/>
                </a:solidFill>
              </a:defRPr>
            </a:lvl5pPr>
            <a:lvl6pPr algn="l">
              <a:defRPr sz="1125" b="1">
                <a:solidFill>
                  <a:srgbClr val="0F172A"/>
                </a:solidFill>
              </a:defRPr>
            </a:lvl6pPr>
            <a:lvl7pPr algn="l">
              <a:defRPr sz="1125" b="1">
                <a:solidFill>
                  <a:srgbClr val="0F172A"/>
                </a:solidFill>
              </a:defRPr>
            </a:lvl7pPr>
            <a:lvl8pPr algn="l">
              <a:defRPr sz="1125" b="1">
                <a:solidFill>
                  <a:srgbClr val="0F172A"/>
                </a:solidFill>
              </a:defRPr>
            </a:lvl8pPr>
            <a:lvl9pPr algn="l">
              <a:defRPr sz="1125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Must be proven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4956BB-EF06-41D8-A55E-1DC866AE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29718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B6475"/>
                </a:solidFill>
              </a:defRPr>
            </a:defPPr>
            <a:lvl1pPr algn="l">
              <a:defRPr sz="900" b="0">
                <a:solidFill>
                  <a:srgbClr val="5B6475"/>
                </a:solidFill>
              </a:defRPr>
            </a:lvl1pPr>
            <a:lvl2pPr algn="l">
              <a:defRPr sz="900" b="0">
                <a:solidFill>
                  <a:srgbClr val="5B6475"/>
                </a:solidFill>
              </a:defRPr>
            </a:lvl2pPr>
            <a:lvl3pPr algn="l">
              <a:defRPr sz="900" b="0">
                <a:solidFill>
                  <a:srgbClr val="5B6475"/>
                </a:solidFill>
              </a:defRPr>
            </a:lvl3pPr>
            <a:lvl4pPr algn="l">
              <a:defRPr sz="900" b="0">
                <a:solidFill>
                  <a:srgbClr val="5B6475"/>
                </a:solidFill>
              </a:defRPr>
            </a:lvl4pPr>
            <a:lvl5pPr algn="l">
              <a:defRPr sz="900" b="0">
                <a:solidFill>
                  <a:srgbClr val="5B6475"/>
                </a:solidFill>
              </a:defRPr>
            </a:lvl5pPr>
            <a:lvl6pPr algn="l">
              <a:defRPr sz="900" b="0">
                <a:solidFill>
                  <a:srgbClr val="5B6475"/>
                </a:solidFill>
              </a:defRPr>
            </a:lvl6pPr>
            <a:lvl7pPr algn="l">
              <a:defRPr sz="900" b="0">
                <a:solidFill>
                  <a:srgbClr val="5B6475"/>
                </a:solidFill>
              </a:defRPr>
            </a:lvl7pPr>
            <a:lvl8pPr algn="l">
              <a:defRPr sz="900" b="0">
                <a:solidFill>
                  <a:srgbClr val="5B6475"/>
                </a:solidFill>
              </a:defRPr>
            </a:lvl8pPr>
            <a:lvl9pPr algn="l">
              <a:defRPr sz="90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Production identity/database; webhooks; model quality/cost; approved catalog and retailers; WCAG; restore; monitoring; legal copy; domain/TLS; support and incident drills.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075726-0D1D-4E88-8F01-D9226069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24150"/>
            <a:ext cx="3886200" cy="30861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3D03DD-8BEB-48DA-8BB3-BE38C084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867025"/>
            <a:ext cx="57150" cy="2800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B8B713-2F33-4227-8846-29583442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F172A"/>
                </a:solidFill>
              </a:defRPr>
            </a:defPPr>
            <a:lvl1pPr algn="l">
              <a:defRPr sz="1125" b="1">
                <a:solidFill>
                  <a:srgbClr val="0F172A"/>
                </a:solidFill>
              </a:defRPr>
            </a:lvl1pPr>
            <a:lvl2pPr algn="l">
              <a:defRPr sz="1125" b="1">
                <a:solidFill>
                  <a:srgbClr val="0F172A"/>
                </a:solidFill>
              </a:defRPr>
            </a:lvl2pPr>
            <a:lvl3pPr algn="l">
              <a:defRPr sz="1125" b="1">
                <a:solidFill>
                  <a:srgbClr val="0F172A"/>
                </a:solidFill>
              </a:defRPr>
            </a:lvl3pPr>
            <a:lvl4pPr algn="l">
              <a:defRPr sz="1125" b="1">
                <a:solidFill>
                  <a:srgbClr val="0F172A"/>
                </a:solidFill>
              </a:defRPr>
            </a:lvl4pPr>
            <a:lvl5pPr algn="l">
              <a:defRPr sz="1125" b="1">
                <a:solidFill>
                  <a:srgbClr val="0F172A"/>
                </a:solidFill>
              </a:defRPr>
            </a:lvl5pPr>
            <a:lvl6pPr algn="l">
              <a:defRPr sz="1125" b="1">
                <a:solidFill>
                  <a:srgbClr val="0F172A"/>
                </a:solidFill>
              </a:defRPr>
            </a:lvl6pPr>
            <a:lvl7pPr algn="l">
              <a:defRPr sz="1125" b="1">
                <a:solidFill>
                  <a:srgbClr val="0F172A"/>
                </a:solidFill>
              </a:defRPr>
            </a:lvl7pPr>
            <a:lvl8pPr algn="l">
              <a:defRPr sz="1125" b="1">
                <a:solidFill>
                  <a:srgbClr val="0F172A"/>
                </a:solidFill>
              </a:defRPr>
            </a:lvl8pPr>
            <a:lvl9pPr algn="l">
              <a:defRPr sz="1125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Decision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689C50-4C21-4E38-8FC2-8E658476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62300"/>
            <a:ext cx="34290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B6475"/>
                </a:solidFill>
              </a:defRPr>
            </a:defPPr>
            <a:lvl1pPr algn="l">
              <a:defRPr sz="900" b="0">
                <a:solidFill>
                  <a:srgbClr val="5B6475"/>
                </a:solidFill>
              </a:defRPr>
            </a:lvl1pPr>
            <a:lvl2pPr algn="l">
              <a:defRPr sz="900" b="0">
                <a:solidFill>
                  <a:srgbClr val="5B6475"/>
                </a:solidFill>
              </a:defRPr>
            </a:lvl2pPr>
            <a:lvl3pPr algn="l">
              <a:defRPr sz="900" b="0">
                <a:solidFill>
                  <a:srgbClr val="5B6475"/>
                </a:solidFill>
              </a:defRPr>
            </a:lvl3pPr>
            <a:lvl4pPr algn="l">
              <a:defRPr sz="900" b="0">
                <a:solidFill>
                  <a:srgbClr val="5B6475"/>
                </a:solidFill>
              </a:defRPr>
            </a:lvl4pPr>
            <a:lvl5pPr algn="l">
              <a:defRPr sz="900" b="0">
                <a:solidFill>
                  <a:srgbClr val="5B6475"/>
                </a:solidFill>
              </a:defRPr>
            </a:lvl5pPr>
            <a:lvl6pPr algn="l">
              <a:defRPr sz="900" b="0">
                <a:solidFill>
                  <a:srgbClr val="5B6475"/>
                </a:solidFill>
              </a:defRPr>
            </a:lvl6pPr>
            <a:lvl7pPr algn="l">
              <a:defRPr sz="900" b="0">
                <a:solidFill>
                  <a:srgbClr val="5B6475"/>
                </a:solidFill>
              </a:defRPr>
            </a:lvl7pPr>
            <a:lvl8pPr algn="l">
              <a:defRPr sz="900" b="0">
                <a:solidFill>
                  <a:srgbClr val="5B6475"/>
                </a:solidFill>
              </a:defRPr>
            </a:lvl8pPr>
            <a:lvl9pPr algn="l">
              <a:defRPr sz="90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Approve or reject the 3-tier test. Keep live enrollment closed until prices, secrets, end-to-end payment evidence and the signed launch packet are complete.</a:t>
            </a:r>
          </a:p>
        </p:txBody>
      </p:sp>
    </p:spTree>
    <p:extLst>
      <p:ext uri="{BB962C8B-B14F-4D97-AF65-F5344CB8AC3E}">
        <p14:creationId xmlns:p14="http://schemas.microsoft.com/office/powerpoint/2010/main" val="19294605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8DF97F-039B-4FA4-88BC-3DAA8F38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6D28D9"/>
                </a:solidFill>
              </a:defRPr>
            </a:defPPr>
            <a:lvl1pPr algn="l">
              <a:defRPr sz="825" b="1">
                <a:solidFill>
                  <a:srgbClr val="6D28D9"/>
                </a:solidFill>
              </a:defRPr>
            </a:lvl1pPr>
            <a:lvl2pPr algn="l">
              <a:defRPr sz="825" b="1">
                <a:solidFill>
                  <a:srgbClr val="6D28D9"/>
                </a:solidFill>
              </a:defRPr>
            </a:lvl2pPr>
            <a:lvl3pPr algn="l">
              <a:defRPr sz="825" b="1">
                <a:solidFill>
                  <a:srgbClr val="6D28D9"/>
                </a:solidFill>
              </a:defRPr>
            </a:lvl3pPr>
            <a:lvl4pPr algn="l">
              <a:defRPr sz="825" b="1">
                <a:solidFill>
                  <a:srgbClr val="6D28D9"/>
                </a:solidFill>
              </a:defRPr>
            </a:lvl4pPr>
            <a:lvl5pPr algn="l">
              <a:defRPr sz="825" b="1">
                <a:solidFill>
                  <a:srgbClr val="6D28D9"/>
                </a:solidFill>
              </a:defRPr>
            </a:lvl5pPr>
            <a:lvl6pPr algn="l">
              <a:defRPr sz="825" b="1">
                <a:solidFill>
                  <a:srgbClr val="6D28D9"/>
                </a:solidFill>
              </a:defRPr>
            </a:lvl6pPr>
            <a:lvl7pPr algn="l">
              <a:defRPr sz="825" b="1">
                <a:solidFill>
                  <a:srgbClr val="6D28D9"/>
                </a:solidFill>
              </a:defRPr>
            </a:lvl7pPr>
            <a:lvl8pPr algn="l">
              <a:defRPr sz="825" b="1">
                <a:solidFill>
                  <a:srgbClr val="6D28D9"/>
                </a:solidFill>
              </a:defRPr>
            </a:lvl8pPr>
            <a:lvl9pPr algn="l">
              <a:defRPr sz="825" b="1">
                <a:solidFill>
                  <a:srgbClr val="6D28D9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6D28D9"/>
                </a:solidFill>
              </a:defRPr>
            </a:pPr>
            <a:r>
              <a:rPr sz="825" b="1">
                <a:solidFill>
                  <a:srgbClr val="6D28D9"/>
                </a:solidFill>
              </a:rPr>
              <a:t>PRODUCT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FDC67-A5FE-4DEC-9368-490F1885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0F172A"/>
                </a:solidFill>
              </a:defRPr>
            </a:defPPr>
            <a:lvl1pPr algn="l">
              <a:defRPr sz="2250" b="1">
                <a:solidFill>
                  <a:srgbClr val="0F172A"/>
                </a:solidFill>
              </a:defRPr>
            </a:lvl1pPr>
            <a:lvl2pPr algn="l">
              <a:defRPr sz="2250" b="1">
                <a:solidFill>
                  <a:srgbClr val="0F172A"/>
                </a:solidFill>
              </a:defRPr>
            </a:lvl2pPr>
            <a:lvl3pPr algn="l">
              <a:defRPr sz="2250" b="1">
                <a:solidFill>
                  <a:srgbClr val="0F172A"/>
                </a:solidFill>
              </a:defRPr>
            </a:lvl3pPr>
            <a:lvl4pPr algn="l">
              <a:defRPr sz="2250" b="1">
                <a:solidFill>
                  <a:srgbClr val="0F172A"/>
                </a:solidFill>
              </a:defRPr>
            </a:lvl4pPr>
            <a:lvl5pPr algn="l">
              <a:defRPr sz="2250" b="1">
                <a:solidFill>
                  <a:srgbClr val="0F172A"/>
                </a:solidFill>
              </a:defRPr>
            </a:lvl5pPr>
            <a:lvl6pPr algn="l">
              <a:defRPr sz="2250" b="1">
                <a:solidFill>
                  <a:srgbClr val="0F172A"/>
                </a:solidFill>
              </a:defRPr>
            </a:lvl6pPr>
            <a:lvl7pPr algn="l">
              <a:defRPr sz="2250" b="1">
                <a:solidFill>
                  <a:srgbClr val="0F172A"/>
                </a:solidFill>
              </a:defRPr>
            </a:lvl7pPr>
            <a:lvl8pPr algn="l">
              <a:defRPr sz="2250" b="1">
                <a:solidFill>
                  <a:srgbClr val="0F172A"/>
                </a:solidFill>
              </a:defRPr>
            </a:lvl8pPr>
            <a:lvl9pPr algn="l">
              <a:defRPr sz="22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One consented profile drives five connected loops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C6143-CF21-4E09-905B-8B737CDC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B6475"/>
                </a:solidFill>
              </a:defRPr>
            </a:defPPr>
            <a:lvl1pPr algn="l">
              <a:defRPr sz="1050" b="0">
                <a:solidFill>
                  <a:srgbClr val="5B6475"/>
                </a:solidFill>
              </a:defRPr>
            </a:lvl1pPr>
            <a:lvl2pPr algn="l">
              <a:defRPr sz="1050" b="0">
                <a:solidFill>
                  <a:srgbClr val="5B6475"/>
                </a:solidFill>
              </a:defRPr>
            </a:lvl2pPr>
            <a:lvl3pPr algn="l">
              <a:defRPr sz="1050" b="0">
                <a:solidFill>
                  <a:srgbClr val="5B6475"/>
                </a:solidFill>
              </a:defRPr>
            </a:lvl3pPr>
            <a:lvl4pPr algn="l">
              <a:defRPr sz="1050" b="0">
                <a:solidFill>
                  <a:srgbClr val="5B6475"/>
                </a:solidFill>
              </a:defRPr>
            </a:lvl4pPr>
            <a:lvl5pPr algn="l">
              <a:defRPr sz="1050" b="0">
                <a:solidFill>
                  <a:srgbClr val="5B6475"/>
                </a:solidFill>
              </a:defRPr>
            </a:lvl5pPr>
            <a:lvl6pPr algn="l">
              <a:defRPr sz="1050" b="0">
                <a:solidFill>
                  <a:srgbClr val="5B6475"/>
                </a:solidFill>
              </a:defRPr>
            </a:lvl6pPr>
            <a:lvl7pPr algn="l">
              <a:defRPr sz="1050" b="0">
                <a:solidFill>
                  <a:srgbClr val="5B6475"/>
                </a:solidFill>
              </a:defRPr>
            </a:lvl7pPr>
            <a:lvl8pPr algn="l">
              <a:defRPr sz="1050" b="0">
                <a:solidFill>
                  <a:srgbClr val="5B6475"/>
                </a:solidFill>
              </a:defRPr>
            </a:lvl8pPr>
            <a:lvl9pPr algn="l">
              <a:defRPr sz="10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Outputs combine structured profile data, reviewed knowledge, deterministic rules and bounded AI synthesis.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C737DD-6654-4BC8-AD66-62AE8156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F"/>
          </a:solidFill>
          <a:ln xmlns:a="http://schemas.openxmlformats.org/drawingml/2006/main" w="0">
            <a:solidFill>
              <a:srgbClr val="EEE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C1364-1EB3-4B02-8C92-3E05C012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75" b="0">
                <a:solidFill>
                  <a:srgbClr val="7A8291"/>
                </a:solidFill>
              </a:defRPr>
            </a:defPPr>
            <a:lvl1pPr algn="l">
              <a:defRPr sz="675" b="0">
                <a:solidFill>
                  <a:srgbClr val="7A8291"/>
                </a:solidFill>
              </a:defRPr>
            </a:lvl1pPr>
            <a:lvl2pPr algn="l">
              <a:defRPr sz="675" b="0">
                <a:solidFill>
                  <a:srgbClr val="7A8291"/>
                </a:solidFill>
              </a:defRPr>
            </a:lvl2pPr>
            <a:lvl3pPr algn="l">
              <a:defRPr sz="675" b="0">
                <a:solidFill>
                  <a:srgbClr val="7A8291"/>
                </a:solidFill>
              </a:defRPr>
            </a:lvl3pPr>
            <a:lvl4pPr algn="l">
              <a:defRPr sz="675" b="0">
                <a:solidFill>
                  <a:srgbClr val="7A8291"/>
                </a:solidFill>
              </a:defRPr>
            </a:lvl4pPr>
            <a:lvl5pPr algn="l">
              <a:defRPr sz="675" b="0">
                <a:solidFill>
                  <a:srgbClr val="7A8291"/>
                </a:solidFill>
              </a:defRPr>
            </a:lvl5pPr>
            <a:lvl6pPr algn="l">
              <a:defRPr sz="675" b="0">
                <a:solidFill>
                  <a:srgbClr val="7A8291"/>
                </a:solidFill>
              </a:defRPr>
            </a:lvl6pPr>
            <a:lvl7pPr algn="l">
              <a:defRPr sz="675" b="0">
                <a:solidFill>
                  <a:srgbClr val="7A8291"/>
                </a:solidFill>
              </a:defRPr>
            </a:lvl7pPr>
            <a:lvl8pPr algn="l">
              <a:defRPr sz="675" b="0">
                <a:solidFill>
                  <a:srgbClr val="7A8291"/>
                </a:solidFill>
              </a:defRPr>
            </a:lvl8pPr>
            <a:lvl9pPr algn="l">
              <a:defRPr sz="675" b="0">
                <a:solidFill>
                  <a:srgbClr val="7A8291"/>
                </a:solidFill>
              </a:defRPr>
            </a:lvl9pPr>
          </a:lstStyle>
          <a:p xmlns:a="http://schemas.openxmlformats.org/drawingml/2006/main">
            <a:pPr algn="l">
              <a:defRPr sz="675" b="0">
                <a:solidFill>
                  <a:srgbClr val="7A8291"/>
                </a:solidFill>
              </a:defRPr>
            </a:pPr>
            <a:r>
              <a:rPr sz="675" b="0">
                <a:solidFill>
                  <a:srgbClr val="7A8291"/>
                </a:solidFill>
              </a:rPr>
              <a:t>MGT SKIN CARE · PRODUCT &amp; PRODUCTION BLUEPRINT · 25 OCT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EC1CF-53B8-4CC1-A2DE-C91D3642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1">
                <a:solidFill>
                  <a:srgbClr val="7A8291"/>
                </a:solidFill>
              </a:defRPr>
            </a:defPPr>
            <a:lvl1pPr algn="r">
              <a:defRPr sz="750" b="1">
                <a:solidFill>
                  <a:srgbClr val="7A8291"/>
                </a:solidFill>
              </a:defRPr>
            </a:lvl1pPr>
            <a:lvl2pPr algn="r">
              <a:defRPr sz="750" b="1">
                <a:solidFill>
                  <a:srgbClr val="7A8291"/>
                </a:solidFill>
              </a:defRPr>
            </a:lvl2pPr>
            <a:lvl3pPr algn="r">
              <a:defRPr sz="750" b="1">
                <a:solidFill>
                  <a:srgbClr val="7A8291"/>
                </a:solidFill>
              </a:defRPr>
            </a:lvl3pPr>
            <a:lvl4pPr algn="r">
              <a:defRPr sz="750" b="1">
                <a:solidFill>
                  <a:srgbClr val="7A8291"/>
                </a:solidFill>
              </a:defRPr>
            </a:lvl4pPr>
            <a:lvl5pPr algn="r">
              <a:defRPr sz="750" b="1">
                <a:solidFill>
                  <a:srgbClr val="7A8291"/>
                </a:solidFill>
              </a:defRPr>
            </a:lvl5pPr>
            <a:lvl6pPr algn="r">
              <a:defRPr sz="750" b="1">
                <a:solidFill>
                  <a:srgbClr val="7A8291"/>
                </a:solidFill>
              </a:defRPr>
            </a:lvl6pPr>
            <a:lvl7pPr algn="r">
              <a:defRPr sz="750" b="1">
                <a:solidFill>
                  <a:srgbClr val="7A8291"/>
                </a:solidFill>
              </a:defRPr>
            </a:lvl7pPr>
            <a:lvl8pPr algn="r">
              <a:defRPr sz="750" b="1">
                <a:solidFill>
                  <a:srgbClr val="7A8291"/>
                </a:solidFill>
              </a:defRPr>
            </a:lvl8pPr>
            <a:lvl9pPr algn="r">
              <a:defRPr sz="750" b="1">
                <a:solidFill>
                  <a:srgbClr val="7A8291"/>
                </a:solidFill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7A8291"/>
                </a:solidFill>
              </a:defRPr>
            </a:pPr>
            <a:r>
              <a:rPr sz="750" b="1">
                <a:solidFill>
                  <a:srgbClr val="7A8291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463CD5-EF91-4DDE-A6E5-4B23903F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2038350" cy="285750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DFC429-F8E2-4C9D-9BA9-5AD6B78A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990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DISCOVER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ADAEC4-71E4-4AE9-8C07-AFA075EF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6954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F172A"/>
                </a:solidFill>
              </a:defRPr>
            </a:defPPr>
            <a:lvl1pPr algn="l">
              <a:defRPr sz="1350" b="1">
                <a:solidFill>
                  <a:srgbClr val="0F172A"/>
                </a:solidFill>
              </a:defRPr>
            </a:lvl1pPr>
            <a:lvl2pPr algn="l">
              <a:defRPr sz="1350" b="1">
                <a:solidFill>
                  <a:srgbClr val="0F172A"/>
                </a:solidFill>
              </a:defRPr>
            </a:lvl2pPr>
            <a:lvl3pPr algn="l">
              <a:defRPr sz="1350" b="1">
                <a:solidFill>
                  <a:srgbClr val="0F172A"/>
                </a:solidFill>
              </a:defRPr>
            </a:lvl3pPr>
            <a:lvl4pPr algn="l">
              <a:defRPr sz="1350" b="1">
                <a:solidFill>
                  <a:srgbClr val="0F172A"/>
                </a:solidFill>
              </a:defRPr>
            </a:lvl4pPr>
            <a:lvl5pPr algn="l">
              <a:defRPr sz="1350" b="1">
                <a:solidFill>
                  <a:srgbClr val="0F172A"/>
                </a:solidFill>
              </a:defRPr>
            </a:lvl5pPr>
            <a:lvl6pPr algn="l">
              <a:defRPr sz="1350" b="1">
                <a:solidFill>
                  <a:srgbClr val="0F172A"/>
                </a:solidFill>
              </a:defRPr>
            </a:lvl6pPr>
            <a:lvl7pPr algn="l">
              <a:defRPr sz="1350" b="1">
                <a:solidFill>
                  <a:srgbClr val="0F172A"/>
                </a:solidFill>
              </a:defRPr>
            </a:lvl7pPr>
            <a:lvl8pPr algn="l">
              <a:defRPr sz="1350" b="1">
                <a:solidFill>
                  <a:srgbClr val="0F172A"/>
                </a:solidFill>
              </a:defRPr>
            </a:lvl8pPr>
            <a:lvl9pPr algn="l">
              <a:defRPr sz="13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Skin Match</a:t>
            </a:r>
          </a:p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Anti-aging library</a:t>
            </a:r>
          </a:p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Retail Edit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483EFC-29F6-4034-8A3C-26A70C91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866900"/>
            <a:ext cx="2038350" cy="285750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01DC7-ED06-4B35-8CF7-D1C9DBB6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38350"/>
            <a:ext cx="990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0AD34A-DE02-4948-B874-A177E633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16954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F172A"/>
                </a:solidFill>
              </a:defRPr>
            </a:defPPr>
            <a:lvl1pPr algn="l">
              <a:defRPr sz="1350" b="1">
                <a:solidFill>
                  <a:srgbClr val="0F172A"/>
                </a:solidFill>
              </a:defRPr>
            </a:lvl1pPr>
            <a:lvl2pPr algn="l">
              <a:defRPr sz="1350" b="1">
                <a:solidFill>
                  <a:srgbClr val="0F172A"/>
                </a:solidFill>
              </a:defRPr>
            </a:lvl2pPr>
            <a:lvl3pPr algn="l">
              <a:defRPr sz="1350" b="1">
                <a:solidFill>
                  <a:srgbClr val="0F172A"/>
                </a:solidFill>
              </a:defRPr>
            </a:lvl3pPr>
            <a:lvl4pPr algn="l">
              <a:defRPr sz="1350" b="1">
                <a:solidFill>
                  <a:srgbClr val="0F172A"/>
                </a:solidFill>
              </a:defRPr>
            </a:lvl4pPr>
            <a:lvl5pPr algn="l">
              <a:defRPr sz="1350" b="1">
                <a:solidFill>
                  <a:srgbClr val="0F172A"/>
                </a:solidFill>
              </a:defRPr>
            </a:lvl5pPr>
            <a:lvl6pPr algn="l">
              <a:defRPr sz="1350" b="1">
                <a:solidFill>
                  <a:srgbClr val="0F172A"/>
                </a:solidFill>
              </a:defRPr>
            </a:lvl6pPr>
            <a:lvl7pPr algn="l">
              <a:defRPr sz="1350" b="1">
                <a:solidFill>
                  <a:srgbClr val="0F172A"/>
                </a:solidFill>
              </a:defRPr>
            </a:lvl7pPr>
            <a:lvl8pPr algn="l">
              <a:defRPr sz="1350" b="1">
                <a:solidFill>
                  <a:srgbClr val="0F172A"/>
                </a:solidFill>
              </a:defRPr>
            </a:lvl8pPr>
            <a:lvl9pPr algn="l">
              <a:defRPr sz="13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AM/PM routine</a:t>
            </a:r>
          </a:p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Style palette</a:t>
            </a:r>
          </a:p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Wardrobe ideas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FC295F-1673-4FCA-BCF1-C5B68442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66900"/>
            <a:ext cx="2038350" cy="285750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29FB32-2A1D-4949-82DF-7C97B381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38350"/>
            <a:ext cx="990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78"/>
          </a:solidFill>
          <a:ln xmlns:a="http://schemas.openxmlformats.org/drawingml/2006/main" w="9525">
            <a:solidFill>
              <a:srgbClr val="0F9D7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TRACK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EE9D64-540C-4519-B4F5-1F2BC042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71750"/>
            <a:ext cx="16954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F172A"/>
                </a:solidFill>
              </a:defRPr>
            </a:defPPr>
            <a:lvl1pPr algn="l">
              <a:defRPr sz="1350" b="1">
                <a:solidFill>
                  <a:srgbClr val="0F172A"/>
                </a:solidFill>
              </a:defRPr>
            </a:lvl1pPr>
            <a:lvl2pPr algn="l">
              <a:defRPr sz="1350" b="1">
                <a:solidFill>
                  <a:srgbClr val="0F172A"/>
                </a:solidFill>
              </a:defRPr>
            </a:lvl2pPr>
            <a:lvl3pPr algn="l">
              <a:defRPr sz="1350" b="1">
                <a:solidFill>
                  <a:srgbClr val="0F172A"/>
                </a:solidFill>
              </a:defRPr>
            </a:lvl3pPr>
            <a:lvl4pPr algn="l">
              <a:defRPr sz="1350" b="1">
                <a:solidFill>
                  <a:srgbClr val="0F172A"/>
                </a:solidFill>
              </a:defRPr>
            </a:lvl4pPr>
            <a:lvl5pPr algn="l">
              <a:defRPr sz="1350" b="1">
                <a:solidFill>
                  <a:srgbClr val="0F172A"/>
                </a:solidFill>
              </a:defRPr>
            </a:lvl5pPr>
            <a:lvl6pPr algn="l">
              <a:defRPr sz="1350" b="1">
                <a:solidFill>
                  <a:srgbClr val="0F172A"/>
                </a:solidFill>
              </a:defRPr>
            </a:lvl6pPr>
            <a:lvl7pPr algn="l">
              <a:defRPr sz="1350" b="1">
                <a:solidFill>
                  <a:srgbClr val="0F172A"/>
                </a:solidFill>
              </a:defRPr>
            </a:lvl7pPr>
            <a:lvl8pPr algn="l">
              <a:defRPr sz="1350" b="1">
                <a:solidFill>
                  <a:srgbClr val="0F172A"/>
                </a:solidFill>
              </a:defRPr>
            </a:lvl8pPr>
            <a:lvl9pPr algn="l">
              <a:defRPr sz="13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Check-ins</a:t>
            </a:r>
          </a:p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Regimen cycles</a:t>
            </a:r>
          </a:p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Saved images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867783-61A7-4DE9-909E-F7696EE5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866900"/>
            <a:ext cx="2038350" cy="285750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9ED53A-6837-41A2-9E98-F3787788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38350"/>
            <a:ext cx="990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MANAGE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7B88CC-6B14-46DB-BEFE-0A76A77A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71750"/>
            <a:ext cx="16954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F172A"/>
                </a:solidFill>
              </a:defRPr>
            </a:defPPr>
            <a:lvl1pPr algn="l">
              <a:defRPr sz="1350" b="1">
                <a:solidFill>
                  <a:srgbClr val="0F172A"/>
                </a:solidFill>
              </a:defRPr>
            </a:lvl1pPr>
            <a:lvl2pPr algn="l">
              <a:defRPr sz="1350" b="1">
                <a:solidFill>
                  <a:srgbClr val="0F172A"/>
                </a:solidFill>
              </a:defRPr>
            </a:lvl2pPr>
            <a:lvl3pPr algn="l">
              <a:defRPr sz="1350" b="1">
                <a:solidFill>
                  <a:srgbClr val="0F172A"/>
                </a:solidFill>
              </a:defRPr>
            </a:lvl3pPr>
            <a:lvl4pPr algn="l">
              <a:defRPr sz="1350" b="1">
                <a:solidFill>
                  <a:srgbClr val="0F172A"/>
                </a:solidFill>
              </a:defRPr>
            </a:lvl4pPr>
            <a:lvl5pPr algn="l">
              <a:defRPr sz="1350" b="1">
                <a:solidFill>
                  <a:srgbClr val="0F172A"/>
                </a:solidFill>
              </a:defRPr>
            </a:lvl5pPr>
            <a:lvl6pPr algn="l">
              <a:defRPr sz="1350" b="1">
                <a:solidFill>
                  <a:srgbClr val="0F172A"/>
                </a:solidFill>
              </a:defRPr>
            </a:lvl6pPr>
            <a:lvl7pPr algn="l">
              <a:defRPr sz="1350" b="1">
                <a:solidFill>
                  <a:srgbClr val="0F172A"/>
                </a:solidFill>
              </a:defRPr>
            </a:lvl7pPr>
            <a:lvl8pPr algn="l">
              <a:defRPr sz="1350" b="1">
                <a:solidFill>
                  <a:srgbClr val="0F172A"/>
                </a:solidFill>
              </a:defRPr>
            </a:lvl8pPr>
            <a:lvl9pPr algn="l">
              <a:defRPr sz="13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Account/privacy</a:t>
            </a:r>
          </a:p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Membership</a:t>
            </a:r>
          </a:p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Support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9A8E6E-3D7B-409A-800D-FADBC0C2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66900"/>
            <a:ext cx="2038350" cy="285750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3CB984-C58A-410A-926C-E706507F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38350"/>
            <a:ext cx="990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OPERATE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7E4322-B8A7-436A-926D-A04B5E6F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16954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F172A"/>
                </a:solidFill>
              </a:defRPr>
            </a:defPPr>
            <a:lvl1pPr algn="l">
              <a:defRPr sz="1350" b="1">
                <a:solidFill>
                  <a:srgbClr val="0F172A"/>
                </a:solidFill>
              </a:defRPr>
            </a:lvl1pPr>
            <a:lvl2pPr algn="l">
              <a:defRPr sz="1350" b="1">
                <a:solidFill>
                  <a:srgbClr val="0F172A"/>
                </a:solidFill>
              </a:defRPr>
            </a:lvl2pPr>
            <a:lvl3pPr algn="l">
              <a:defRPr sz="1350" b="1">
                <a:solidFill>
                  <a:srgbClr val="0F172A"/>
                </a:solidFill>
              </a:defRPr>
            </a:lvl3pPr>
            <a:lvl4pPr algn="l">
              <a:defRPr sz="1350" b="1">
                <a:solidFill>
                  <a:srgbClr val="0F172A"/>
                </a:solidFill>
              </a:defRPr>
            </a:lvl4pPr>
            <a:lvl5pPr algn="l">
              <a:defRPr sz="1350" b="1">
                <a:solidFill>
                  <a:srgbClr val="0F172A"/>
                </a:solidFill>
              </a:defRPr>
            </a:lvl5pPr>
            <a:lvl6pPr algn="l">
              <a:defRPr sz="1350" b="1">
                <a:solidFill>
                  <a:srgbClr val="0F172A"/>
                </a:solidFill>
              </a:defRPr>
            </a:lvl6pPr>
            <a:lvl7pPr algn="l">
              <a:defRPr sz="1350" b="1">
                <a:solidFill>
                  <a:srgbClr val="0F172A"/>
                </a:solidFill>
              </a:defRPr>
            </a:lvl7pPr>
            <a:lvl8pPr algn="l">
              <a:defRPr sz="1350" b="1">
                <a:solidFill>
                  <a:srgbClr val="0F172A"/>
                </a:solidFill>
              </a:defRPr>
            </a:lvl8pPr>
            <a:lvl9pPr algn="l">
              <a:defRPr sz="13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Catalog review</a:t>
            </a:r>
          </a:p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AI quality</a:t>
            </a:r>
          </a:p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Launch gates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7DE4BA-427A-49A3-B3D1-64B89E50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124450"/>
            <a:ext cx="92202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21143B"/>
          </a:solidFill>
          <a:ln xmlns:a="http://schemas.openxmlformats.org/drawingml/2006/main" w="9525">
            <a:solidFill>
              <a:srgbClr val="21143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52EBCE-6400-4C72-8D66-2533BF1F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67325"/>
            <a:ext cx="868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Shared profile + consent + entitlement + audit context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6AB46C-0DB0-45C0-A4DB-E925C4E7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543550"/>
            <a:ext cx="868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0">
                <a:solidFill>
                  <a:srgbClr val="D8CFF0"/>
                </a:solidFill>
              </a:defRPr>
            </a:defPPr>
            <a:lvl1pPr algn="ctr">
              <a:defRPr sz="900" b="0">
                <a:solidFill>
                  <a:srgbClr val="D8CFF0"/>
                </a:solidFill>
              </a:defRPr>
            </a:lvl1pPr>
            <a:lvl2pPr algn="ctr">
              <a:defRPr sz="900" b="0">
                <a:solidFill>
                  <a:srgbClr val="D8CFF0"/>
                </a:solidFill>
              </a:defRPr>
            </a:lvl2pPr>
            <a:lvl3pPr algn="ctr">
              <a:defRPr sz="900" b="0">
                <a:solidFill>
                  <a:srgbClr val="D8CFF0"/>
                </a:solidFill>
              </a:defRPr>
            </a:lvl3pPr>
            <a:lvl4pPr algn="ctr">
              <a:defRPr sz="900" b="0">
                <a:solidFill>
                  <a:srgbClr val="D8CFF0"/>
                </a:solidFill>
              </a:defRPr>
            </a:lvl4pPr>
            <a:lvl5pPr algn="ctr">
              <a:defRPr sz="900" b="0">
                <a:solidFill>
                  <a:srgbClr val="D8CFF0"/>
                </a:solidFill>
              </a:defRPr>
            </a:lvl5pPr>
            <a:lvl6pPr algn="ctr">
              <a:defRPr sz="900" b="0">
                <a:solidFill>
                  <a:srgbClr val="D8CFF0"/>
                </a:solidFill>
              </a:defRPr>
            </a:lvl6pPr>
            <a:lvl7pPr algn="ctr">
              <a:defRPr sz="900" b="0">
                <a:solidFill>
                  <a:srgbClr val="D8CFF0"/>
                </a:solidFill>
              </a:defRPr>
            </a:lvl7pPr>
            <a:lvl8pPr algn="ctr">
              <a:defRPr sz="900" b="0">
                <a:solidFill>
                  <a:srgbClr val="D8CFF0"/>
                </a:solidFill>
              </a:defRPr>
            </a:lvl8pPr>
            <a:lvl9pPr algn="ctr">
              <a:defRPr sz="900" b="0">
                <a:solidFill>
                  <a:srgbClr val="D8CFF0"/>
                </a:solidFill>
              </a:defRPr>
            </a:lvl9pPr>
          </a:lstStyle>
          <a:p xmlns:a="http://schemas.openxmlformats.org/drawingml/2006/main">
            <a:pPr algn="ctr">
              <a:defRPr sz="900" b="0">
                <a:solidFill>
                  <a:srgbClr val="D8CFF0"/>
                </a:solidFill>
              </a:defRPr>
            </a:pPr>
            <a:r>
              <a:rPr sz="900" b="0">
                <a:solidFill>
                  <a:srgbClr val="D8CFF0"/>
                </a:solidFill>
              </a:rPr>
              <a:t>No AI output silently becomes a diagnosis, purchase, booking or account change.</a:t>
            </a:r>
          </a:p>
        </p:txBody>
      </p:sp>
    </p:spTree>
    <p:extLst>
      <p:ext uri="{BB962C8B-B14F-4D97-AF65-F5344CB8AC3E}">
        <p14:creationId xmlns:p14="http://schemas.microsoft.com/office/powerpoint/2010/main" val="10037586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10E174-4E8E-4CF2-8620-4F28163A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6D28D9"/>
                </a:solidFill>
              </a:defRPr>
            </a:defPPr>
            <a:lvl1pPr algn="l">
              <a:defRPr sz="825" b="1">
                <a:solidFill>
                  <a:srgbClr val="6D28D9"/>
                </a:solidFill>
              </a:defRPr>
            </a:lvl1pPr>
            <a:lvl2pPr algn="l">
              <a:defRPr sz="825" b="1">
                <a:solidFill>
                  <a:srgbClr val="6D28D9"/>
                </a:solidFill>
              </a:defRPr>
            </a:lvl2pPr>
            <a:lvl3pPr algn="l">
              <a:defRPr sz="825" b="1">
                <a:solidFill>
                  <a:srgbClr val="6D28D9"/>
                </a:solidFill>
              </a:defRPr>
            </a:lvl3pPr>
            <a:lvl4pPr algn="l">
              <a:defRPr sz="825" b="1">
                <a:solidFill>
                  <a:srgbClr val="6D28D9"/>
                </a:solidFill>
              </a:defRPr>
            </a:lvl4pPr>
            <a:lvl5pPr algn="l">
              <a:defRPr sz="825" b="1">
                <a:solidFill>
                  <a:srgbClr val="6D28D9"/>
                </a:solidFill>
              </a:defRPr>
            </a:lvl5pPr>
            <a:lvl6pPr algn="l">
              <a:defRPr sz="825" b="1">
                <a:solidFill>
                  <a:srgbClr val="6D28D9"/>
                </a:solidFill>
              </a:defRPr>
            </a:lvl6pPr>
            <a:lvl7pPr algn="l">
              <a:defRPr sz="825" b="1">
                <a:solidFill>
                  <a:srgbClr val="6D28D9"/>
                </a:solidFill>
              </a:defRPr>
            </a:lvl7pPr>
            <a:lvl8pPr algn="l">
              <a:defRPr sz="825" b="1">
                <a:solidFill>
                  <a:srgbClr val="6D28D9"/>
                </a:solidFill>
              </a:defRPr>
            </a:lvl8pPr>
            <a:lvl9pPr algn="l">
              <a:defRPr sz="825" b="1">
                <a:solidFill>
                  <a:srgbClr val="6D28D9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6D28D9"/>
                </a:solidFill>
              </a:defRPr>
            </a:pPr>
            <a:r>
              <a:rPr sz="825" b="1">
                <a:solidFill>
                  <a:srgbClr val="6D28D9"/>
                </a:solidFill>
              </a:rPr>
              <a:t>OUTPUT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9574F8-FDEE-4CB1-B130-D4A5FCAA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0F172A"/>
                </a:solidFill>
              </a:defRPr>
            </a:defPPr>
            <a:lvl1pPr algn="l">
              <a:defRPr sz="2250" b="1">
                <a:solidFill>
                  <a:srgbClr val="0F172A"/>
                </a:solidFill>
              </a:defRPr>
            </a:lvl1pPr>
            <a:lvl2pPr algn="l">
              <a:defRPr sz="2250" b="1">
                <a:solidFill>
                  <a:srgbClr val="0F172A"/>
                </a:solidFill>
              </a:defRPr>
            </a:lvl2pPr>
            <a:lvl3pPr algn="l">
              <a:defRPr sz="2250" b="1">
                <a:solidFill>
                  <a:srgbClr val="0F172A"/>
                </a:solidFill>
              </a:defRPr>
            </a:lvl3pPr>
            <a:lvl4pPr algn="l">
              <a:defRPr sz="2250" b="1">
                <a:solidFill>
                  <a:srgbClr val="0F172A"/>
                </a:solidFill>
              </a:defRPr>
            </a:lvl4pPr>
            <a:lvl5pPr algn="l">
              <a:defRPr sz="2250" b="1">
                <a:solidFill>
                  <a:srgbClr val="0F172A"/>
                </a:solidFill>
              </a:defRPr>
            </a:lvl5pPr>
            <a:lvl6pPr algn="l">
              <a:defRPr sz="2250" b="1">
                <a:solidFill>
                  <a:srgbClr val="0F172A"/>
                </a:solidFill>
              </a:defRPr>
            </a:lvl6pPr>
            <a:lvl7pPr algn="l">
              <a:defRPr sz="2250" b="1">
                <a:solidFill>
                  <a:srgbClr val="0F172A"/>
                </a:solidFill>
              </a:defRPr>
            </a:lvl7pPr>
            <a:lvl8pPr algn="l">
              <a:defRPr sz="2250" b="1">
                <a:solidFill>
                  <a:srgbClr val="0F172A"/>
                </a:solidFill>
              </a:defRPr>
            </a:lvl8pPr>
            <a:lvl9pPr algn="l">
              <a:defRPr sz="22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Application 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C99C9F-5DE0-4AE2-B029-29CB4F7B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B6475"/>
                </a:solidFill>
              </a:defRPr>
            </a:defPPr>
            <a:lvl1pPr algn="l">
              <a:defRPr sz="1050" b="0">
                <a:solidFill>
                  <a:srgbClr val="5B6475"/>
                </a:solidFill>
              </a:defRPr>
            </a:lvl1pPr>
            <a:lvl2pPr algn="l">
              <a:defRPr sz="1050" b="0">
                <a:solidFill>
                  <a:srgbClr val="5B6475"/>
                </a:solidFill>
              </a:defRPr>
            </a:lvl2pPr>
            <a:lvl3pPr algn="l">
              <a:defRPr sz="1050" b="0">
                <a:solidFill>
                  <a:srgbClr val="5B6475"/>
                </a:solidFill>
              </a:defRPr>
            </a:lvl3pPr>
            <a:lvl4pPr algn="l">
              <a:defRPr sz="1050" b="0">
                <a:solidFill>
                  <a:srgbClr val="5B6475"/>
                </a:solidFill>
              </a:defRPr>
            </a:lvl4pPr>
            <a:lvl5pPr algn="l">
              <a:defRPr sz="1050" b="0">
                <a:solidFill>
                  <a:srgbClr val="5B6475"/>
                </a:solidFill>
              </a:defRPr>
            </a:lvl5pPr>
            <a:lvl6pPr algn="l">
              <a:defRPr sz="1050" b="0">
                <a:solidFill>
                  <a:srgbClr val="5B6475"/>
                </a:solidFill>
              </a:defRPr>
            </a:lvl6pPr>
            <a:lvl7pPr algn="l">
              <a:defRPr sz="1050" b="0">
                <a:solidFill>
                  <a:srgbClr val="5B6475"/>
                </a:solidFill>
              </a:defRPr>
            </a:lvl7pPr>
            <a:lvl8pPr algn="l">
              <a:defRPr sz="1050" b="0">
                <a:solidFill>
                  <a:srgbClr val="5B6475"/>
                </a:solidFill>
              </a:defRPr>
            </a:lvl8pPr>
            <a:lvl9pPr algn="l">
              <a:defRPr sz="10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A progressive-disclosure front door to applications, saved state, commerce, learning and trust.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4AD7F-1F64-4539-BCEB-FD756A9E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F"/>
          </a:solidFill>
          <a:ln xmlns:a="http://schemas.openxmlformats.org/drawingml/2006/main" w="0">
            <a:solidFill>
              <a:srgbClr val="EEE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A860CD-4087-4892-A0DF-16018FF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75" b="0">
                <a:solidFill>
                  <a:srgbClr val="7A8291"/>
                </a:solidFill>
              </a:defRPr>
            </a:defPPr>
            <a:lvl1pPr algn="l">
              <a:defRPr sz="675" b="0">
                <a:solidFill>
                  <a:srgbClr val="7A8291"/>
                </a:solidFill>
              </a:defRPr>
            </a:lvl1pPr>
            <a:lvl2pPr algn="l">
              <a:defRPr sz="675" b="0">
                <a:solidFill>
                  <a:srgbClr val="7A8291"/>
                </a:solidFill>
              </a:defRPr>
            </a:lvl2pPr>
            <a:lvl3pPr algn="l">
              <a:defRPr sz="675" b="0">
                <a:solidFill>
                  <a:srgbClr val="7A8291"/>
                </a:solidFill>
              </a:defRPr>
            </a:lvl3pPr>
            <a:lvl4pPr algn="l">
              <a:defRPr sz="675" b="0">
                <a:solidFill>
                  <a:srgbClr val="7A8291"/>
                </a:solidFill>
              </a:defRPr>
            </a:lvl4pPr>
            <a:lvl5pPr algn="l">
              <a:defRPr sz="675" b="0">
                <a:solidFill>
                  <a:srgbClr val="7A8291"/>
                </a:solidFill>
              </a:defRPr>
            </a:lvl5pPr>
            <a:lvl6pPr algn="l">
              <a:defRPr sz="675" b="0">
                <a:solidFill>
                  <a:srgbClr val="7A8291"/>
                </a:solidFill>
              </a:defRPr>
            </a:lvl6pPr>
            <a:lvl7pPr algn="l">
              <a:defRPr sz="675" b="0">
                <a:solidFill>
                  <a:srgbClr val="7A8291"/>
                </a:solidFill>
              </a:defRPr>
            </a:lvl7pPr>
            <a:lvl8pPr algn="l">
              <a:defRPr sz="675" b="0">
                <a:solidFill>
                  <a:srgbClr val="7A8291"/>
                </a:solidFill>
              </a:defRPr>
            </a:lvl8pPr>
            <a:lvl9pPr algn="l">
              <a:defRPr sz="675" b="0">
                <a:solidFill>
                  <a:srgbClr val="7A8291"/>
                </a:solidFill>
              </a:defRPr>
            </a:lvl9pPr>
          </a:lstStyle>
          <a:p xmlns:a="http://schemas.openxmlformats.org/drawingml/2006/main">
            <a:pPr algn="l">
              <a:defRPr sz="675" b="0">
                <a:solidFill>
                  <a:srgbClr val="7A8291"/>
                </a:solidFill>
              </a:defRPr>
            </a:pPr>
            <a:r>
              <a:rPr sz="675" b="0">
                <a:solidFill>
                  <a:srgbClr val="7A8291"/>
                </a:solidFill>
              </a:rPr>
              <a:t>MGT SKIN CARE · PRODUCT &amp; PRODUCTION BLUEPRINT · 25 OCT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95056-3859-4326-A426-AA75A849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1">
                <a:solidFill>
                  <a:srgbClr val="7A8291"/>
                </a:solidFill>
              </a:defRPr>
            </a:defPPr>
            <a:lvl1pPr algn="r">
              <a:defRPr sz="750" b="1">
                <a:solidFill>
                  <a:srgbClr val="7A8291"/>
                </a:solidFill>
              </a:defRPr>
            </a:lvl1pPr>
            <a:lvl2pPr algn="r">
              <a:defRPr sz="750" b="1">
                <a:solidFill>
                  <a:srgbClr val="7A8291"/>
                </a:solidFill>
              </a:defRPr>
            </a:lvl2pPr>
            <a:lvl3pPr algn="r">
              <a:defRPr sz="750" b="1">
                <a:solidFill>
                  <a:srgbClr val="7A8291"/>
                </a:solidFill>
              </a:defRPr>
            </a:lvl3pPr>
            <a:lvl4pPr algn="r">
              <a:defRPr sz="750" b="1">
                <a:solidFill>
                  <a:srgbClr val="7A8291"/>
                </a:solidFill>
              </a:defRPr>
            </a:lvl4pPr>
            <a:lvl5pPr algn="r">
              <a:defRPr sz="750" b="1">
                <a:solidFill>
                  <a:srgbClr val="7A8291"/>
                </a:solidFill>
              </a:defRPr>
            </a:lvl5pPr>
            <a:lvl6pPr algn="r">
              <a:defRPr sz="750" b="1">
                <a:solidFill>
                  <a:srgbClr val="7A8291"/>
                </a:solidFill>
              </a:defRPr>
            </a:lvl6pPr>
            <a:lvl7pPr algn="r">
              <a:defRPr sz="750" b="1">
                <a:solidFill>
                  <a:srgbClr val="7A8291"/>
                </a:solidFill>
              </a:defRPr>
            </a:lvl7pPr>
            <a:lvl8pPr algn="r">
              <a:defRPr sz="750" b="1">
                <a:solidFill>
                  <a:srgbClr val="7A8291"/>
                </a:solidFill>
              </a:defRPr>
            </a:lvl8pPr>
            <a:lvl9pPr algn="r">
              <a:defRPr sz="750" b="1">
                <a:solidFill>
                  <a:srgbClr val="7A8291"/>
                </a:solidFill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7A8291"/>
                </a:solidFill>
              </a:defRPr>
            </a:pPr>
            <a:r>
              <a:rPr sz="750" b="1">
                <a:solidFill>
                  <a:srgbClr val="7A8291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3415A-2DE7-4ECE-AC4A-4AD8159E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628775"/>
            <a:ext cx="6953250" cy="4572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E2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8A305-9479-4A20-82DB-D801D4EFF7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cf9ca64f11419c"/>
          <a:srcRect xmlns:a="http://schemas.openxmlformats.org/drawingml/2006/main" l="0" t="0" r="0" b="66000"/>
          <a:stretch xmlns:a="http://schemas.openxmlformats.org/drawingml/2006/main"/>
        </p:blipFill>
        <p:spPr>
          <a:xfrm xmlns:a="http://schemas.openxmlformats.org/drawingml/2006/main">
            <a:off x="533400" y="1676400"/>
            <a:ext cx="6858000" cy="4476750"/>
          </a:xfrm>
          <a:prstGeom xmlns:a="http://schemas.openxmlformats.org/drawingml/2006/main" prst="roundRect">
            <a:avLst>
              <a:gd name="adj" fmla="val 170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247A90-188C-4C51-B4B4-D48BCD59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76400"/>
            <a:ext cx="39624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949CBC-E62F-4440-B578-2C6B0B09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819275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5C9D7-3BFC-4DBA-A9BF-3C052B2F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F172A"/>
                </a:solidFill>
              </a:defRPr>
            </a:defPPr>
            <a:lvl1pPr algn="l">
              <a:defRPr sz="1125" b="1">
                <a:solidFill>
                  <a:srgbClr val="0F172A"/>
                </a:solidFill>
              </a:defRPr>
            </a:lvl1pPr>
            <a:lvl2pPr algn="l">
              <a:defRPr sz="1125" b="1">
                <a:solidFill>
                  <a:srgbClr val="0F172A"/>
                </a:solidFill>
              </a:defRPr>
            </a:lvl2pPr>
            <a:lvl3pPr algn="l">
              <a:defRPr sz="1125" b="1">
                <a:solidFill>
                  <a:srgbClr val="0F172A"/>
                </a:solidFill>
              </a:defRPr>
            </a:lvl3pPr>
            <a:lvl4pPr algn="l">
              <a:defRPr sz="1125" b="1">
                <a:solidFill>
                  <a:srgbClr val="0F172A"/>
                </a:solidFill>
              </a:defRPr>
            </a:lvl4pPr>
            <a:lvl5pPr algn="l">
              <a:defRPr sz="1125" b="1">
                <a:solidFill>
                  <a:srgbClr val="0F172A"/>
                </a:solidFill>
              </a:defRPr>
            </a:lvl5pPr>
            <a:lvl6pPr algn="l">
              <a:defRPr sz="1125" b="1">
                <a:solidFill>
                  <a:srgbClr val="0F172A"/>
                </a:solidFill>
              </a:defRPr>
            </a:lvl6pPr>
            <a:lvl7pPr algn="l">
              <a:defRPr sz="1125" b="1">
                <a:solidFill>
                  <a:srgbClr val="0F172A"/>
                </a:solidFill>
              </a:defRPr>
            </a:lvl7pPr>
            <a:lvl8pPr algn="l">
              <a:defRPr sz="1125" b="1">
                <a:solidFill>
                  <a:srgbClr val="0F172A"/>
                </a:solidFill>
              </a:defRPr>
            </a:lvl8pPr>
            <a:lvl9pPr algn="l">
              <a:defRPr sz="1125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Intent first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03E4C4-924D-4A22-8A96-9A741A14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350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B6475"/>
                </a:solidFill>
              </a:defRPr>
            </a:defPPr>
            <a:lvl1pPr algn="l">
              <a:defRPr sz="900" b="0">
                <a:solidFill>
                  <a:srgbClr val="5B6475"/>
                </a:solidFill>
              </a:defRPr>
            </a:lvl1pPr>
            <a:lvl2pPr algn="l">
              <a:defRPr sz="900" b="0">
                <a:solidFill>
                  <a:srgbClr val="5B6475"/>
                </a:solidFill>
              </a:defRPr>
            </a:lvl2pPr>
            <a:lvl3pPr algn="l">
              <a:defRPr sz="900" b="0">
                <a:solidFill>
                  <a:srgbClr val="5B6475"/>
                </a:solidFill>
              </a:defRPr>
            </a:lvl3pPr>
            <a:lvl4pPr algn="l">
              <a:defRPr sz="900" b="0">
                <a:solidFill>
                  <a:srgbClr val="5B6475"/>
                </a:solidFill>
              </a:defRPr>
            </a:lvl4pPr>
            <a:lvl5pPr algn="l">
              <a:defRPr sz="900" b="0">
                <a:solidFill>
                  <a:srgbClr val="5B6475"/>
                </a:solidFill>
              </a:defRPr>
            </a:lvl5pPr>
            <a:lvl6pPr algn="l">
              <a:defRPr sz="900" b="0">
                <a:solidFill>
                  <a:srgbClr val="5B6475"/>
                </a:solidFill>
              </a:defRPr>
            </a:lvl6pPr>
            <a:lvl7pPr algn="l">
              <a:defRPr sz="900" b="0">
                <a:solidFill>
                  <a:srgbClr val="5B6475"/>
                </a:solidFill>
              </a:defRPr>
            </a:lvl7pPr>
            <a:lvl8pPr algn="l">
              <a:defRPr sz="900" b="0">
                <a:solidFill>
                  <a:srgbClr val="5B6475"/>
                </a:solidFill>
              </a:defRPr>
            </a:lvl8pPr>
            <a:lvl9pPr algn="l">
              <a:defRPr sz="90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Users begin with a goal rather than a model, provider or technical workflow.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663FEA-BE5E-49AB-A26C-9E7984EC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81350"/>
            <a:ext cx="39624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9957AA-893D-4CBE-9CE4-334D3294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324225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78"/>
          </a:solidFill>
          <a:ln xmlns:a="http://schemas.openxmlformats.org/drawingml/2006/main" w="0">
            <a:solidFill>
              <a:srgbClr val="0F9D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363CF5-23A8-44F6-8C0B-1AB97BA5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14700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F172A"/>
                </a:solidFill>
              </a:defRPr>
            </a:defPPr>
            <a:lvl1pPr algn="l">
              <a:defRPr sz="1125" b="1">
                <a:solidFill>
                  <a:srgbClr val="0F172A"/>
                </a:solidFill>
              </a:defRPr>
            </a:lvl1pPr>
            <a:lvl2pPr algn="l">
              <a:defRPr sz="1125" b="1">
                <a:solidFill>
                  <a:srgbClr val="0F172A"/>
                </a:solidFill>
              </a:defRPr>
            </a:lvl2pPr>
            <a:lvl3pPr algn="l">
              <a:defRPr sz="1125" b="1">
                <a:solidFill>
                  <a:srgbClr val="0F172A"/>
                </a:solidFill>
              </a:defRPr>
            </a:lvl3pPr>
            <a:lvl4pPr algn="l">
              <a:defRPr sz="1125" b="1">
                <a:solidFill>
                  <a:srgbClr val="0F172A"/>
                </a:solidFill>
              </a:defRPr>
            </a:lvl4pPr>
            <a:lvl5pPr algn="l">
              <a:defRPr sz="1125" b="1">
                <a:solidFill>
                  <a:srgbClr val="0F172A"/>
                </a:solidFill>
              </a:defRPr>
            </a:lvl5pPr>
            <a:lvl6pPr algn="l">
              <a:defRPr sz="1125" b="1">
                <a:solidFill>
                  <a:srgbClr val="0F172A"/>
                </a:solidFill>
              </a:defRPr>
            </a:lvl6pPr>
            <a:lvl7pPr algn="l">
              <a:defRPr sz="1125" b="1">
                <a:solidFill>
                  <a:srgbClr val="0F172A"/>
                </a:solidFill>
              </a:defRPr>
            </a:lvl7pPr>
            <a:lvl8pPr algn="l">
              <a:defRPr sz="1125" b="1">
                <a:solidFill>
                  <a:srgbClr val="0F172A"/>
                </a:solidFill>
              </a:defRPr>
            </a:lvl8pPr>
            <a:lvl9pPr algn="l">
              <a:defRPr sz="1125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Trust visible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3D036A-739B-49EB-AC93-56555868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19500"/>
            <a:ext cx="350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B6475"/>
                </a:solidFill>
              </a:defRPr>
            </a:defPPr>
            <a:lvl1pPr algn="l">
              <a:defRPr sz="900" b="0">
                <a:solidFill>
                  <a:srgbClr val="5B6475"/>
                </a:solidFill>
              </a:defRPr>
            </a:lvl1pPr>
            <a:lvl2pPr algn="l">
              <a:defRPr sz="900" b="0">
                <a:solidFill>
                  <a:srgbClr val="5B6475"/>
                </a:solidFill>
              </a:defRPr>
            </a:lvl2pPr>
            <a:lvl3pPr algn="l">
              <a:defRPr sz="900" b="0">
                <a:solidFill>
                  <a:srgbClr val="5B6475"/>
                </a:solidFill>
              </a:defRPr>
            </a:lvl3pPr>
            <a:lvl4pPr algn="l">
              <a:defRPr sz="900" b="0">
                <a:solidFill>
                  <a:srgbClr val="5B6475"/>
                </a:solidFill>
              </a:defRPr>
            </a:lvl4pPr>
            <a:lvl5pPr algn="l">
              <a:defRPr sz="900" b="0">
                <a:solidFill>
                  <a:srgbClr val="5B6475"/>
                </a:solidFill>
              </a:defRPr>
            </a:lvl5pPr>
            <a:lvl6pPr algn="l">
              <a:defRPr sz="900" b="0">
                <a:solidFill>
                  <a:srgbClr val="5B6475"/>
                </a:solidFill>
              </a:defRPr>
            </a:lvl6pPr>
            <a:lvl7pPr algn="l">
              <a:defRPr sz="900" b="0">
                <a:solidFill>
                  <a:srgbClr val="5B6475"/>
                </a:solidFill>
              </a:defRPr>
            </a:lvl7pPr>
            <a:lvl8pPr algn="l">
              <a:defRPr sz="900" b="0">
                <a:solidFill>
                  <a:srgbClr val="5B6475"/>
                </a:solidFill>
              </a:defRPr>
            </a:lvl8pPr>
            <a:lvl9pPr algn="l">
              <a:defRPr sz="90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Privacy, AI disclosure, support, accessibility, billing and the medical boundary are discoverable.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AC5139-EB01-4590-85E9-5E5799FF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686300"/>
            <a:ext cx="39624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991FD1-67DB-4D5F-B929-3E1F4901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829175"/>
            <a:ext cx="57150" cy="1181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C9105B-2D1F-4730-BAE5-01FE16FD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19650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F172A"/>
                </a:solidFill>
              </a:defRPr>
            </a:defPPr>
            <a:lvl1pPr algn="l">
              <a:defRPr sz="1125" b="1">
                <a:solidFill>
                  <a:srgbClr val="0F172A"/>
                </a:solidFill>
              </a:defRPr>
            </a:lvl1pPr>
            <a:lvl2pPr algn="l">
              <a:defRPr sz="1125" b="1">
                <a:solidFill>
                  <a:srgbClr val="0F172A"/>
                </a:solidFill>
              </a:defRPr>
            </a:lvl2pPr>
            <a:lvl3pPr algn="l">
              <a:defRPr sz="1125" b="1">
                <a:solidFill>
                  <a:srgbClr val="0F172A"/>
                </a:solidFill>
              </a:defRPr>
            </a:lvl3pPr>
            <a:lvl4pPr algn="l">
              <a:defRPr sz="1125" b="1">
                <a:solidFill>
                  <a:srgbClr val="0F172A"/>
                </a:solidFill>
              </a:defRPr>
            </a:lvl4pPr>
            <a:lvl5pPr algn="l">
              <a:defRPr sz="1125" b="1">
                <a:solidFill>
                  <a:srgbClr val="0F172A"/>
                </a:solidFill>
              </a:defRPr>
            </a:lvl5pPr>
            <a:lvl6pPr algn="l">
              <a:defRPr sz="1125" b="1">
                <a:solidFill>
                  <a:srgbClr val="0F172A"/>
                </a:solidFill>
              </a:defRPr>
            </a:lvl6pPr>
            <a:lvl7pPr algn="l">
              <a:defRPr sz="1125" b="1">
                <a:solidFill>
                  <a:srgbClr val="0F172A"/>
                </a:solidFill>
              </a:defRPr>
            </a:lvl7pPr>
            <a:lvl8pPr algn="l">
              <a:defRPr sz="1125" b="1">
                <a:solidFill>
                  <a:srgbClr val="0F172A"/>
                </a:solidFill>
              </a:defRPr>
            </a:lvl8pPr>
            <a:lvl9pPr algn="l">
              <a:defRPr sz="1125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Fail closed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9ED455-7652-47A0-9623-E603EB61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24450"/>
            <a:ext cx="3505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B6475"/>
                </a:solidFill>
              </a:defRPr>
            </a:defPPr>
            <a:lvl1pPr algn="l">
              <a:defRPr sz="900" b="0">
                <a:solidFill>
                  <a:srgbClr val="5B6475"/>
                </a:solidFill>
              </a:defRPr>
            </a:lvl1pPr>
            <a:lvl2pPr algn="l">
              <a:defRPr sz="900" b="0">
                <a:solidFill>
                  <a:srgbClr val="5B6475"/>
                </a:solidFill>
              </a:defRPr>
            </a:lvl2pPr>
            <a:lvl3pPr algn="l">
              <a:defRPr sz="900" b="0">
                <a:solidFill>
                  <a:srgbClr val="5B6475"/>
                </a:solidFill>
              </a:defRPr>
            </a:lvl3pPr>
            <a:lvl4pPr algn="l">
              <a:defRPr sz="900" b="0">
                <a:solidFill>
                  <a:srgbClr val="5B6475"/>
                </a:solidFill>
              </a:defRPr>
            </a:lvl4pPr>
            <a:lvl5pPr algn="l">
              <a:defRPr sz="900" b="0">
                <a:solidFill>
                  <a:srgbClr val="5B6475"/>
                </a:solidFill>
              </a:defRPr>
            </a:lvl5pPr>
            <a:lvl6pPr algn="l">
              <a:defRPr sz="900" b="0">
                <a:solidFill>
                  <a:srgbClr val="5B6475"/>
                </a:solidFill>
              </a:defRPr>
            </a:lvl6pPr>
            <a:lvl7pPr algn="l">
              <a:defRPr sz="900" b="0">
                <a:solidFill>
                  <a:srgbClr val="5B6475"/>
                </a:solidFill>
              </a:defRPr>
            </a:lvl7pPr>
            <a:lvl8pPr algn="l">
              <a:defRPr sz="900" b="0">
                <a:solidFill>
                  <a:srgbClr val="5B6475"/>
                </a:solidFill>
              </a:defRPr>
            </a:lvl8pPr>
            <a:lvl9pPr algn="l">
              <a:defRPr sz="90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Sample data and unavailable integrations remain blocked until explicit production gates pass.</a:t>
            </a:r>
          </a:p>
        </p:txBody>
      </p:sp>
    </p:spTree>
    <p:extLst>
      <p:ext uri="{BB962C8B-B14F-4D97-AF65-F5344CB8AC3E}">
        <p14:creationId xmlns:p14="http://schemas.microsoft.com/office/powerpoint/2010/main" val="1058474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A6278D-6B65-45A6-A0B5-4098DF87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6D28D9"/>
                </a:solidFill>
              </a:defRPr>
            </a:defPPr>
            <a:lvl1pPr algn="l">
              <a:defRPr sz="825" b="1">
                <a:solidFill>
                  <a:srgbClr val="6D28D9"/>
                </a:solidFill>
              </a:defRPr>
            </a:lvl1pPr>
            <a:lvl2pPr algn="l">
              <a:defRPr sz="825" b="1">
                <a:solidFill>
                  <a:srgbClr val="6D28D9"/>
                </a:solidFill>
              </a:defRPr>
            </a:lvl2pPr>
            <a:lvl3pPr algn="l">
              <a:defRPr sz="825" b="1">
                <a:solidFill>
                  <a:srgbClr val="6D28D9"/>
                </a:solidFill>
              </a:defRPr>
            </a:lvl3pPr>
            <a:lvl4pPr algn="l">
              <a:defRPr sz="825" b="1">
                <a:solidFill>
                  <a:srgbClr val="6D28D9"/>
                </a:solidFill>
              </a:defRPr>
            </a:lvl4pPr>
            <a:lvl5pPr algn="l">
              <a:defRPr sz="825" b="1">
                <a:solidFill>
                  <a:srgbClr val="6D28D9"/>
                </a:solidFill>
              </a:defRPr>
            </a:lvl5pPr>
            <a:lvl6pPr algn="l">
              <a:defRPr sz="825" b="1">
                <a:solidFill>
                  <a:srgbClr val="6D28D9"/>
                </a:solidFill>
              </a:defRPr>
            </a:lvl6pPr>
            <a:lvl7pPr algn="l">
              <a:defRPr sz="825" b="1">
                <a:solidFill>
                  <a:srgbClr val="6D28D9"/>
                </a:solidFill>
              </a:defRPr>
            </a:lvl7pPr>
            <a:lvl8pPr algn="l">
              <a:defRPr sz="825" b="1">
                <a:solidFill>
                  <a:srgbClr val="6D28D9"/>
                </a:solidFill>
              </a:defRPr>
            </a:lvl8pPr>
            <a:lvl9pPr algn="l">
              <a:defRPr sz="825" b="1">
                <a:solidFill>
                  <a:srgbClr val="6D28D9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6D28D9"/>
                </a:solidFill>
              </a:defRPr>
            </a:pPr>
            <a:r>
              <a:rPr sz="825" b="1">
                <a:solidFill>
                  <a:srgbClr val="6D28D9"/>
                </a:solidFill>
              </a:rPr>
              <a:t>CORE JOURNEYS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9738F-58B3-4496-BD70-9420C283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0F172A"/>
                </a:solidFill>
              </a:defRPr>
            </a:defPPr>
            <a:lvl1pPr algn="l">
              <a:defRPr sz="2250" b="1">
                <a:solidFill>
                  <a:srgbClr val="0F172A"/>
                </a:solidFill>
              </a:defRPr>
            </a:lvl1pPr>
            <a:lvl2pPr algn="l">
              <a:defRPr sz="2250" b="1">
                <a:solidFill>
                  <a:srgbClr val="0F172A"/>
                </a:solidFill>
              </a:defRPr>
            </a:lvl2pPr>
            <a:lvl3pPr algn="l">
              <a:defRPr sz="2250" b="1">
                <a:solidFill>
                  <a:srgbClr val="0F172A"/>
                </a:solidFill>
              </a:defRPr>
            </a:lvl3pPr>
            <a:lvl4pPr algn="l">
              <a:defRPr sz="2250" b="1">
                <a:solidFill>
                  <a:srgbClr val="0F172A"/>
                </a:solidFill>
              </a:defRPr>
            </a:lvl4pPr>
            <a:lvl5pPr algn="l">
              <a:defRPr sz="2250" b="1">
                <a:solidFill>
                  <a:srgbClr val="0F172A"/>
                </a:solidFill>
              </a:defRPr>
            </a:lvl5pPr>
            <a:lvl6pPr algn="l">
              <a:defRPr sz="2250" b="1">
                <a:solidFill>
                  <a:srgbClr val="0F172A"/>
                </a:solidFill>
              </a:defRPr>
            </a:lvl6pPr>
            <a:lvl7pPr algn="l">
              <a:defRPr sz="2250" b="1">
                <a:solidFill>
                  <a:srgbClr val="0F172A"/>
                </a:solidFill>
              </a:defRPr>
            </a:lvl7pPr>
            <a:lvl8pPr algn="l">
              <a:defRPr sz="2250" b="1">
                <a:solidFill>
                  <a:srgbClr val="0F172A"/>
                </a:solidFill>
              </a:defRPr>
            </a:lvl8pPr>
            <a:lvl9pPr algn="l">
              <a:defRPr sz="22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Skin Match, Anti-aging, style and wardrobe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941B6-4F1F-4196-B425-0AB5B69D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B6475"/>
                </a:solidFill>
              </a:defRPr>
            </a:defPPr>
            <a:lvl1pPr algn="l">
              <a:defRPr sz="1050" b="0">
                <a:solidFill>
                  <a:srgbClr val="5B6475"/>
                </a:solidFill>
              </a:defRPr>
            </a:lvl1pPr>
            <a:lvl2pPr algn="l">
              <a:defRPr sz="1050" b="0">
                <a:solidFill>
                  <a:srgbClr val="5B6475"/>
                </a:solidFill>
              </a:defRPr>
            </a:lvl2pPr>
            <a:lvl3pPr algn="l">
              <a:defRPr sz="1050" b="0">
                <a:solidFill>
                  <a:srgbClr val="5B6475"/>
                </a:solidFill>
              </a:defRPr>
            </a:lvl3pPr>
            <a:lvl4pPr algn="l">
              <a:defRPr sz="1050" b="0">
                <a:solidFill>
                  <a:srgbClr val="5B6475"/>
                </a:solidFill>
              </a:defRPr>
            </a:lvl4pPr>
            <a:lvl5pPr algn="l">
              <a:defRPr sz="1050" b="0">
                <a:solidFill>
                  <a:srgbClr val="5B6475"/>
                </a:solidFill>
              </a:defRPr>
            </a:lvl5pPr>
            <a:lvl6pPr algn="l">
              <a:defRPr sz="1050" b="0">
                <a:solidFill>
                  <a:srgbClr val="5B6475"/>
                </a:solidFill>
              </a:defRPr>
            </a:lvl6pPr>
            <a:lvl7pPr algn="l">
              <a:defRPr sz="1050" b="0">
                <a:solidFill>
                  <a:srgbClr val="5B6475"/>
                </a:solidFill>
              </a:defRPr>
            </a:lvl7pPr>
            <a:lvl8pPr algn="l">
              <a:defRPr sz="1050" b="0">
                <a:solidFill>
                  <a:srgbClr val="5B6475"/>
                </a:solidFill>
              </a:defRPr>
            </a:lvl8pPr>
            <a:lvl9pPr algn="l">
              <a:defRPr sz="10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Each journey exposes structured input, explainable output and explicit save/export controls.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B67E48-22C8-425C-B6D9-FFD781F1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F"/>
          </a:solidFill>
          <a:ln xmlns:a="http://schemas.openxmlformats.org/drawingml/2006/main" w="0">
            <a:solidFill>
              <a:srgbClr val="EEE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7F7565-49FC-419E-AF4B-CFF46FB9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75" b="0">
                <a:solidFill>
                  <a:srgbClr val="7A8291"/>
                </a:solidFill>
              </a:defRPr>
            </a:defPPr>
            <a:lvl1pPr algn="l">
              <a:defRPr sz="675" b="0">
                <a:solidFill>
                  <a:srgbClr val="7A8291"/>
                </a:solidFill>
              </a:defRPr>
            </a:lvl1pPr>
            <a:lvl2pPr algn="l">
              <a:defRPr sz="675" b="0">
                <a:solidFill>
                  <a:srgbClr val="7A8291"/>
                </a:solidFill>
              </a:defRPr>
            </a:lvl2pPr>
            <a:lvl3pPr algn="l">
              <a:defRPr sz="675" b="0">
                <a:solidFill>
                  <a:srgbClr val="7A8291"/>
                </a:solidFill>
              </a:defRPr>
            </a:lvl3pPr>
            <a:lvl4pPr algn="l">
              <a:defRPr sz="675" b="0">
                <a:solidFill>
                  <a:srgbClr val="7A8291"/>
                </a:solidFill>
              </a:defRPr>
            </a:lvl4pPr>
            <a:lvl5pPr algn="l">
              <a:defRPr sz="675" b="0">
                <a:solidFill>
                  <a:srgbClr val="7A8291"/>
                </a:solidFill>
              </a:defRPr>
            </a:lvl5pPr>
            <a:lvl6pPr algn="l">
              <a:defRPr sz="675" b="0">
                <a:solidFill>
                  <a:srgbClr val="7A8291"/>
                </a:solidFill>
              </a:defRPr>
            </a:lvl6pPr>
            <a:lvl7pPr algn="l">
              <a:defRPr sz="675" b="0">
                <a:solidFill>
                  <a:srgbClr val="7A8291"/>
                </a:solidFill>
              </a:defRPr>
            </a:lvl7pPr>
            <a:lvl8pPr algn="l">
              <a:defRPr sz="675" b="0">
                <a:solidFill>
                  <a:srgbClr val="7A8291"/>
                </a:solidFill>
              </a:defRPr>
            </a:lvl8pPr>
            <a:lvl9pPr algn="l">
              <a:defRPr sz="675" b="0">
                <a:solidFill>
                  <a:srgbClr val="7A8291"/>
                </a:solidFill>
              </a:defRPr>
            </a:lvl9pPr>
          </a:lstStyle>
          <a:p xmlns:a="http://schemas.openxmlformats.org/drawingml/2006/main">
            <a:pPr algn="l">
              <a:defRPr sz="675" b="0">
                <a:solidFill>
                  <a:srgbClr val="7A8291"/>
                </a:solidFill>
              </a:defRPr>
            </a:pPr>
            <a:r>
              <a:rPr sz="675" b="0">
                <a:solidFill>
                  <a:srgbClr val="7A8291"/>
                </a:solidFill>
              </a:rPr>
              <a:t>MGT SKIN CARE · PRODUCT &amp; PRODUCTION BLUEPRINT · 25 OCT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C9167-4D3F-400A-AF99-D9282E43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1">
                <a:solidFill>
                  <a:srgbClr val="7A8291"/>
                </a:solidFill>
              </a:defRPr>
            </a:defPPr>
            <a:lvl1pPr algn="r">
              <a:defRPr sz="750" b="1">
                <a:solidFill>
                  <a:srgbClr val="7A8291"/>
                </a:solidFill>
              </a:defRPr>
            </a:lvl1pPr>
            <a:lvl2pPr algn="r">
              <a:defRPr sz="750" b="1">
                <a:solidFill>
                  <a:srgbClr val="7A8291"/>
                </a:solidFill>
              </a:defRPr>
            </a:lvl2pPr>
            <a:lvl3pPr algn="r">
              <a:defRPr sz="750" b="1">
                <a:solidFill>
                  <a:srgbClr val="7A8291"/>
                </a:solidFill>
              </a:defRPr>
            </a:lvl3pPr>
            <a:lvl4pPr algn="r">
              <a:defRPr sz="750" b="1">
                <a:solidFill>
                  <a:srgbClr val="7A8291"/>
                </a:solidFill>
              </a:defRPr>
            </a:lvl4pPr>
            <a:lvl5pPr algn="r">
              <a:defRPr sz="750" b="1">
                <a:solidFill>
                  <a:srgbClr val="7A8291"/>
                </a:solidFill>
              </a:defRPr>
            </a:lvl5pPr>
            <a:lvl6pPr algn="r">
              <a:defRPr sz="750" b="1">
                <a:solidFill>
                  <a:srgbClr val="7A8291"/>
                </a:solidFill>
              </a:defRPr>
            </a:lvl6pPr>
            <a:lvl7pPr algn="r">
              <a:defRPr sz="750" b="1">
                <a:solidFill>
                  <a:srgbClr val="7A8291"/>
                </a:solidFill>
              </a:defRPr>
            </a:lvl7pPr>
            <a:lvl8pPr algn="r">
              <a:defRPr sz="750" b="1">
                <a:solidFill>
                  <a:srgbClr val="7A8291"/>
                </a:solidFill>
              </a:defRPr>
            </a:lvl8pPr>
            <a:lvl9pPr algn="r">
              <a:defRPr sz="750" b="1">
                <a:solidFill>
                  <a:srgbClr val="7A8291"/>
                </a:solidFill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7A8291"/>
                </a:solidFill>
              </a:defRPr>
            </a:pPr>
            <a:r>
              <a:rPr sz="750" b="1">
                <a:solidFill>
                  <a:srgbClr val="7A8291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EA271-D171-45CF-80B5-74279C88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628775"/>
            <a:ext cx="3429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E2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EE7595-FBC2-4BC2-A070-C53F95CF83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c545eacf8145b3"/>
          <a:srcRect xmlns:a="http://schemas.openxmlformats.org/drawingml/2006/main" l="0" t="0" r="0" b="50000"/>
          <a:stretch xmlns:a="http://schemas.openxmlformats.org/drawingml/2006/main"/>
        </p:blipFill>
        <p:spPr>
          <a:xfrm xmlns:a="http://schemas.openxmlformats.org/drawingml/2006/main">
            <a:off x="533400" y="1676400"/>
            <a:ext cx="3333750" cy="200025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3F7F0C-2D8B-4440-9F5C-01D48AF2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28775"/>
            <a:ext cx="3429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E2"/>
            </a:solidFill>
            <a:prstDash val="solid"/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A39814-057D-4C88-A6DF-4A8CE7E125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9915fbea744e0b"/>
          <a:srcRect xmlns:a="http://schemas.openxmlformats.org/drawingml/2006/main" l="0" t="0" r="0" b="75000"/>
          <a:stretch xmlns:a="http://schemas.openxmlformats.org/drawingml/2006/main"/>
        </p:blipFill>
        <p:spPr>
          <a:xfrm xmlns:a="http://schemas.openxmlformats.org/drawingml/2006/main">
            <a:off x="4095750" y="1676400"/>
            <a:ext cx="3333750" cy="200025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E849F-DE3B-4F3F-8983-0F6C9C35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628775"/>
            <a:ext cx="4095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E2"/>
            </a:solidFill>
            <a:prstDash val="solid"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399CFD-3682-43C1-8CDD-C2C54EBB2B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9c0151458a4d9f"/>
          <a:srcRect xmlns:a="http://schemas.openxmlformats.org/drawingml/2006/main" l="0" t="0" r="0" b="45000"/>
          <a:stretch xmlns:a="http://schemas.openxmlformats.org/drawingml/2006/main"/>
        </p:blipFill>
        <p:spPr>
          <a:xfrm xmlns:a="http://schemas.openxmlformats.org/drawingml/2006/main">
            <a:off x="7658100" y="1676400"/>
            <a:ext cx="4000500" cy="200025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A4CF58-D93C-42D3-A783-98A035BF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9550"/>
            <a:ext cx="3333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F58897-7290-40D0-8740-11330C38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162425"/>
            <a:ext cx="5715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CC3AAD-BED6-45DD-BE83-47B9E9E1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F172A"/>
                </a:solidFill>
              </a:defRPr>
            </a:defPPr>
            <a:lvl1pPr algn="l">
              <a:defRPr sz="1125" b="1">
                <a:solidFill>
                  <a:srgbClr val="0F172A"/>
                </a:solidFill>
              </a:defRPr>
            </a:lvl1pPr>
            <a:lvl2pPr algn="l">
              <a:defRPr sz="1125" b="1">
                <a:solidFill>
                  <a:srgbClr val="0F172A"/>
                </a:solidFill>
              </a:defRPr>
            </a:lvl2pPr>
            <a:lvl3pPr algn="l">
              <a:defRPr sz="1125" b="1">
                <a:solidFill>
                  <a:srgbClr val="0F172A"/>
                </a:solidFill>
              </a:defRPr>
            </a:lvl3pPr>
            <a:lvl4pPr algn="l">
              <a:defRPr sz="1125" b="1">
                <a:solidFill>
                  <a:srgbClr val="0F172A"/>
                </a:solidFill>
              </a:defRPr>
            </a:lvl4pPr>
            <a:lvl5pPr algn="l">
              <a:defRPr sz="1125" b="1">
                <a:solidFill>
                  <a:srgbClr val="0F172A"/>
                </a:solidFill>
              </a:defRPr>
            </a:lvl5pPr>
            <a:lvl6pPr algn="l">
              <a:defRPr sz="1125" b="1">
                <a:solidFill>
                  <a:srgbClr val="0F172A"/>
                </a:solidFill>
              </a:defRPr>
            </a:lvl6pPr>
            <a:lvl7pPr algn="l">
              <a:defRPr sz="1125" b="1">
                <a:solidFill>
                  <a:srgbClr val="0F172A"/>
                </a:solidFill>
              </a:defRPr>
            </a:lvl7pPr>
            <a:lvl8pPr algn="l">
              <a:defRPr sz="1125" b="1">
                <a:solidFill>
                  <a:srgbClr val="0F172A"/>
                </a:solidFill>
              </a:defRPr>
            </a:lvl8pPr>
            <a:lvl9pPr algn="l">
              <a:defRPr sz="1125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Skin Match → routine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1991F3-6DED-4D7B-BBB7-679C46FB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28765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B6475"/>
                </a:solidFill>
              </a:defRPr>
            </a:defPPr>
            <a:lvl1pPr algn="l">
              <a:defRPr sz="900" b="0">
                <a:solidFill>
                  <a:srgbClr val="5B6475"/>
                </a:solidFill>
              </a:defRPr>
            </a:lvl1pPr>
            <a:lvl2pPr algn="l">
              <a:defRPr sz="900" b="0">
                <a:solidFill>
                  <a:srgbClr val="5B6475"/>
                </a:solidFill>
              </a:defRPr>
            </a:lvl2pPr>
            <a:lvl3pPr algn="l">
              <a:defRPr sz="900" b="0">
                <a:solidFill>
                  <a:srgbClr val="5B6475"/>
                </a:solidFill>
              </a:defRPr>
            </a:lvl3pPr>
            <a:lvl4pPr algn="l">
              <a:defRPr sz="900" b="0">
                <a:solidFill>
                  <a:srgbClr val="5B6475"/>
                </a:solidFill>
              </a:defRPr>
            </a:lvl4pPr>
            <a:lvl5pPr algn="l">
              <a:defRPr sz="900" b="0">
                <a:solidFill>
                  <a:srgbClr val="5B6475"/>
                </a:solidFill>
              </a:defRPr>
            </a:lvl5pPr>
            <a:lvl6pPr algn="l">
              <a:defRPr sz="900" b="0">
                <a:solidFill>
                  <a:srgbClr val="5B6475"/>
                </a:solidFill>
              </a:defRPr>
            </a:lvl6pPr>
            <a:lvl7pPr algn="l">
              <a:defRPr sz="900" b="0">
                <a:solidFill>
                  <a:srgbClr val="5B6475"/>
                </a:solidFill>
              </a:defRPr>
            </a:lvl7pPr>
            <a:lvl8pPr algn="l">
              <a:defRPr sz="900" b="0">
                <a:solidFill>
                  <a:srgbClr val="5B6475"/>
                </a:solidFill>
              </a:defRPr>
            </a:lvl8pPr>
            <a:lvl9pPr algn="l">
              <a:defRPr sz="90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Validate profile; apply avoidances and sensitivity; score approved candidates; assemble AM/PM slots; explain why; persist version and provenance.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FB4C2E-790D-41BF-AD99-BD1865C5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19550"/>
            <a:ext cx="3333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5D1D31-6C5B-4F5B-8391-094FCB6B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62425"/>
            <a:ext cx="5715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E769EF-FE2C-494E-B2D7-6ED0C905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529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F172A"/>
                </a:solidFill>
              </a:defRPr>
            </a:defPPr>
            <a:lvl1pPr algn="l">
              <a:defRPr sz="1125" b="1">
                <a:solidFill>
                  <a:srgbClr val="0F172A"/>
                </a:solidFill>
              </a:defRPr>
            </a:lvl1pPr>
            <a:lvl2pPr algn="l">
              <a:defRPr sz="1125" b="1">
                <a:solidFill>
                  <a:srgbClr val="0F172A"/>
                </a:solidFill>
              </a:defRPr>
            </a:lvl2pPr>
            <a:lvl3pPr algn="l">
              <a:defRPr sz="1125" b="1">
                <a:solidFill>
                  <a:srgbClr val="0F172A"/>
                </a:solidFill>
              </a:defRPr>
            </a:lvl3pPr>
            <a:lvl4pPr algn="l">
              <a:defRPr sz="1125" b="1">
                <a:solidFill>
                  <a:srgbClr val="0F172A"/>
                </a:solidFill>
              </a:defRPr>
            </a:lvl4pPr>
            <a:lvl5pPr algn="l">
              <a:defRPr sz="1125" b="1">
                <a:solidFill>
                  <a:srgbClr val="0F172A"/>
                </a:solidFill>
              </a:defRPr>
            </a:lvl5pPr>
            <a:lvl6pPr algn="l">
              <a:defRPr sz="1125" b="1">
                <a:solidFill>
                  <a:srgbClr val="0F172A"/>
                </a:solidFill>
              </a:defRPr>
            </a:lvl6pPr>
            <a:lvl7pPr algn="l">
              <a:defRPr sz="1125" b="1">
                <a:solidFill>
                  <a:srgbClr val="0F172A"/>
                </a:solidFill>
              </a:defRPr>
            </a:lvl7pPr>
            <a:lvl8pPr algn="l">
              <a:defRPr sz="1125" b="1">
                <a:solidFill>
                  <a:srgbClr val="0F172A"/>
                </a:solidFill>
              </a:defRPr>
            </a:lvl8pPr>
            <a:lvl9pPr algn="l">
              <a:defRPr sz="1125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Anti-aging boundary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DA078E-5698-4E9B-87C2-5F87D9A9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57700"/>
            <a:ext cx="28765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B6475"/>
                </a:solidFill>
              </a:defRPr>
            </a:defPPr>
            <a:lvl1pPr algn="l">
              <a:defRPr sz="900" b="0">
                <a:solidFill>
                  <a:srgbClr val="5B6475"/>
                </a:solidFill>
              </a:defRPr>
            </a:lvl1pPr>
            <a:lvl2pPr algn="l">
              <a:defRPr sz="900" b="0">
                <a:solidFill>
                  <a:srgbClr val="5B6475"/>
                </a:solidFill>
              </a:defRPr>
            </a:lvl2pPr>
            <a:lvl3pPr algn="l">
              <a:defRPr sz="900" b="0">
                <a:solidFill>
                  <a:srgbClr val="5B6475"/>
                </a:solidFill>
              </a:defRPr>
            </a:lvl3pPr>
            <a:lvl4pPr algn="l">
              <a:defRPr sz="900" b="0">
                <a:solidFill>
                  <a:srgbClr val="5B6475"/>
                </a:solidFill>
              </a:defRPr>
            </a:lvl4pPr>
            <a:lvl5pPr algn="l">
              <a:defRPr sz="900" b="0">
                <a:solidFill>
                  <a:srgbClr val="5B6475"/>
                </a:solidFill>
              </a:defRPr>
            </a:lvl5pPr>
            <a:lvl6pPr algn="l">
              <a:defRPr sz="900" b="0">
                <a:solidFill>
                  <a:srgbClr val="5B6475"/>
                </a:solidFill>
              </a:defRPr>
            </a:lvl6pPr>
            <a:lvl7pPr algn="l">
              <a:defRPr sz="900" b="0">
                <a:solidFill>
                  <a:srgbClr val="5B6475"/>
                </a:solidFill>
              </a:defRPr>
            </a:lvl7pPr>
            <a:lvl8pPr algn="l">
              <a:defRPr sz="900" b="0">
                <a:solidFill>
                  <a:srgbClr val="5B6475"/>
                </a:solidFill>
              </a:defRPr>
            </a:lvl8pPr>
            <a:lvl9pPr algn="l">
              <a:defRPr sz="90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Reviewed ingredients/products/treatments/providers, routine preview, progress and reminders. Current first-load data integration remains a release gate.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E27177-3A5B-4CAB-BDFB-839C0E82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19550"/>
            <a:ext cx="4000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A51B6C-CD03-4FF8-8C9C-1DEC706A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162425"/>
            <a:ext cx="5715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812E35-7815-4DED-AD17-A568FF3F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52900"/>
            <a:ext cx="354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F172A"/>
                </a:solidFill>
              </a:defRPr>
            </a:defPPr>
            <a:lvl1pPr algn="l">
              <a:defRPr sz="1125" b="1">
                <a:solidFill>
                  <a:srgbClr val="0F172A"/>
                </a:solidFill>
              </a:defRPr>
            </a:lvl1pPr>
            <a:lvl2pPr algn="l">
              <a:defRPr sz="1125" b="1">
                <a:solidFill>
                  <a:srgbClr val="0F172A"/>
                </a:solidFill>
              </a:defRPr>
            </a:lvl2pPr>
            <a:lvl3pPr algn="l">
              <a:defRPr sz="1125" b="1">
                <a:solidFill>
                  <a:srgbClr val="0F172A"/>
                </a:solidFill>
              </a:defRPr>
            </a:lvl3pPr>
            <a:lvl4pPr algn="l">
              <a:defRPr sz="1125" b="1">
                <a:solidFill>
                  <a:srgbClr val="0F172A"/>
                </a:solidFill>
              </a:defRPr>
            </a:lvl4pPr>
            <a:lvl5pPr algn="l">
              <a:defRPr sz="1125" b="1">
                <a:solidFill>
                  <a:srgbClr val="0F172A"/>
                </a:solidFill>
              </a:defRPr>
            </a:lvl5pPr>
            <a:lvl6pPr algn="l">
              <a:defRPr sz="1125" b="1">
                <a:solidFill>
                  <a:srgbClr val="0F172A"/>
                </a:solidFill>
              </a:defRPr>
            </a:lvl6pPr>
            <a:lvl7pPr algn="l">
              <a:defRPr sz="1125" b="1">
                <a:solidFill>
                  <a:srgbClr val="0F172A"/>
                </a:solidFill>
              </a:defRPr>
            </a:lvl7pPr>
            <a:lvl8pPr algn="l">
              <a:defRPr sz="1125" b="1">
                <a:solidFill>
                  <a:srgbClr val="0F172A"/>
                </a:solidFill>
              </a:defRPr>
            </a:lvl8pPr>
            <a:lvl9pPr algn="l">
              <a:defRPr sz="1125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Color + wardrobe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F159FA-5FF8-4E96-B9AE-7F42F9B0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57700"/>
            <a:ext cx="35433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B6475"/>
                </a:solidFill>
              </a:defRPr>
            </a:defPPr>
            <a:lvl1pPr algn="l">
              <a:defRPr sz="900" b="0">
                <a:solidFill>
                  <a:srgbClr val="5B6475"/>
                </a:solidFill>
              </a:defRPr>
            </a:lvl1pPr>
            <a:lvl2pPr algn="l">
              <a:defRPr sz="900" b="0">
                <a:solidFill>
                  <a:srgbClr val="5B6475"/>
                </a:solidFill>
              </a:defRPr>
            </a:lvl2pPr>
            <a:lvl3pPr algn="l">
              <a:defRPr sz="900" b="0">
                <a:solidFill>
                  <a:srgbClr val="5B6475"/>
                </a:solidFill>
              </a:defRPr>
            </a:lvl3pPr>
            <a:lvl4pPr algn="l">
              <a:defRPr sz="900" b="0">
                <a:solidFill>
                  <a:srgbClr val="5B6475"/>
                </a:solidFill>
              </a:defRPr>
            </a:lvl4pPr>
            <a:lvl5pPr algn="l">
              <a:defRPr sz="900" b="0">
                <a:solidFill>
                  <a:srgbClr val="5B6475"/>
                </a:solidFill>
              </a:defRPr>
            </a:lvl5pPr>
            <a:lvl6pPr algn="l">
              <a:defRPr sz="900" b="0">
                <a:solidFill>
                  <a:srgbClr val="5B6475"/>
                </a:solidFill>
              </a:defRPr>
            </a:lvl6pPr>
            <a:lvl7pPr algn="l">
              <a:defRPr sz="900" b="0">
                <a:solidFill>
                  <a:srgbClr val="5B6475"/>
                </a:solidFill>
              </a:defRPr>
            </a:lvl7pPr>
            <a:lvl8pPr algn="l">
              <a:defRPr sz="900" b="0">
                <a:solidFill>
                  <a:srgbClr val="5B6475"/>
                </a:solidFill>
              </a:defRPr>
            </a:lvl8pPr>
            <a:lvl9pPr algn="l">
              <a:defRPr sz="90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User-confirmed appearance and comfort inputs produce a palette, explanation and exactly three practical outfit ideas—without protected-trait inference.</a:t>
            </a:r>
          </a:p>
        </p:txBody>
      </p:sp>
    </p:spTree>
    <p:extLst>
      <p:ext uri="{BB962C8B-B14F-4D97-AF65-F5344CB8AC3E}">
        <p14:creationId xmlns:p14="http://schemas.microsoft.com/office/powerpoint/2010/main" val="221838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9CC3AB-DC5F-4BDA-8235-2344F362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6D28D9"/>
                </a:solidFill>
              </a:defRPr>
            </a:defPPr>
            <a:lvl1pPr algn="l">
              <a:defRPr sz="825" b="1">
                <a:solidFill>
                  <a:srgbClr val="6D28D9"/>
                </a:solidFill>
              </a:defRPr>
            </a:lvl1pPr>
            <a:lvl2pPr algn="l">
              <a:defRPr sz="825" b="1">
                <a:solidFill>
                  <a:srgbClr val="6D28D9"/>
                </a:solidFill>
              </a:defRPr>
            </a:lvl2pPr>
            <a:lvl3pPr algn="l">
              <a:defRPr sz="825" b="1">
                <a:solidFill>
                  <a:srgbClr val="6D28D9"/>
                </a:solidFill>
              </a:defRPr>
            </a:lvl3pPr>
            <a:lvl4pPr algn="l">
              <a:defRPr sz="825" b="1">
                <a:solidFill>
                  <a:srgbClr val="6D28D9"/>
                </a:solidFill>
              </a:defRPr>
            </a:lvl4pPr>
            <a:lvl5pPr algn="l">
              <a:defRPr sz="825" b="1">
                <a:solidFill>
                  <a:srgbClr val="6D28D9"/>
                </a:solidFill>
              </a:defRPr>
            </a:lvl5pPr>
            <a:lvl6pPr algn="l">
              <a:defRPr sz="825" b="1">
                <a:solidFill>
                  <a:srgbClr val="6D28D9"/>
                </a:solidFill>
              </a:defRPr>
            </a:lvl6pPr>
            <a:lvl7pPr algn="l">
              <a:defRPr sz="825" b="1">
                <a:solidFill>
                  <a:srgbClr val="6D28D9"/>
                </a:solidFill>
              </a:defRPr>
            </a:lvl7pPr>
            <a:lvl8pPr algn="l">
              <a:defRPr sz="825" b="1">
                <a:solidFill>
                  <a:srgbClr val="6D28D9"/>
                </a:solidFill>
              </a:defRPr>
            </a:lvl8pPr>
            <a:lvl9pPr algn="l">
              <a:defRPr sz="825" b="1">
                <a:solidFill>
                  <a:srgbClr val="6D28D9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6D28D9"/>
                </a:solidFill>
              </a:defRPr>
            </a:pPr>
            <a:r>
              <a:rPr sz="825" b="1">
                <a:solidFill>
                  <a:srgbClr val="6D28D9"/>
                </a:solidFill>
              </a:rPr>
              <a:t>CONNECTED PORTAL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5FF2B1-BA22-4DC5-B62E-EC18B19D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0F172A"/>
                </a:solidFill>
              </a:defRPr>
            </a:defPPr>
            <a:lvl1pPr algn="l">
              <a:defRPr sz="2250" b="1">
                <a:solidFill>
                  <a:srgbClr val="0F172A"/>
                </a:solidFill>
              </a:defRPr>
            </a:lvl1pPr>
            <a:lvl2pPr algn="l">
              <a:defRPr sz="2250" b="1">
                <a:solidFill>
                  <a:srgbClr val="0F172A"/>
                </a:solidFill>
              </a:defRPr>
            </a:lvl2pPr>
            <a:lvl3pPr algn="l">
              <a:defRPr sz="2250" b="1">
                <a:solidFill>
                  <a:srgbClr val="0F172A"/>
                </a:solidFill>
              </a:defRPr>
            </a:lvl3pPr>
            <a:lvl4pPr algn="l">
              <a:defRPr sz="2250" b="1">
                <a:solidFill>
                  <a:srgbClr val="0F172A"/>
                </a:solidFill>
              </a:defRPr>
            </a:lvl4pPr>
            <a:lvl5pPr algn="l">
              <a:defRPr sz="2250" b="1">
                <a:solidFill>
                  <a:srgbClr val="0F172A"/>
                </a:solidFill>
              </a:defRPr>
            </a:lvl5pPr>
            <a:lvl6pPr algn="l">
              <a:defRPr sz="2250" b="1">
                <a:solidFill>
                  <a:srgbClr val="0F172A"/>
                </a:solidFill>
              </a:defRPr>
            </a:lvl6pPr>
            <a:lvl7pPr algn="l">
              <a:defRPr sz="2250" b="1">
                <a:solidFill>
                  <a:srgbClr val="0F172A"/>
                </a:solidFill>
              </a:defRPr>
            </a:lvl7pPr>
            <a:lvl8pPr algn="l">
              <a:defRPr sz="2250" b="1">
                <a:solidFill>
                  <a:srgbClr val="0F172A"/>
                </a:solidFill>
              </a:defRPr>
            </a:lvl8pPr>
            <a:lvl9pPr algn="l">
              <a:defRPr sz="22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Retail, account, images and operator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F01A5-5266-4CA0-9AD8-343CCB05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B6475"/>
                </a:solidFill>
              </a:defRPr>
            </a:defPPr>
            <a:lvl1pPr algn="l">
              <a:defRPr sz="1050" b="0">
                <a:solidFill>
                  <a:srgbClr val="5B6475"/>
                </a:solidFill>
              </a:defRPr>
            </a:lvl1pPr>
            <a:lvl2pPr algn="l">
              <a:defRPr sz="1050" b="0">
                <a:solidFill>
                  <a:srgbClr val="5B6475"/>
                </a:solidFill>
              </a:defRPr>
            </a:lvl2pPr>
            <a:lvl3pPr algn="l">
              <a:defRPr sz="1050" b="0">
                <a:solidFill>
                  <a:srgbClr val="5B6475"/>
                </a:solidFill>
              </a:defRPr>
            </a:lvl3pPr>
            <a:lvl4pPr algn="l">
              <a:defRPr sz="1050" b="0">
                <a:solidFill>
                  <a:srgbClr val="5B6475"/>
                </a:solidFill>
              </a:defRPr>
            </a:lvl4pPr>
            <a:lvl5pPr algn="l">
              <a:defRPr sz="1050" b="0">
                <a:solidFill>
                  <a:srgbClr val="5B6475"/>
                </a:solidFill>
              </a:defRPr>
            </a:lvl5pPr>
            <a:lvl6pPr algn="l">
              <a:defRPr sz="1050" b="0">
                <a:solidFill>
                  <a:srgbClr val="5B6475"/>
                </a:solidFill>
              </a:defRPr>
            </a:lvl6pPr>
            <a:lvl7pPr algn="l">
              <a:defRPr sz="1050" b="0">
                <a:solidFill>
                  <a:srgbClr val="5B6475"/>
                </a:solidFill>
              </a:defRPr>
            </a:lvl7pPr>
            <a:lvl8pPr algn="l">
              <a:defRPr sz="1050" b="0">
                <a:solidFill>
                  <a:srgbClr val="5B6475"/>
                </a:solidFill>
              </a:defRPr>
            </a:lvl8pPr>
            <a:lvl9pPr algn="l">
              <a:defRPr sz="10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Retail stays external-commerce-only; personal data remains actor-scoped and consent-led.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8ADE4-150A-4C8E-8A50-F3B7938D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F"/>
          </a:solidFill>
          <a:ln xmlns:a="http://schemas.openxmlformats.org/drawingml/2006/main" w="0">
            <a:solidFill>
              <a:srgbClr val="EEE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86EDC8-47EB-4CED-A7CE-5E59FAD4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75" b="0">
                <a:solidFill>
                  <a:srgbClr val="7A8291"/>
                </a:solidFill>
              </a:defRPr>
            </a:defPPr>
            <a:lvl1pPr algn="l">
              <a:defRPr sz="675" b="0">
                <a:solidFill>
                  <a:srgbClr val="7A8291"/>
                </a:solidFill>
              </a:defRPr>
            </a:lvl1pPr>
            <a:lvl2pPr algn="l">
              <a:defRPr sz="675" b="0">
                <a:solidFill>
                  <a:srgbClr val="7A8291"/>
                </a:solidFill>
              </a:defRPr>
            </a:lvl2pPr>
            <a:lvl3pPr algn="l">
              <a:defRPr sz="675" b="0">
                <a:solidFill>
                  <a:srgbClr val="7A8291"/>
                </a:solidFill>
              </a:defRPr>
            </a:lvl3pPr>
            <a:lvl4pPr algn="l">
              <a:defRPr sz="675" b="0">
                <a:solidFill>
                  <a:srgbClr val="7A8291"/>
                </a:solidFill>
              </a:defRPr>
            </a:lvl4pPr>
            <a:lvl5pPr algn="l">
              <a:defRPr sz="675" b="0">
                <a:solidFill>
                  <a:srgbClr val="7A8291"/>
                </a:solidFill>
              </a:defRPr>
            </a:lvl5pPr>
            <a:lvl6pPr algn="l">
              <a:defRPr sz="675" b="0">
                <a:solidFill>
                  <a:srgbClr val="7A8291"/>
                </a:solidFill>
              </a:defRPr>
            </a:lvl6pPr>
            <a:lvl7pPr algn="l">
              <a:defRPr sz="675" b="0">
                <a:solidFill>
                  <a:srgbClr val="7A8291"/>
                </a:solidFill>
              </a:defRPr>
            </a:lvl7pPr>
            <a:lvl8pPr algn="l">
              <a:defRPr sz="675" b="0">
                <a:solidFill>
                  <a:srgbClr val="7A8291"/>
                </a:solidFill>
              </a:defRPr>
            </a:lvl8pPr>
            <a:lvl9pPr algn="l">
              <a:defRPr sz="675" b="0">
                <a:solidFill>
                  <a:srgbClr val="7A8291"/>
                </a:solidFill>
              </a:defRPr>
            </a:lvl9pPr>
          </a:lstStyle>
          <a:p xmlns:a="http://schemas.openxmlformats.org/drawingml/2006/main">
            <a:pPr algn="l">
              <a:defRPr sz="675" b="0">
                <a:solidFill>
                  <a:srgbClr val="7A8291"/>
                </a:solidFill>
              </a:defRPr>
            </a:pPr>
            <a:r>
              <a:rPr sz="675" b="0">
                <a:solidFill>
                  <a:srgbClr val="7A8291"/>
                </a:solidFill>
              </a:rPr>
              <a:t>MGT SKIN CARE · PRODUCT &amp; PRODUCTION BLUEPRINT · 25 OCT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040A51-DF54-4E4F-856A-36119E79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1">
                <a:solidFill>
                  <a:srgbClr val="7A8291"/>
                </a:solidFill>
              </a:defRPr>
            </a:defPPr>
            <a:lvl1pPr algn="r">
              <a:defRPr sz="750" b="1">
                <a:solidFill>
                  <a:srgbClr val="7A8291"/>
                </a:solidFill>
              </a:defRPr>
            </a:lvl1pPr>
            <a:lvl2pPr algn="r">
              <a:defRPr sz="750" b="1">
                <a:solidFill>
                  <a:srgbClr val="7A8291"/>
                </a:solidFill>
              </a:defRPr>
            </a:lvl2pPr>
            <a:lvl3pPr algn="r">
              <a:defRPr sz="750" b="1">
                <a:solidFill>
                  <a:srgbClr val="7A8291"/>
                </a:solidFill>
              </a:defRPr>
            </a:lvl3pPr>
            <a:lvl4pPr algn="r">
              <a:defRPr sz="750" b="1">
                <a:solidFill>
                  <a:srgbClr val="7A8291"/>
                </a:solidFill>
              </a:defRPr>
            </a:lvl4pPr>
            <a:lvl5pPr algn="r">
              <a:defRPr sz="750" b="1">
                <a:solidFill>
                  <a:srgbClr val="7A8291"/>
                </a:solidFill>
              </a:defRPr>
            </a:lvl5pPr>
            <a:lvl6pPr algn="r">
              <a:defRPr sz="750" b="1">
                <a:solidFill>
                  <a:srgbClr val="7A8291"/>
                </a:solidFill>
              </a:defRPr>
            </a:lvl6pPr>
            <a:lvl7pPr algn="r">
              <a:defRPr sz="750" b="1">
                <a:solidFill>
                  <a:srgbClr val="7A8291"/>
                </a:solidFill>
              </a:defRPr>
            </a:lvl7pPr>
            <a:lvl8pPr algn="r">
              <a:defRPr sz="750" b="1">
                <a:solidFill>
                  <a:srgbClr val="7A8291"/>
                </a:solidFill>
              </a:defRPr>
            </a:lvl8pPr>
            <a:lvl9pPr algn="r">
              <a:defRPr sz="750" b="1">
                <a:solidFill>
                  <a:srgbClr val="7A8291"/>
                </a:solidFill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7A8291"/>
                </a:solidFill>
              </a:defRPr>
            </a:pPr>
            <a:r>
              <a:rPr sz="750" b="1">
                <a:solidFill>
                  <a:srgbClr val="7A8291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66BFB-E90A-4BFD-8D42-DFE9DDCD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628775"/>
            <a:ext cx="35052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E2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DC4470-8862-4052-BA71-E0B2BFD3BA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f3378ec3ab4b6c"/>
          <a:srcRect xmlns:a="http://schemas.openxmlformats.org/drawingml/2006/main" l="0" t="0" r="0" b="70000"/>
          <a:stretch xmlns:a="http://schemas.openxmlformats.org/drawingml/2006/main"/>
        </p:blipFill>
        <p:spPr>
          <a:xfrm xmlns:a="http://schemas.openxmlformats.org/drawingml/2006/main">
            <a:off x="533400" y="1676400"/>
            <a:ext cx="3409950" cy="2381250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A4B7E3-8BF4-4DE6-A8D3-EFE9FDF4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628775"/>
            <a:ext cx="35052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E2"/>
            </a:solidFill>
            <a:prstDash val="solid"/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E133B8-B6C3-472B-8575-D623287E59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d9a4727f6145d5"/>
          <a:srcRect xmlns:a="http://schemas.openxmlformats.org/drawingml/2006/main" l="0" t="0" r="0" b="55000"/>
          <a:stretch xmlns:a="http://schemas.openxmlformats.org/drawingml/2006/main"/>
        </p:blipFill>
        <p:spPr>
          <a:xfrm xmlns:a="http://schemas.openxmlformats.org/drawingml/2006/main">
            <a:off x="4171950" y="1676400"/>
            <a:ext cx="3409950" cy="2381250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27B737-CC10-42E4-8A6E-21E921B8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628775"/>
            <a:ext cx="39433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E2"/>
            </a:solidFill>
            <a:prstDash val="solid"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B51D36-5368-455C-ABD5-EAFA5D2CFC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cc1faadb3c41f1"/>
          <a:srcRect xmlns:a="http://schemas.openxmlformats.org/drawingml/2006/main" l="0" t="0" r="0" b="68000"/>
          <a:stretch xmlns:a="http://schemas.openxmlformats.org/drawingml/2006/main"/>
        </p:blipFill>
        <p:spPr>
          <a:xfrm xmlns:a="http://schemas.openxmlformats.org/drawingml/2006/main">
            <a:off x="7810500" y="1676400"/>
            <a:ext cx="3848100" cy="2381250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5CEE60-B688-426C-B40E-173E2270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2450"/>
            <a:ext cx="34099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E35D53-AA4F-467B-B403-A9D4FB72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505325"/>
            <a:ext cx="57150" cy="1219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F530C6-C9D3-4742-B042-792F02BB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F172A"/>
                </a:solidFill>
              </a:defRPr>
            </a:defPPr>
            <a:lvl1pPr algn="l">
              <a:defRPr sz="1125" b="1">
                <a:solidFill>
                  <a:srgbClr val="0F172A"/>
                </a:solidFill>
              </a:defRPr>
            </a:lvl1pPr>
            <a:lvl2pPr algn="l">
              <a:defRPr sz="1125" b="1">
                <a:solidFill>
                  <a:srgbClr val="0F172A"/>
                </a:solidFill>
              </a:defRPr>
            </a:lvl2pPr>
            <a:lvl3pPr algn="l">
              <a:defRPr sz="1125" b="1">
                <a:solidFill>
                  <a:srgbClr val="0F172A"/>
                </a:solidFill>
              </a:defRPr>
            </a:lvl3pPr>
            <a:lvl4pPr algn="l">
              <a:defRPr sz="1125" b="1">
                <a:solidFill>
                  <a:srgbClr val="0F172A"/>
                </a:solidFill>
              </a:defRPr>
            </a:lvl4pPr>
            <a:lvl5pPr algn="l">
              <a:defRPr sz="1125" b="1">
                <a:solidFill>
                  <a:srgbClr val="0F172A"/>
                </a:solidFill>
              </a:defRPr>
            </a:lvl5pPr>
            <a:lvl6pPr algn="l">
              <a:defRPr sz="1125" b="1">
                <a:solidFill>
                  <a:srgbClr val="0F172A"/>
                </a:solidFill>
              </a:defRPr>
            </a:lvl6pPr>
            <a:lvl7pPr algn="l">
              <a:defRPr sz="1125" b="1">
                <a:solidFill>
                  <a:srgbClr val="0F172A"/>
                </a:solidFill>
              </a:defRPr>
            </a:lvl7pPr>
            <a:lvl8pPr algn="l">
              <a:defRPr sz="1125" b="1">
                <a:solidFill>
                  <a:srgbClr val="0F172A"/>
                </a:solidFill>
              </a:defRPr>
            </a:lvl8pPr>
            <a:lvl9pPr algn="l">
              <a:defRPr sz="1125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Retail Edit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B07D60-FFC0-4AA2-9350-6A36A9D3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00600"/>
            <a:ext cx="2952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B6475"/>
                </a:solidFill>
              </a:defRPr>
            </a:defPPr>
            <a:lvl1pPr algn="l">
              <a:defRPr sz="900" b="0">
                <a:solidFill>
                  <a:srgbClr val="5B6475"/>
                </a:solidFill>
              </a:defRPr>
            </a:lvl1pPr>
            <a:lvl2pPr algn="l">
              <a:defRPr sz="900" b="0">
                <a:solidFill>
                  <a:srgbClr val="5B6475"/>
                </a:solidFill>
              </a:defRPr>
            </a:lvl2pPr>
            <a:lvl3pPr algn="l">
              <a:defRPr sz="900" b="0">
                <a:solidFill>
                  <a:srgbClr val="5B6475"/>
                </a:solidFill>
              </a:defRPr>
            </a:lvl3pPr>
            <a:lvl4pPr algn="l">
              <a:defRPr sz="900" b="0">
                <a:solidFill>
                  <a:srgbClr val="5B6475"/>
                </a:solidFill>
              </a:defRPr>
            </a:lvl4pPr>
            <a:lvl5pPr algn="l">
              <a:defRPr sz="900" b="0">
                <a:solidFill>
                  <a:srgbClr val="5B6475"/>
                </a:solidFill>
              </a:defRPr>
            </a:lvl5pPr>
            <a:lvl6pPr algn="l">
              <a:defRPr sz="900" b="0">
                <a:solidFill>
                  <a:srgbClr val="5B6475"/>
                </a:solidFill>
              </a:defRPr>
            </a:lvl6pPr>
            <a:lvl7pPr algn="l">
              <a:defRPr sz="900" b="0">
                <a:solidFill>
                  <a:srgbClr val="5B6475"/>
                </a:solidFill>
              </a:defRPr>
            </a:lvl7pPr>
            <a:lvl8pPr algn="l">
              <a:defRPr sz="900" b="0">
                <a:solidFill>
                  <a:srgbClr val="5B6475"/>
                </a:solidFill>
              </a:defRPr>
            </a:lvl8pPr>
            <a:lvl9pPr algn="l">
              <a:defRPr sz="90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Allowlisted merchants, region/category filters, disclosure, saved retailers and outbound-link audit. MGT does not process product orders.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87897B-E830-49A5-8EDF-21182FA5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62450"/>
            <a:ext cx="34099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0EF7E3-E8BD-4066-A6DA-27C46DBC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505325"/>
            <a:ext cx="57150" cy="1219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78"/>
          </a:solidFill>
          <a:ln xmlns:a="http://schemas.openxmlformats.org/drawingml/2006/main" w="0">
            <a:solidFill>
              <a:srgbClr val="0F9D7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C792E5-65BD-417C-BE16-5ECCFC5F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958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F172A"/>
                </a:solidFill>
              </a:defRPr>
            </a:defPPr>
            <a:lvl1pPr algn="l">
              <a:defRPr sz="1125" b="1">
                <a:solidFill>
                  <a:srgbClr val="0F172A"/>
                </a:solidFill>
              </a:defRPr>
            </a:lvl1pPr>
            <a:lvl2pPr algn="l">
              <a:defRPr sz="1125" b="1">
                <a:solidFill>
                  <a:srgbClr val="0F172A"/>
                </a:solidFill>
              </a:defRPr>
            </a:lvl2pPr>
            <a:lvl3pPr algn="l">
              <a:defRPr sz="1125" b="1">
                <a:solidFill>
                  <a:srgbClr val="0F172A"/>
                </a:solidFill>
              </a:defRPr>
            </a:lvl3pPr>
            <a:lvl4pPr algn="l">
              <a:defRPr sz="1125" b="1">
                <a:solidFill>
                  <a:srgbClr val="0F172A"/>
                </a:solidFill>
              </a:defRPr>
            </a:lvl4pPr>
            <a:lvl5pPr algn="l">
              <a:defRPr sz="1125" b="1">
                <a:solidFill>
                  <a:srgbClr val="0F172A"/>
                </a:solidFill>
              </a:defRPr>
            </a:lvl5pPr>
            <a:lvl6pPr algn="l">
              <a:defRPr sz="1125" b="1">
                <a:solidFill>
                  <a:srgbClr val="0F172A"/>
                </a:solidFill>
              </a:defRPr>
            </a:lvl6pPr>
            <a:lvl7pPr algn="l">
              <a:defRPr sz="1125" b="1">
                <a:solidFill>
                  <a:srgbClr val="0F172A"/>
                </a:solidFill>
              </a:defRPr>
            </a:lvl7pPr>
            <a:lvl8pPr algn="l">
              <a:defRPr sz="1125" b="1">
                <a:solidFill>
                  <a:srgbClr val="0F172A"/>
                </a:solidFill>
              </a:defRPr>
            </a:lvl8pPr>
            <a:lvl9pPr algn="l">
              <a:defRPr sz="1125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Account + images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020D5C-0C74-422E-82B0-8F5F4912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00600"/>
            <a:ext cx="2952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B6475"/>
                </a:solidFill>
              </a:defRPr>
            </a:defPPr>
            <a:lvl1pPr algn="l">
              <a:defRPr sz="900" b="0">
                <a:solidFill>
                  <a:srgbClr val="5B6475"/>
                </a:solidFill>
              </a:defRPr>
            </a:lvl1pPr>
            <a:lvl2pPr algn="l">
              <a:defRPr sz="900" b="0">
                <a:solidFill>
                  <a:srgbClr val="5B6475"/>
                </a:solidFill>
              </a:defRPr>
            </a:lvl2pPr>
            <a:lvl3pPr algn="l">
              <a:defRPr sz="900" b="0">
                <a:solidFill>
                  <a:srgbClr val="5B6475"/>
                </a:solidFill>
              </a:defRPr>
            </a:lvl3pPr>
            <a:lvl4pPr algn="l">
              <a:defRPr sz="900" b="0">
                <a:solidFill>
                  <a:srgbClr val="5B6475"/>
                </a:solidFill>
              </a:defRPr>
            </a:lvl4pPr>
            <a:lvl5pPr algn="l">
              <a:defRPr sz="900" b="0">
                <a:solidFill>
                  <a:srgbClr val="5B6475"/>
                </a:solidFill>
              </a:defRPr>
            </a:lvl5pPr>
            <a:lvl6pPr algn="l">
              <a:defRPr sz="900" b="0">
                <a:solidFill>
                  <a:srgbClr val="5B6475"/>
                </a:solidFill>
              </a:defRPr>
            </a:lvl6pPr>
            <a:lvl7pPr algn="l">
              <a:defRPr sz="900" b="0">
                <a:solidFill>
                  <a:srgbClr val="5B6475"/>
                </a:solidFill>
              </a:defRPr>
            </a:lvl7pPr>
            <a:lvl8pPr algn="l">
              <a:defRPr sz="900" b="0">
                <a:solidFill>
                  <a:srgbClr val="5B6475"/>
                </a:solidFill>
              </a:defRPr>
            </a:lvl8pPr>
            <a:lvl9pPr algn="l">
              <a:defRPr sz="90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Communication/accessibility/storage defaults; explicit upload consent; derivative images; metadata stripping; export and deletion.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962685-302F-45F1-97B9-DBD594C8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8481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39113A-EC05-493E-B947-3372524F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05325"/>
            <a:ext cx="57150" cy="1219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BE90B9-FF09-4E35-8151-C9068668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958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F172A"/>
                </a:solidFill>
              </a:defRPr>
            </a:defPPr>
            <a:lvl1pPr algn="l">
              <a:defRPr sz="1125" b="1">
                <a:solidFill>
                  <a:srgbClr val="0F172A"/>
                </a:solidFill>
              </a:defRPr>
            </a:lvl1pPr>
            <a:lvl2pPr algn="l">
              <a:defRPr sz="1125" b="1">
                <a:solidFill>
                  <a:srgbClr val="0F172A"/>
                </a:solidFill>
              </a:defRPr>
            </a:lvl2pPr>
            <a:lvl3pPr algn="l">
              <a:defRPr sz="1125" b="1">
                <a:solidFill>
                  <a:srgbClr val="0F172A"/>
                </a:solidFill>
              </a:defRPr>
            </a:lvl3pPr>
            <a:lvl4pPr algn="l">
              <a:defRPr sz="1125" b="1">
                <a:solidFill>
                  <a:srgbClr val="0F172A"/>
                </a:solidFill>
              </a:defRPr>
            </a:lvl4pPr>
            <a:lvl5pPr algn="l">
              <a:defRPr sz="1125" b="1">
                <a:solidFill>
                  <a:srgbClr val="0F172A"/>
                </a:solidFill>
              </a:defRPr>
            </a:lvl5pPr>
            <a:lvl6pPr algn="l">
              <a:defRPr sz="1125" b="1">
                <a:solidFill>
                  <a:srgbClr val="0F172A"/>
                </a:solidFill>
              </a:defRPr>
            </a:lvl6pPr>
            <a:lvl7pPr algn="l">
              <a:defRPr sz="1125" b="1">
                <a:solidFill>
                  <a:srgbClr val="0F172A"/>
                </a:solidFill>
              </a:defRPr>
            </a:lvl7pPr>
            <a:lvl8pPr algn="l">
              <a:defRPr sz="1125" b="1">
                <a:solidFill>
                  <a:srgbClr val="0F172A"/>
                </a:solidFill>
              </a:defRPr>
            </a:lvl8pPr>
            <a:lvl9pPr algn="l">
              <a:defRPr sz="1125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Operator console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D47B5A-BCE0-4C40-82F1-38A196ED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00600"/>
            <a:ext cx="33909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B6475"/>
                </a:solidFill>
              </a:defRPr>
            </a:defPPr>
            <a:lvl1pPr algn="l">
              <a:defRPr sz="900" b="0">
                <a:solidFill>
                  <a:srgbClr val="5B6475"/>
                </a:solidFill>
              </a:defRPr>
            </a:lvl1pPr>
            <a:lvl2pPr algn="l">
              <a:defRPr sz="900" b="0">
                <a:solidFill>
                  <a:srgbClr val="5B6475"/>
                </a:solidFill>
              </a:defRPr>
            </a:lvl2pPr>
            <a:lvl3pPr algn="l">
              <a:defRPr sz="900" b="0">
                <a:solidFill>
                  <a:srgbClr val="5B6475"/>
                </a:solidFill>
              </a:defRPr>
            </a:lvl3pPr>
            <a:lvl4pPr algn="l">
              <a:defRPr sz="900" b="0">
                <a:solidFill>
                  <a:srgbClr val="5B6475"/>
                </a:solidFill>
              </a:defRPr>
            </a:lvl4pPr>
            <a:lvl5pPr algn="l">
              <a:defRPr sz="900" b="0">
                <a:solidFill>
                  <a:srgbClr val="5B6475"/>
                </a:solidFill>
              </a:defRPr>
            </a:lvl5pPr>
            <a:lvl6pPr algn="l">
              <a:defRPr sz="900" b="0">
                <a:solidFill>
                  <a:srgbClr val="5B6475"/>
                </a:solidFill>
              </a:defRPr>
            </a:lvl6pPr>
            <a:lvl7pPr algn="l">
              <a:defRPr sz="900" b="0">
                <a:solidFill>
                  <a:srgbClr val="5B6475"/>
                </a:solidFill>
              </a:defRPr>
            </a:lvl7pPr>
            <a:lvl8pPr algn="l">
              <a:defRPr sz="900" b="0">
                <a:solidFill>
                  <a:srgbClr val="5B6475"/>
                </a:solidFill>
              </a:defRPr>
            </a:lvl8pPr>
            <a:lvl9pPr algn="l">
              <a:defRPr sz="90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RBAC for catalog, knowledge, AI quality/budget, readiness, support and audit—with approval separation.</a:t>
            </a:r>
          </a:p>
        </p:txBody>
      </p:sp>
    </p:spTree>
    <p:extLst>
      <p:ext uri="{BB962C8B-B14F-4D97-AF65-F5344CB8AC3E}">
        <p14:creationId xmlns:p14="http://schemas.microsoft.com/office/powerpoint/2010/main" val="15973615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79372A-510B-43CE-8226-D11363BA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6D28D9"/>
                </a:solidFill>
              </a:defRPr>
            </a:defPPr>
            <a:lvl1pPr algn="l">
              <a:defRPr sz="825" b="1">
                <a:solidFill>
                  <a:srgbClr val="6D28D9"/>
                </a:solidFill>
              </a:defRPr>
            </a:lvl1pPr>
            <a:lvl2pPr algn="l">
              <a:defRPr sz="825" b="1">
                <a:solidFill>
                  <a:srgbClr val="6D28D9"/>
                </a:solidFill>
              </a:defRPr>
            </a:lvl2pPr>
            <a:lvl3pPr algn="l">
              <a:defRPr sz="825" b="1">
                <a:solidFill>
                  <a:srgbClr val="6D28D9"/>
                </a:solidFill>
              </a:defRPr>
            </a:lvl3pPr>
            <a:lvl4pPr algn="l">
              <a:defRPr sz="825" b="1">
                <a:solidFill>
                  <a:srgbClr val="6D28D9"/>
                </a:solidFill>
              </a:defRPr>
            </a:lvl4pPr>
            <a:lvl5pPr algn="l">
              <a:defRPr sz="825" b="1">
                <a:solidFill>
                  <a:srgbClr val="6D28D9"/>
                </a:solidFill>
              </a:defRPr>
            </a:lvl5pPr>
            <a:lvl6pPr algn="l">
              <a:defRPr sz="825" b="1">
                <a:solidFill>
                  <a:srgbClr val="6D28D9"/>
                </a:solidFill>
              </a:defRPr>
            </a:lvl6pPr>
            <a:lvl7pPr algn="l">
              <a:defRPr sz="825" b="1">
                <a:solidFill>
                  <a:srgbClr val="6D28D9"/>
                </a:solidFill>
              </a:defRPr>
            </a:lvl7pPr>
            <a:lvl8pPr algn="l">
              <a:defRPr sz="825" b="1">
                <a:solidFill>
                  <a:srgbClr val="6D28D9"/>
                </a:solidFill>
              </a:defRPr>
            </a:lvl8pPr>
            <a:lvl9pPr algn="l">
              <a:defRPr sz="825" b="1">
                <a:solidFill>
                  <a:srgbClr val="6D28D9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6D28D9"/>
                </a:solidFill>
              </a:defRPr>
            </a:pPr>
            <a:r>
              <a:rPr sz="825" b="1">
                <a:solidFill>
                  <a:srgbClr val="6D28D9"/>
                </a:solidFill>
              </a:rPr>
              <a:t>ENGINE DYNAMICS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95DC9-F5E9-4564-987A-9EBED6E8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0F172A"/>
                </a:solidFill>
              </a:defRPr>
            </a:defPPr>
            <a:lvl1pPr algn="l">
              <a:defRPr sz="2250" b="1">
                <a:solidFill>
                  <a:srgbClr val="0F172A"/>
                </a:solidFill>
              </a:defRPr>
            </a:lvl1pPr>
            <a:lvl2pPr algn="l">
              <a:defRPr sz="2250" b="1">
                <a:solidFill>
                  <a:srgbClr val="0F172A"/>
                </a:solidFill>
              </a:defRPr>
            </a:lvl2pPr>
            <a:lvl3pPr algn="l">
              <a:defRPr sz="2250" b="1">
                <a:solidFill>
                  <a:srgbClr val="0F172A"/>
                </a:solidFill>
              </a:defRPr>
            </a:lvl3pPr>
            <a:lvl4pPr algn="l">
              <a:defRPr sz="2250" b="1">
                <a:solidFill>
                  <a:srgbClr val="0F172A"/>
                </a:solidFill>
              </a:defRPr>
            </a:lvl4pPr>
            <a:lvl5pPr algn="l">
              <a:defRPr sz="2250" b="1">
                <a:solidFill>
                  <a:srgbClr val="0F172A"/>
                </a:solidFill>
              </a:defRPr>
            </a:lvl5pPr>
            <a:lvl6pPr algn="l">
              <a:defRPr sz="2250" b="1">
                <a:solidFill>
                  <a:srgbClr val="0F172A"/>
                </a:solidFill>
              </a:defRPr>
            </a:lvl6pPr>
            <a:lvl7pPr algn="l">
              <a:defRPr sz="2250" b="1">
                <a:solidFill>
                  <a:srgbClr val="0F172A"/>
                </a:solidFill>
              </a:defRPr>
            </a:lvl7pPr>
            <a:lvl8pPr algn="l">
              <a:defRPr sz="2250" b="1">
                <a:solidFill>
                  <a:srgbClr val="0F172A"/>
                </a:solidFill>
              </a:defRPr>
            </a:lvl8pPr>
            <a:lvl9pPr algn="l">
              <a:defRPr sz="22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Deterministic first; AI second; evidence always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9E80BD-E777-4CDC-A7D0-60117B70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B6475"/>
                </a:solidFill>
              </a:defRPr>
            </a:defPPr>
            <a:lvl1pPr algn="l">
              <a:defRPr sz="1050" b="0">
                <a:solidFill>
                  <a:srgbClr val="5B6475"/>
                </a:solidFill>
              </a:defRPr>
            </a:lvl1pPr>
            <a:lvl2pPr algn="l">
              <a:defRPr sz="1050" b="0">
                <a:solidFill>
                  <a:srgbClr val="5B6475"/>
                </a:solidFill>
              </a:defRPr>
            </a:lvl2pPr>
            <a:lvl3pPr algn="l">
              <a:defRPr sz="1050" b="0">
                <a:solidFill>
                  <a:srgbClr val="5B6475"/>
                </a:solidFill>
              </a:defRPr>
            </a:lvl3pPr>
            <a:lvl4pPr algn="l">
              <a:defRPr sz="1050" b="0">
                <a:solidFill>
                  <a:srgbClr val="5B6475"/>
                </a:solidFill>
              </a:defRPr>
            </a:lvl4pPr>
            <a:lvl5pPr algn="l">
              <a:defRPr sz="1050" b="0">
                <a:solidFill>
                  <a:srgbClr val="5B6475"/>
                </a:solidFill>
              </a:defRPr>
            </a:lvl5pPr>
            <a:lvl6pPr algn="l">
              <a:defRPr sz="1050" b="0">
                <a:solidFill>
                  <a:srgbClr val="5B6475"/>
                </a:solidFill>
              </a:defRPr>
            </a:lvl6pPr>
            <a:lvl7pPr algn="l">
              <a:defRPr sz="1050" b="0">
                <a:solidFill>
                  <a:srgbClr val="5B6475"/>
                </a:solidFill>
              </a:defRPr>
            </a:lvl7pPr>
            <a:lvl8pPr algn="l">
              <a:defRPr sz="1050" b="0">
                <a:solidFill>
                  <a:srgbClr val="5B6475"/>
                </a:solidFill>
              </a:defRPr>
            </a:lvl8pPr>
            <a:lvl9pPr algn="l">
              <a:defRPr sz="10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Generative text cannot override policy, scoring, catalog state or entitlement.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D9CFF-D860-4832-9712-6A79D952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F"/>
          </a:solidFill>
          <a:ln xmlns:a="http://schemas.openxmlformats.org/drawingml/2006/main" w="0">
            <a:solidFill>
              <a:srgbClr val="EEE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C7292-1359-4FA3-A434-A39D2121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75" b="0">
                <a:solidFill>
                  <a:srgbClr val="7A8291"/>
                </a:solidFill>
              </a:defRPr>
            </a:defPPr>
            <a:lvl1pPr algn="l">
              <a:defRPr sz="675" b="0">
                <a:solidFill>
                  <a:srgbClr val="7A8291"/>
                </a:solidFill>
              </a:defRPr>
            </a:lvl1pPr>
            <a:lvl2pPr algn="l">
              <a:defRPr sz="675" b="0">
                <a:solidFill>
                  <a:srgbClr val="7A8291"/>
                </a:solidFill>
              </a:defRPr>
            </a:lvl2pPr>
            <a:lvl3pPr algn="l">
              <a:defRPr sz="675" b="0">
                <a:solidFill>
                  <a:srgbClr val="7A8291"/>
                </a:solidFill>
              </a:defRPr>
            </a:lvl3pPr>
            <a:lvl4pPr algn="l">
              <a:defRPr sz="675" b="0">
                <a:solidFill>
                  <a:srgbClr val="7A8291"/>
                </a:solidFill>
              </a:defRPr>
            </a:lvl4pPr>
            <a:lvl5pPr algn="l">
              <a:defRPr sz="675" b="0">
                <a:solidFill>
                  <a:srgbClr val="7A8291"/>
                </a:solidFill>
              </a:defRPr>
            </a:lvl5pPr>
            <a:lvl6pPr algn="l">
              <a:defRPr sz="675" b="0">
                <a:solidFill>
                  <a:srgbClr val="7A8291"/>
                </a:solidFill>
              </a:defRPr>
            </a:lvl6pPr>
            <a:lvl7pPr algn="l">
              <a:defRPr sz="675" b="0">
                <a:solidFill>
                  <a:srgbClr val="7A8291"/>
                </a:solidFill>
              </a:defRPr>
            </a:lvl7pPr>
            <a:lvl8pPr algn="l">
              <a:defRPr sz="675" b="0">
                <a:solidFill>
                  <a:srgbClr val="7A8291"/>
                </a:solidFill>
              </a:defRPr>
            </a:lvl8pPr>
            <a:lvl9pPr algn="l">
              <a:defRPr sz="675" b="0">
                <a:solidFill>
                  <a:srgbClr val="7A8291"/>
                </a:solidFill>
              </a:defRPr>
            </a:lvl9pPr>
          </a:lstStyle>
          <a:p xmlns:a="http://schemas.openxmlformats.org/drawingml/2006/main">
            <a:pPr algn="l">
              <a:defRPr sz="675" b="0">
                <a:solidFill>
                  <a:srgbClr val="7A8291"/>
                </a:solidFill>
              </a:defRPr>
            </a:pPr>
            <a:r>
              <a:rPr sz="675" b="0">
                <a:solidFill>
                  <a:srgbClr val="7A8291"/>
                </a:solidFill>
              </a:rPr>
              <a:t>MGT SKIN CARE · PRODUCT &amp; PRODUCTION BLUEPRINT · 25 OCT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9505B1-BAEA-423E-AC12-EAE18689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1">
                <a:solidFill>
                  <a:srgbClr val="7A8291"/>
                </a:solidFill>
              </a:defRPr>
            </a:defPPr>
            <a:lvl1pPr algn="r">
              <a:defRPr sz="750" b="1">
                <a:solidFill>
                  <a:srgbClr val="7A8291"/>
                </a:solidFill>
              </a:defRPr>
            </a:lvl1pPr>
            <a:lvl2pPr algn="r">
              <a:defRPr sz="750" b="1">
                <a:solidFill>
                  <a:srgbClr val="7A8291"/>
                </a:solidFill>
              </a:defRPr>
            </a:lvl2pPr>
            <a:lvl3pPr algn="r">
              <a:defRPr sz="750" b="1">
                <a:solidFill>
                  <a:srgbClr val="7A8291"/>
                </a:solidFill>
              </a:defRPr>
            </a:lvl3pPr>
            <a:lvl4pPr algn="r">
              <a:defRPr sz="750" b="1">
                <a:solidFill>
                  <a:srgbClr val="7A8291"/>
                </a:solidFill>
              </a:defRPr>
            </a:lvl4pPr>
            <a:lvl5pPr algn="r">
              <a:defRPr sz="750" b="1">
                <a:solidFill>
                  <a:srgbClr val="7A8291"/>
                </a:solidFill>
              </a:defRPr>
            </a:lvl5pPr>
            <a:lvl6pPr algn="r">
              <a:defRPr sz="750" b="1">
                <a:solidFill>
                  <a:srgbClr val="7A8291"/>
                </a:solidFill>
              </a:defRPr>
            </a:lvl6pPr>
            <a:lvl7pPr algn="r">
              <a:defRPr sz="750" b="1">
                <a:solidFill>
                  <a:srgbClr val="7A8291"/>
                </a:solidFill>
              </a:defRPr>
            </a:lvl7pPr>
            <a:lvl8pPr algn="r">
              <a:defRPr sz="750" b="1">
                <a:solidFill>
                  <a:srgbClr val="7A8291"/>
                </a:solidFill>
              </a:defRPr>
            </a:lvl8pPr>
            <a:lvl9pPr algn="r">
              <a:defRPr sz="750" b="1">
                <a:solidFill>
                  <a:srgbClr val="7A8291"/>
                </a:solidFill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7A8291"/>
                </a:solidFill>
              </a:defRPr>
            </a:pPr>
            <a:r>
              <a:rPr sz="750" b="1">
                <a:solidFill>
                  <a:srgbClr val="7A8291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8652F1-31D5-42D9-A172-901BEBF5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1714500" cy="22098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1730B7-ABC6-41EB-80C3-F4BEBE77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85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E2DE5F-8D82-442F-8B9C-81A0EDEE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6D28D9"/>
                </a:solidFill>
              </a:defRPr>
            </a:defPPr>
            <a:lvl1pPr algn="l">
              <a:defRPr sz="825" b="1">
                <a:solidFill>
                  <a:srgbClr val="6D28D9"/>
                </a:solidFill>
              </a:defRPr>
            </a:lvl1pPr>
            <a:lvl2pPr algn="l">
              <a:defRPr sz="825" b="1">
                <a:solidFill>
                  <a:srgbClr val="6D28D9"/>
                </a:solidFill>
              </a:defRPr>
            </a:lvl2pPr>
            <a:lvl3pPr algn="l">
              <a:defRPr sz="825" b="1">
                <a:solidFill>
                  <a:srgbClr val="6D28D9"/>
                </a:solidFill>
              </a:defRPr>
            </a:lvl3pPr>
            <a:lvl4pPr algn="l">
              <a:defRPr sz="825" b="1">
                <a:solidFill>
                  <a:srgbClr val="6D28D9"/>
                </a:solidFill>
              </a:defRPr>
            </a:lvl4pPr>
            <a:lvl5pPr algn="l">
              <a:defRPr sz="825" b="1">
                <a:solidFill>
                  <a:srgbClr val="6D28D9"/>
                </a:solidFill>
              </a:defRPr>
            </a:lvl5pPr>
            <a:lvl6pPr algn="l">
              <a:defRPr sz="825" b="1">
                <a:solidFill>
                  <a:srgbClr val="6D28D9"/>
                </a:solidFill>
              </a:defRPr>
            </a:lvl6pPr>
            <a:lvl7pPr algn="l">
              <a:defRPr sz="825" b="1">
                <a:solidFill>
                  <a:srgbClr val="6D28D9"/>
                </a:solidFill>
              </a:defRPr>
            </a:lvl7pPr>
            <a:lvl8pPr algn="l">
              <a:defRPr sz="825" b="1">
                <a:solidFill>
                  <a:srgbClr val="6D28D9"/>
                </a:solidFill>
              </a:defRPr>
            </a:lvl8pPr>
            <a:lvl9pPr algn="l">
              <a:defRPr sz="825" b="1">
                <a:solidFill>
                  <a:srgbClr val="6D28D9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6D28D9"/>
                </a:solidFill>
              </a:defRPr>
            </a:pPr>
            <a:r>
              <a:rPr sz="825" b="1">
                <a:solidFill>
                  <a:srgbClr val="6D28D9"/>
                </a:solidFill>
              </a:rPr>
              <a:t>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90D064-497C-471D-916C-35A0F301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409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F172A"/>
                </a:solidFill>
              </a:defRPr>
            </a:defPPr>
            <a:lvl1pPr algn="l">
              <a:defRPr sz="1125" b="1">
                <a:solidFill>
                  <a:srgbClr val="0F172A"/>
                </a:solidFill>
              </a:defRPr>
            </a:lvl1pPr>
            <a:lvl2pPr algn="l">
              <a:defRPr sz="1125" b="1">
                <a:solidFill>
                  <a:srgbClr val="0F172A"/>
                </a:solidFill>
              </a:defRPr>
            </a:lvl2pPr>
            <a:lvl3pPr algn="l">
              <a:defRPr sz="1125" b="1">
                <a:solidFill>
                  <a:srgbClr val="0F172A"/>
                </a:solidFill>
              </a:defRPr>
            </a:lvl3pPr>
            <a:lvl4pPr algn="l">
              <a:defRPr sz="1125" b="1">
                <a:solidFill>
                  <a:srgbClr val="0F172A"/>
                </a:solidFill>
              </a:defRPr>
            </a:lvl4pPr>
            <a:lvl5pPr algn="l">
              <a:defRPr sz="1125" b="1">
                <a:solidFill>
                  <a:srgbClr val="0F172A"/>
                </a:solidFill>
              </a:defRPr>
            </a:lvl5pPr>
            <a:lvl6pPr algn="l">
              <a:defRPr sz="1125" b="1">
                <a:solidFill>
                  <a:srgbClr val="0F172A"/>
                </a:solidFill>
              </a:defRPr>
            </a:lvl6pPr>
            <a:lvl7pPr algn="l">
              <a:defRPr sz="1125" b="1">
                <a:solidFill>
                  <a:srgbClr val="0F172A"/>
                </a:solidFill>
              </a:defRPr>
            </a:lvl7pPr>
            <a:lvl8pPr algn="l">
              <a:defRPr sz="1125" b="1">
                <a:solidFill>
                  <a:srgbClr val="0F172A"/>
                </a:solidFill>
              </a:defRPr>
            </a:lvl8pPr>
            <a:lvl9pPr algn="l">
              <a:defRPr sz="1125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profile · consent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BA2E19-8F15-4AAC-9371-253E68FD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241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6D28D9"/>
                </a:solidFill>
              </a:defRPr>
            </a:defPPr>
            <a:lvl1pPr algn="ctr">
              <a:defRPr sz="1800" b="1">
                <a:solidFill>
                  <a:srgbClr val="6D28D9"/>
                </a:solidFill>
              </a:defRPr>
            </a:lvl1pPr>
            <a:lvl2pPr algn="ctr">
              <a:defRPr sz="1800" b="1">
                <a:solidFill>
                  <a:srgbClr val="6D28D9"/>
                </a:solidFill>
              </a:defRPr>
            </a:lvl2pPr>
            <a:lvl3pPr algn="ctr">
              <a:defRPr sz="1800" b="1">
                <a:solidFill>
                  <a:srgbClr val="6D28D9"/>
                </a:solidFill>
              </a:defRPr>
            </a:lvl3pPr>
            <a:lvl4pPr algn="ctr">
              <a:defRPr sz="1800" b="1">
                <a:solidFill>
                  <a:srgbClr val="6D28D9"/>
                </a:solidFill>
              </a:defRPr>
            </a:lvl4pPr>
            <a:lvl5pPr algn="ctr">
              <a:defRPr sz="1800" b="1">
                <a:solidFill>
                  <a:srgbClr val="6D28D9"/>
                </a:solidFill>
              </a:defRPr>
            </a:lvl5pPr>
            <a:lvl6pPr algn="ctr">
              <a:defRPr sz="1800" b="1">
                <a:solidFill>
                  <a:srgbClr val="6D28D9"/>
                </a:solidFill>
              </a:defRPr>
            </a:lvl6pPr>
            <a:lvl7pPr algn="ctr">
              <a:defRPr sz="1800" b="1">
                <a:solidFill>
                  <a:srgbClr val="6D28D9"/>
                </a:solidFill>
              </a:defRPr>
            </a:lvl7pPr>
            <a:lvl8pPr algn="ctr">
              <a:defRPr sz="1800" b="1">
                <a:solidFill>
                  <a:srgbClr val="6D28D9"/>
                </a:solidFill>
              </a:defRPr>
            </a:lvl8pPr>
            <a:lvl9pPr algn="ctr">
              <a:defRPr sz="1800" b="1">
                <a:solidFill>
                  <a:srgbClr val="6D28D9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6D28D9"/>
                </a:solidFill>
              </a:defRPr>
            </a:pPr>
            <a:r>
              <a:rPr sz="1800" b="1">
                <a:solidFill>
                  <a:srgbClr val="6D28D9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092D97-794A-4F7E-A7A4-0274F911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85950"/>
            <a:ext cx="1714500" cy="22098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BE967E-583B-47ED-A1E9-C7CB6834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038350"/>
            <a:ext cx="285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C7FA71-6A9E-415B-8C16-1F3613AC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383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2563EB"/>
                </a:solidFill>
              </a:defRPr>
            </a:defPPr>
            <a:lvl1pPr algn="l">
              <a:defRPr sz="825" b="1">
                <a:solidFill>
                  <a:srgbClr val="2563EB"/>
                </a:solidFill>
              </a:defRPr>
            </a:lvl1pPr>
            <a:lvl2pPr algn="l">
              <a:defRPr sz="825" b="1">
                <a:solidFill>
                  <a:srgbClr val="2563EB"/>
                </a:solidFill>
              </a:defRPr>
            </a:lvl2pPr>
            <a:lvl3pPr algn="l">
              <a:defRPr sz="825" b="1">
                <a:solidFill>
                  <a:srgbClr val="2563EB"/>
                </a:solidFill>
              </a:defRPr>
            </a:lvl3pPr>
            <a:lvl4pPr algn="l">
              <a:defRPr sz="825" b="1">
                <a:solidFill>
                  <a:srgbClr val="2563EB"/>
                </a:solidFill>
              </a:defRPr>
            </a:lvl4pPr>
            <a:lvl5pPr algn="l">
              <a:defRPr sz="825" b="1">
                <a:solidFill>
                  <a:srgbClr val="2563EB"/>
                </a:solidFill>
              </a:defRPr>
            </a:lvl5pPr>
            <a:lvl6pPr algn="l">
              <a:defRPr sz="825" b="1">
                <a:solidFill>
                  <a:srgbClr val="2563EB"/>
                </a:solidFill>
              </a:defRPr>
            </a:lvl6pPr>
            <a:lvl7pPr algn="l">
              <a:defRPr sz="825" b="1">
                <a:solidFill>
                  <a:srgbClr val="2563EB"/>
                </a:solidFill>
              </a:defRPr>
            </a:lvl7pPr>
            <a:lvl8pPr algn="l">
              <a:defRPr sz="825" b="1">
                <a:solidFill>
                  <a:srgbClr val="2563EB"/>
                </a:solidFill>
              </a:defRPr>
            </a:lvl8pPr>
            <a:lvl9pPr algn="l">
              <a:defRPr sz="82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NORMALIZE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37F299-B980-4B87-9907-24B11D63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90800"/>
            <a:ext cx="1409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F172A"/>
                </a:solidFill>
              </a:defRPr>
            </a:defPPr>
            <a:lvl1pPr algn="l">
              <a:defRPr sz="1125" b="1">
                <a:solidFill>
                  <a:srgbClr val="0F172A"/>
                </a:solidFill>
              </a:defRPr>
            </a:lvl1pPr>
            <a:lvl2pPr algn="l">
              <a:defRPr sz="1125" b="1">
                <a:solidFill>
                  <a:srgbClr val="0F172A"/>
                </a:solidFill>
              </a:defRPr>
            </a:lvl2pPr>
            <a:lvl3pPr algn="l">
              <a:defRPr sz="1125" b="1">
                <a:solidFill>
                  <a:srgbClr val="0F172A"/>
                </a:solidFill>
              </a:defRPr>
            </a:lvl3pPr>
            <a:lvl4pPr algn="l">
              <a:defRPr sz="1125" b="1">
                <a:solidFill>
                  <a:srgbClr val="0F172A"/>
                </a:solidFill>
              </a:defRPr>
            </a:lvl4pPr>
            <a:lvl5pPr algn="l">
              <a:defRPr sz="1125" b="1">
                <a:solidFill>
                  <a:srgbClr val="0F172A"/>
                </a:solidFill>
              </a:defRPr>
            </a:lvl5pPr>
            <a:lvl6pPr algn="l">
              <a:defRPr sz="1125" b="1">
                <a:solidFill>
                  <a:srgbClr val="0F172A"/>
                </a:solidFill>
              </a:defRPr>
            </a:lvl6pPr>
            <a:lvl7pPr algn="l">
              <a:defRPr sz="1125" b="1">
                <a:solidFill>
                  <a:srgbClr val="0F172A"/>
                </a:solidFill>
              </a:defRPr>
            </a:lvl7pPr>
            <a:lvl8pPr algn="l">
              <a:defRPr sz="1125" b="1">
                <a:solidFill>
                  <a:srgbClr val="0F172A"/>
                </a:solidFill>
              </a:defRPr>
            </a:lvl8pPr>
            <a:lvl9pPr algn="l">
              <a:defRPr sz="1125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schema · version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37C279-186D-418B-8325-4C1B2CE2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241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2563EB"/>
                </a:solidFill>
              </a:defRPr>
            </a:defPPr>
            <a:lvl1pPr algn="ctr">
              <a:defRPr sz="1800" b="1">
                <a:solidFill>
                  <a:srgbClr val="2563EB"/>
                </a:solidFill>
              </a:defRPr>
            </a:lvl1pPr>
            <a:lvl2pPr algn="ctr">
              <a:defRPr sz="1800" b="1">
                <a:solidFill>
                  <a:srgbClr val="2563EB"/>
                </a:solidFill>
              </a:defRPr>
            </a:lvl2pPr>
            <a:lvl3pPr algn="ctr">
              <a:defRPr sz="1800" b="1">
                <a:solidFill>
                  <a:srgbClr val="2563EB"/>
                </a:solidFill>
              </a:defRPr>
            </a:lvl3pPr>
            <a:lvl4pPr algn="ctr">
              <a:defRPr sz="1800" b="1">
                <a:solidFill>
                  <a:srgbClr val="2563EB"/>
                </a:solidFill>
              </a:defRPr>
            </a:lvl4pPr>
            <a:lvl5pPr algn="ctr">
              <a:defRPr sz="1800" b="1">
                <a:solidFill>
                  <a:srgbClr val="2563EB"/>
                </a:solidFill>
              </a:defRPr>
            </a:lvl5pPr>
            <a:lvl6pPr algn="ctr">
              <a:defRPr sz="1800" b="1">
                <a:solidFill>
                  <a:srgbClr val="2563EB"/>
                </a:solidFill>
              </a:defRPr>
            </a:lvl6pPr>
            <a:lvl7pPr algn="ctr">
              <a:defRPr sz="1800" b="1">
                <a:solidFill>
                  <a:srgbClr val="2563EB"/>
                </a:solidFill>
              </a:defRPr>
            </a:lvl7pPr>
            <a:lvl8pPr algn="ctr">
              <a:defRPr sz="1800" b="1">
                <a:solidFill>
                  <a:srgbClr val="2563EB"/>
                </a:solidFill>
              </a:defRPr>
            </a:lvl8pPr>
            <a:lvl9pPr algn="ctr">
              <a:defRPr sz="180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813A0C-0C13-4862-BCCB-601F6E67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85950"/>
            <a:ext cx="1714500" cy="22098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6EDA9F-2F04-4E46-AA19-50746359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38350"/>
            <a:ext cx="285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90B6C4-5773-499E-8A43-5DCCD7C3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383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0891B2"/>
                </a:solidFill>
              </a:defRPr>
            </a:defPPr>
            <a:lvl1pPr algn="l">
              <a:defRPr sz="825" b="1">
                <a:solidFill>
                  <a:srgbClr val="0891B2"/>
                </a:solidFill>
              </a:defRPr>
            </a:lvl1pPr>
            <a:lvl2pPr algn="l">
              <a:defRPr sz="825" b="1">
                <a:solidFill>
                  <a:srgbClr val="0891B2"/>
                </a:solidFill>
              </a:defRPr>
            </a:lvl2pPr>
            <a:lvl3pPr algn="l">
              <a:defRPr sz="825" b="1">
                <a:solidFill>
                  <a:srgbClr val="0891B2"/>
                </a:solidFill>
              </a:defRPr>
            </a:lvl3pPr>
            <a:lvl4pPr algn="l">
              <a:defRPr sz="825" b="1">
                <a:solidFill>
                  <a:srgbClr val="0891B2"/>
                </a:solidFill>
              </a:defRPr>
            </a:lvl4pPr>
            <a:lvl5pPr algn="l">
              <a:defRPr sz="825" b="1">
                <a:solidFill>
                  <a:srgbClr val="0891B2"/>
                </a:solidFill>
              </a:defRPr>
            </a:lvl5pPr>
            <a:lvl6pPr algn="l">
              <a:defRPr sz="825" b="1">
                <a:solidFill>
                  <a:srgbClr val="0891B2"/>
                </a:solidFill>
              </a:defRPr>
            </a:lvl6pPr>
            <a:lvl7pPr algn="l">
              <a:defRPr sz="825" b="1">
                <a:solidFill>
                  <a:srgbClr val="0891B2"/>
                </a:solidFill>
              </a:defRPr>
            </a:lvl7pPr>
            <a:lvl8pPr algn="l">
              <a:defRPr sz="825" b="1">
                <a:solidFill>
                  <a:srgbClr val="0891B2"/>
                </a:solidFill>
              </a:defRPr>
            </a:lvl8pPr>
            <a:lvl9pPr algn="l">
              <a:defRPr sz="825" b="1">
                <a:solidFill>
                  <a:srgbClr val="0891B2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0891B2"/>
                </a:solidFill>
              </a:defRPr>
            </a:pPr>
            <a:r>
              <a:rPr sz="825" b="1">
                <a:solidFill>
                  <a:srgbClr val="0891B2"/>
                </a:solidFill>
              </a:rPr>
              <a:t>RETRIEVE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6C9FF8-16F2-486A-880F-88165F3B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90800"/>
            <a:ext cx="1409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F172A"/>
                </a:solidFill>
              </a:defRPr>
            </a:defPPr>
            <a:lvl1pPr algn="l">
              <a:defRPr sz="1125" b="1">
                <a:solidFill>
                  <a:srgbClr val="0F172A"/>
                </a:solidFill>
              </a:defRPr>
            </a:lvl1pPr>
            <a:lvl2pPr algn="l">
              <a:defRPr sz="1125" b="1">
                <a:solidFill>
                  <a:srgbClr val="0F172A"/>
                </a:solidFill>
              </a:defRPr>
            </a:lvl2pPr>
            <a:lvl3pPr algn="l">
              <a:defRPr sz="1125" b="1">
                <a:solidFill>
                  <a:srgbClr val="0F172A"/>
                </a:solidFill>
              </a:defRPr>
            </a:lvl3pPr>
            <a:lvl4pPr algn="l">
              <a:defRPr sz="1125" b="1">
                <a:solidFill>
                  <a:srgbClr val="0F172A"/>
                </a:solidFill>
              </a:defRPr>
            </a:lvl4pPr>
            <a:lvl5pPr algn="l">
              <a:defRPr sz="1125" b="1">
                <a:solidFill>
                  <a:srgbClr val="0F172A"/>
                </a:solidFill>
              </a:defRPr>
            </a:lvl5pPr>
            <a:lvl6pPr algn="l">
              <a:defRPr sz="1125" b="1">
                <a:solidFill>
                  <a:srgbClr val="0F172A"/>
                </a:solidFill>
              </a:defRPr>
            </a:lvl6pPr>
            <a:lvl7pPr algn="l">
              <a:defRPr sz="1125" b="1">
                <a:solidFill>
                  <a:srgbClr val="0F172A"/>
                </a:solidFill>
              </a:defRPr>
            </a:lvl7pPr>
            <a:lvl8pPr algn="l">
              <a:defRPr sz="1125" b="1">
                <a:solidFill>
                  <a:srgbClr val="0F172A"/>
                </a:solidFill>
              </a:defRPr>
            </a:lvl8pPr>
            <a:lvl9pPr algn="l">
              <a:defRPr sz="1125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approved sources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43D8FC-ED93-420D-8E37-0F1ADE22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241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0891B2"/>
                </a:solidFill>
              </a:defRPr>
            </a:defPPr>
            <a:lvl1pPr algn="ctr">
              <a:defRPr sz="1800" b="1">
                <a:solidFill>
                  <a:srgbClr val="0891B2"/>
                </a:solidFill>
              </a:defRPr>
            </a:lvl1pPr>
            <a:lvl2pPr algn="ctr">
              <a:defRPr sz="1800" b="1">
                <a:solidFill>
                  <a:srgbClr val="0891B2"/>
                </a:solidFill>
              </a:defRPr>
            </a:lvl2pPr>
            <a:lvl3pPr algn="ctr">
              <a:defRPr sz="1800" b="1">
                <a:solidFill>
                  <a:srgbClr val="0891B2"/>
                </a:solidFill>
              </a:defRPr>
            </a:lvl3pPr>
            <a:lvl4pPr algn="ctr">
              <a:defRPr sz="1800" b="1">
                <a:solidFill>
                  <a:srgbClr val="0891B2"/>
                </a:solidFill>
              </a:defRPr>
            </a:lvl4pPr>
            <a:lvl5pPr algn="ctr">
              <a:defRPr sz="1800" b="1">
                <a:solidFill>
                  <a:srgbClr val="0891B2"/>
                </a:solidFill>
              </a:defRPr>
            </a:lvl5pPr>
            <a:lvl6pPr algn="ctr">
              <a:defRPr sz="1800" b="1">
                <a:solidFill>
                  <a:srgbClr val="0891B2"/>
                </a:solidFill>
              </a:defRPr>
            </a:lvl6pPr>
            <a:lvl7pPr algn="ctr">
              <a:defRPr sz="1800" b="1">
                <a:solidFill>
                  <a:srgbClr val="0891B2"/>
                </a:solidFill>
              </a:defRPr>
            </a:lvl7pPr>
            <a:lvl8pPr algn="ctr">
              <a:defRPr sz="1800" b="1">
                <a:solidFill>
                  <a:srgbClr val="0891B2"/>
                </a:solidFill>
              </a:defRPr>
            </a:lvl8pPr>
            <a:lvl9pPr algn="ctr">
              <a:defRPr sz="1800" b="1">
                <a:solidFill>
                  <a:srgbClr val="0891B2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891B2"/>
                </a:solidFill>
              </a:defRPr>
            </a:pPr>
            <a:r>
              <a:rPr sz="1800" b="1">
                <a:solidFill>
                  <a:srgbClr val="0891B2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E0F4B7-BAA1-411B-A699-2AE6C362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85950"/>
            <a:ext cx="1714500" cy="22098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252633-759C-462B-B66F-05471384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38350"/>
            <a:ext cx="285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78"/>
          </a:solidFill>
          <a:ln xmlns:a="http://schemas.openxmlformats.org/drawingml/2006/main" w="9525">
            <a:solidFill>
              <a:srgbClr val="0F9D7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5A4085-B2EA-4D78-AA70-6D474C32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383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0F9D78"/>
                </a:solidFill>
              </a:defRPr>
            </a:defPPr>
            <a:lvl1pPr algn="l">
              <a:defRPr sz="825" b="1">
                <a:solidFill>
                  <a:srgbClr val="0F9D78"/>
                </a:solidFill>
              </a:defRPr>
            </a:lvl1pPr>
            <a:lvl2pPr algn="l">
              <a:defRPr sz="825" b="1">
                <a:solidFill>
                  <a:srgbClr val="0F9D78"/>
                </a:solidFill>
              </a:defRPr>
            </a:lvl2pPr>
            <a:lvl3pPr algn="l">
              <a:defRPr sz="825" b="1">
                <a:solidFill>
                  <a:srgbClr val="0F9D78"/>
                </a:solidFill>
              </a:defRPr>
            </a:lvl3pPr>
            <a:lvl4pPr algn="l">
              <a:defRPr sz="825" b="1">
                <a:solidFill>
                  <a:srgbClr val="0F9D78"/>
                </a:solidFill>
              </a:defRPr>
            </a:lvl4pPr>
            <a:lvl5pPr algn="l">
              <a:defRPr sz="825" b="1">
                <a:solidFill>
                  <a:srgbClr val="0F9D78"/>
                </a:solidFill>
              </a:defRPr>
            </a:lvl5pPr>
            <a:lvl6pPr algn="l">
              <a:defRPr sz="825" b="1">
                <a:solidFill>
                  <a:srgbClr val="0F9D78"/>
                </a:solidFill>
              </a:defRPr>
            </a:lvl6pPr>
            <a:lvl7pPr algn="l">
              <a:defRPr sz="825" b="1">
                <a:solidFill>
                  <a:srgbClr val="0F9D78"/>
                </a:solidFill>
              </a:defRPr>
            </a:lvl7pPr>
            <a:lvl8pPr algn="l">
              <a:defRPr sz="825" b="1">
                <a:solidFill>
                  <a:srgbClr val="0F9D78"/>
                </a:solidFill>
              </a:defRPr>
            </a:lvl8pPr>
            <a:lvl9pPr algn="l">
              <a:defRPr sz="825" b="1">
                <a:solidFill>
                  <a:srgbClr val="0F9D78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0F9D78"/>
                </a:solidFill>
              </a:defRPr>
            </a:pPr>
            <a:r>
              <a:rPr sz="825" b="1">
                <a:solidFill>
                  <a:srgbClr val="0F9D78"/>
                </a:solidFill>
              </a:rPr>
              <a:t>DECIDE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0F8672-3A21-479E-989E-A02A811A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90800"/>
            <a:ext cx="1409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F172A"/>
                </a:solidFill>
              </a:defRPr>
            </a:defPPr>
            <a:lvl1pPr algn="l">
              <a:defRPr sz="1125" b="1">
                <a:solidFill>
                  <a:srgbClr val="0F172A"/>
                </a:solidFill>
              </a:defRPr>
            </a:lvl1pPr>
            <a:lvl2pPr algn="l">
              <a:defRPr sz="1125" b="1">
                <a:solidFill>
                  <a:srgbClr val="0F172A"/>
                </a:solidFill>
              </a:defRPr>
            </a:lvl2pPr>
            <a:lvl3pPr algn="l">
              <a:defRPr sz="1125" b="1">
                <a:solidFill>
                  <a:srgbClr val="0F172A"/>
                </a:solidFill>
              </a:defRPr>
            </a:lvl3pPr>
            <a:lvl4pPr algn="l">
              <a:defRPr sz="1125" b="1">
                <a:solidFill>
                  <a:srgbClr val="0F172A"/>
                </a:solidFill>
              </a:defRPr>
            </a:lvl4pPr>
            <a:lvl5pPr algn="l">
              <a:defRPr sz="1125" b="1">
                <a:solidFill>
                  <a:srgbClr val="0F172A"/>
                </a:solidFill>
              </a:defRPr>
            </a:lvl5pPr>
            <a:lvl6pPr algn="l">
              <a:defRPr sz="1125" b="1">
                <a:solidFill>
                  <a:srgbClr val="0F172A"/>
                </a:solidFill>
              </a:defRPr>
            </a:lvl6pPr>
            <a:lvl7pPr algn="l">
              <a:defRPr sz="1125" b="1">
                <a:solidFill>
                  <a:srgbClr val="0F172A"/>
                </a:solidFill>
              </a:defRPr>
            </a:lvl7pPr>
            <a:lvl8pPr algn="l">
              <a:defRPr sz="1125" b="1">
                <a:solidFill>
                  <a:srgbClr val="0F172A"/>
                </a:solidFill>
              </a:defRPr>
            </a:lvl8pPr>
            <a:lvl9pPr algn="l">
              <a:defRPr sz="1125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filter · rank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AC93D3-E98D-43A8-95AE-CF5C500D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0F9D78"/>
                </a:solidFill>
              </a:defRPr>
            </a:defPPr>
            <a:lvl1pPr algn="ctr">
              <a:defRPr sz="1800" b="1">
                <a:solidFill>
                  <a:srgbClr val="0F9D78"/>
                </a:solidFill>
              </a:defRPr>
            </a:lvl1pPr>
            <a:lvl2pPr algn="ctr">
              <a:defRPr sz="1800" b="1">
                <a:solidFill>
                  <a:srgbClr val="0F9D78"/>
                </a:solidFill>
              </a:defRPr>
            </a:lvl2pPr>
            <a:lvl3pPr algn="ctr">
              <a:defRPr sz="1800" b="1">
                <a:solidFill>
                  <a:srgbClr val="0F9D78"/>
                </a:solidFill>
              </a:defRPr>
            </a:lvl3pPr>
            <a:lvl4pPr algn="ctr">
              <a:defRPr sz="1800" b="1">
                <a:solidFill>
                  <a:srgbClr val="0F9D78"/>
                </a:solidFill>
              </a:defRPr>
            </a:lvl4pPr>
            <a:lvl5pPr algn="ctr">
              <a:defRPr sz="1800" b="1">
                <a:solidFill>
                  <a:srgbClr val="0F9D78"/>
                </a:solidFill>
              </a:defRPr>
            </a:lvl5pPr>
            <a:lvl6pPr algn="ctr">
              <a:defRPr sz="1800" b="1">
                <a:solidFill>
                  <a:srgbClr val="0F9D78"/>
                </a:solidFill>
              </a:defRPr>
            </a:lvl6pPr>
            <a:lvl7pPr algn="ctr">
              <a:defRPr sz="1800" b="1">
                <a:solidFill>
                  <a:srgbClr val="0F9D78"/>
                </a:solidFill>
              </a:defRPr>
            </a:lvl7pPr>
            <a:lvl8pPr algn="ctr">
              <a:defRPr sz="1800" b="1">
                <a:solidFill>
                  <a:srgbClr val="0F9D78"/>
                </a:solidFill>
              </a:defRPr>
            </a:lvl8pPr>
            <a:lvl9pPr algn="ctr">
              <a:defRPr sz="1800" b="1">
                <a:solidFill>
                  <a:srgbClr val="0F9D78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F9D78"/>
                </a:solidFill>
              </a:defRPr>
            </a:pPr>
            <a:r>
              <a:rPr sz="1800" b="1">
                <a:solidFill>
                  <a:srgbClr val="0F9D78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79E96B-1777-4FFE-A722-8583ADA2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85950"/>
            <a:ext cx="1714500" cy="22098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0CCD47-3E90-495A-82F8-1E2DE417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38350"/>
            <a:ext cx="285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6A5A25-228A-4940-85EF-C28E9ABD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383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D97706"/>
                </a:solidFill>
              </a:defRPr>
            </a:defPPr>
            <a:lvl1pPr algn="l">
              <a:defRPr sz="825" b="1">
                <a:solidFill>
                  <a:srgbClr val="D97706"/>
                </a:solidFill>
              </a:defRPr>
            </a:lvl1pPr>
            <a:lvl2pPr algn="l">
              <a:defRPr sz="825" b="1">
                <a:solidFill>
                  <a:srgbClr val="D97706"/>
                </a:solidFill>
              </a:defRPr>
            </a:lvl2pPr>
            <a:lvl3pPr algn="l">
              <a:defRPr sz="825" b="1">
                <a:solidFill>
                  <a:srgbClr val="D97706"/>
                </a:solidFill>
              </a:defRPr>
            </a:lvl3pPr>
            <a:lvl4pPr algn="l">
              <a:defRPr sz="825" b="1">
                <a:solidFill>
                  <a:srgbClr val="D97706"/>
                </a:solidFill>
              </a:defRPr>
            </a:lvl4pPr>
            <a:lvl5pPr algn="l">
              <a:defRPr sz="825" b="1">
                <a:solidFill>
                  <a:srgbClr val="D97706"/>
                </a:solidFill>
              </a:defRPr>
            </a:lvl5pPr>
            <a:lvl6pPr algn="l">
              <a:defRPr sz="825" b="1">
                <a:solidFill>
                  <a:srgbClr val="D97706"/>
                </a:solidFill>
              </a:defRPr>
            </a:lvl6pPr>
            <a:lvl7pPr algn="l">
              <a:defRPr sz="825" b="1">
                <a:solidFill>
                  <a:srgbClr val="D97706"/>
                </a:solidFill>
              </a:defRPr>
            </a:lvl7pPr>
            <a:lvl8pPr algn="l">
              <a:defRPr sz="825" b="1">
                <a:solidFill>
                  <a:srgbClr val="D97706"/>
                </a:solidFill>
              </a:defRPr>
            </a:lvl8pPr>
            <a:lvl9pPr algn="l">
              <a:defRPr sz="825" b="1">
                <a:solidFill>
                  <a:srgbClr val="D97706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D97706"/>
                </a:solidFill>
              </a:defRPr>
            </a:pPr>
            <a:r>
              <a:rPr sz="825" b="1">
                <a:solidFill>
                  <a:srgbClr val="D97706"/>
                </a:solidFill>
              </a:rPr>
              <a:t>SYNTHESIZE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9BFC18-81E2-4FD6-A40A-B3FE5F10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90800"/>
            <a:ext cx="1409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F172A"/>
                </a:solidFill>
              </a:defRPr>
            </a:defPPr>
            <a:lvl1pPr algn="l">
              <a:defRPr sz="1125" b="1">
                <a:solidFill>
                  <a:srgbClr val="0F172A"/>
                </a:solidFill>
              </a:defRPr>
            </a:lvl1pPr>
            <a:lvl2pPr algn="l">
              <a:defRPr sz="1125" b="1">
                <a:solidFill>
                  <a:srgbClr val="0F172A"/>
                </a:solidFill>
              </a:defRPr>
            </a:lvl2pPr>
            <a:lvl3pPr algn="l">
              <a:defRPr sz="1125" b="1">
                <a:solidFill>
                  <a:srgbClr val="0F172A"/>
                </a:solidFill>
              </a:defRPr>
            </a:lvl3pPr>
            <a:lvl4pPr algn="l">
              <a:defRPr sz="1125" b="1">
                <a:solidFill>
                  <a:srgbClr val="0F172A"/>
                </a:solidFill>
              </a:defRPr>
            </a:lvl4pPr>
            <a:lvl5pPr algn="l">
              <a:defRPr sz="1125" b="1">
                <a:solidFill>
                  <a:srgbClr val="0F172A"/>
                </a:solidFill>
              </a:defRPr>
            </a:lvl5pPr>
            <a:lvl6pPr algn="l">
              <a:defRPr sz="1125" b="1">
                <a:solidFill>
                  <a:srgbClr val="0F172A"/>
                </a:solidFill>
              </a:defRPr>
            </a:lvl6pPr>
            <a:lvl7pPr algn="l">
              <a:defRPr sz="1125" b="1">
                <a:solidFill>
                  <a:srgbClr val="0F172A"/>
                </a:solidFill>
              </a:defRPr>
            </a:lvl7pPr>
            <a:lvl8pPr algn="l">
              <a:defRPr sz="1125" b="1">
                <a:solidFill>
                  <a:srgbClr val="0F172A"/>
                </a:solidFill>
              </a:defRPr>
            </a:lvl8pPr>
            <a:lvl9pPr algn="l">
              <a:defRPr sz="1125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structured text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E4C6C3-4BB9-4EFB-8660-97FFBDA8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7241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D97706"/>
                </a:solidFill>
              </a:defRPr>
            </a:defPPr>
            <a:lvl1pPr algn="ctr">
              <a:defRPr sz="1800" b="1">
                <a:solidFill>
                  <a:srgbClr val="D97706"/>
                </a:solidFill>
              </a:defRPr>
            </a:lvl1pPr>
            <a:lvl2pPr algn="ctr">
              <a:defRPr sz="1800" b="1">
                <a:solidFill>
                  <a:srgbClr val="D97706"/>
                </a:solidFill>
              </a:defRPr>
            </a:lvl2pPr>
            <a:lvl3pPr algn="ctr">
              <a:defRPr sz="1800" b="1">
                <a:solidFill>
                  <a:srgbClr val="D97706"/>
                </a:solidFill>
              </a:defRPr>
            </a:lvl3pPr>
            <a:lvl4pPr algn="ctr">
              <a:defRPr sz="1800" b="1">
                <a:solidFill>
                  <a:srgbClr val="D97706"/>
                </a:solidFill>
              </a:defRPr>
            </a:lvl4pPr>
            <a:lvl5pPr algn="ctr">
              <a:defRPr sz="1800" b="1">
                <a:solidFill>
                  <a:srgbClr val="D97706"/>
                </a:solidFill>
              </a:defRPr>
            </a:lvl5pPr>
            <a:lvl6pPr algn="ctr">
              <a:defRPr sz="1800" b="1">
                <a:solidFill>
                  <a:srgbClr val="D97706"/>
                </a:solidFill>
              </a:defRPr>
            </a:lvl6pPr>
            <a:lvl7pPr algn="ctr">
              <a:defRPr sz="1800" b="1">
                <a:solidFill>
                  <a:srgbClr val="D97706"/>
                </a:solidFill>
              </a:defRPr>
            </a:lvl7pPr>
            <a:lvl8pPr algn="ctr">
              <a:defRPr sz="1800" b="1">
                <a:solidFill>
                  <a:srgbClr val="D97706"/>
                </a:solidFill>
              </a:defRPr>
            </a:lvl8pPr>
            <a:lvl9pPr algn="ctr">
              <a:defRPr sz="1800" b="1">
                <a:solidFill>
                  <a:srgbClr val="D97706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D97706"/>
                </a:solidFill>
              </a:defRPr>
            </a:pPr>
            <a:r>
              <a:rPr sz="1800" b="1">
                <a:solidFill>
                  <a:srgbClr val="D97706"/>
                </a:solidFill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AE044D-F237-48F9-8F25-A95E174A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885950"/>
            <a:ext cx="1714500" cy="22098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ED8E36-4A82-404C-A667-FDA5A80A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038350"/>
            <a:ext cx="285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4343"/>
          </a:solidFill>
          <a:ln xmlns:a="http://schemas.openxmlformats.org/drawingml/2006/main" w="9525">
            <a:solidFill>
              <a:srgbClr val="D1434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397EF1-B9B4-4363-A5B0-E8CDA382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0383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D14343"/>
                </a:solidFill>
              </a:defRPr>
            </a:defPPr>
            <a:lvl1pPr algn="l">
              <a:defRPr sz="825" b="1">
                <a:solidFill>
                  <a:srgbClr val="D14343"/>
                </a:solidFill>
              </a:defRPr>
            </a:lvl1pPr>
            <a:lvl2pPr algn="l">
              <a:defRPr sz="825" b="1">
                <a:solidFill>
                  <a:srgbClr val="D14343"/>
                </a:solidFill>
              </a:defRPr>
            </a:lvl2pPr>
            <a:lvl3pPr algn="l">
              <a:defRPr sz="825" b="1">
                <a:solidFill>
                  <a:srgbClr val="D14343"/>
                </a:solidFill>
              </a:defRPr>
            </a:lvl3pPr>
            <a:lvl4pPr algn="l">
              <a:defRPr sz="825" b="1">
                <a:solidFill>
                  <a:srgbClr val="D14343"/>
                </a:solidFill>
              </a:defRPr>
            </a:lvl4pPr>
            <a:lvl5pPr algn="l">
              <a:defRPr sz="825" b="1">
                <a:solidFill>
                  <a:srgbClr val="D14343"/>
                </a:solidFill>
              </a:defRPr>
            </a:lvl5pPr>
            <a:lvl6pPr algn="l">
              <a:defRPr sz="825" b="1">
                <a:solidFill>
                  <a:srgbClr val="D14343"/>
                </a:solidFill>
              </a:defRPr>
            </a:lvl6pPr>
            <a:lvl7pPr algn="l">
              <a:defRPr sz="825" b="1">
                <a:solidFill>
                  <a:srgbClr val="D14343"/>
                </a:solidFill>
              </a:defRPr>
            </a:lvl7pPr>
            <a:lvl8pPr algn="l">
              <a:defRPr sz="825" b="1">
                <a:solidFill>
                  <a:srgbClr val="D14343"/>
                </a:solidFill>
              </a:defRPr>
            </a:lvl8pPr>
            <a:lvl9pPr algn="l">
              <a:defRPr sz="825" b="1">
                <a:solidFill>
                  <a:srgbClr val="D14343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D14343"/>
                </a:solidFill>
              </a:defRPr>
            </a:pPr>
            <a:r>
              <a:rPr sz="825" b="1">
                <a:solidFill>
                  <a:srgbClr val="D14343"/>
                </a:solidFill>
              </a:rPr>
              <a:t>VERIFY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A1274E-ECB0-45F0-A514-89737703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90800"/>
            <a:ext cx="1409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F172A"/>
                </a:solidFill>
              </a:defRPr>
            </a:defPPr>
            <a:lvl1pPr algn="l">
              <a:defRPr sz="1125" b="1">
                <a:solidFill>
                  <a:srgbClr val="0F172A"/>
                </a:solidFill>
              </a:defRPr>
            </a:lvl1pPr>
            <a:lvl2pPr algn="l">
              <a:defRPr sz="1125" b="1">
                <a:solidFill>
                  <a:srgbClr val="0F172A"/>
                </a:solidFill>
              </a:defRPr>
            </a:lvl2pPr>
            <a:lvl3pPr algn="l">
              <a:defRPr sz="1125" b="1">
                <a:solidFill>
                  <a:srgbClr val="0F172A"/>
                </a:solidFill>
              </a:defRPr>
            </a:lvl3pPr>
            <a:lvl4pPr algn="l">
              <a:defRPr sz="1125" b="1">
                <a:solidFill>
                  <a:srgbClr val="0F172A"/>
                </a:solidFill>
              </a:defRPr>
            </a:lvl4pPr>
            <a:lvl5pPr algn="l">
              <a:defRPr sz="1125" b="1">
                <a:solidFill>
                  <a:srgbClr val="0F172A"/>
                </a:solidFill>
              </a:defRPr>
            </a:lvl5pPr>
            <a:lvl6pPr algn="l">
              <a:defRPr sz="1125" b="1">
                <a:solidFill>
                  <a:srgbClr val="0F172A"/>
                </a:solidFill>
              </a:defRPr>
            </a:lvl6pPr>
            <a:lvl7pPr algn="l">
              <a:defRPr sz="1125" b="1">
                <a:solidFill>
                  <a:srgbClr val="0F172A"/>
                </a:solidFill>
              </a:defRPr>
            </a:lvl7pPr>
            <a:lvl8pPr algn="l">
              <a:defRPr sz="1125" b="1">
                <a:solidFill>
                  <a:srgbClr val="0F172A"/>
                </a:solidFill>
              </a:defRPr>
            </a:lvl8pPr>
            <a:lvl9pPr algn="l">
              <a:defRPr sz="1125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safety · audit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F5FEFF-C14A-4E2D-AB1B-2C77632A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33900"/>
            <a:ext cx="111252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1143B"/>
          </a:solidFill>
          <a:ln xmlns:a="http://schemas.openxmlformats.org/drawingml/2006/main" w="9525">
            <a:solidFill>
              <a:srgbClr val="21143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0BA244-FE09-4EAD-8BDF-3933FF44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</a:defRPr>
            </a:defPPr>
            <a:lvl1pPr algn="l">
              <a:defRPr sz="1275" b="1">
                <a:solidFill>
                  <a:srgbClr val="FFFFFF"/>
                </a:solidFill>
              </a:defRPr>
            </a:lvl1pPr>
            <a:lvl2pPr algn="l">
              <a:defRPr sz="1275" b="1">
                <a:solidFill>
                  <a:srgbClr val="FFFFFF"/>
                </a:solidFill>
              </a:defRPr>
            </a:lvl2pPr>
            <a:lvl3pPr algn="l">
              <a:defRPr sz="1275" b="1">
                <a:solidFill>
                  <a:srgbClr val="FFFFFF"/>
                </a:solidFill>
              </a:defRPr>
            </a:lvl3pPr>
            <a:lvl4pPr algn="l">
              <a:defRPr sz="1275" b="1">
                <a:solidFill>
                  <a:srgbClr val="FFFFFF"/>
                </a:solidFill>
              </a:defRPr>
            </a:lvl4pPr>
            <a:lvl5pPr algn="l">
              <a:defRPr sz="1275" b="1">
                <a:solidFill>
                  <a:srgbClr val="FFFFFF"/>
                </a:solidFill>
              </a:defRPr>
            </a:lvl5pPr>
            <a:lvl6pPr algn="l">
              <a:defRPr sz="1275" b="1">
                <a:solidFill>
                  <a:srgbClr val="FFFFFF"/>
                </a:solidFill>
              </a:defRPr>
            </a:lvl6pPr>
            <a:lvl7pPr algn="l">
              <a:defRPr sz="1275" b="1">
                <a:solidFill>
                  <a:srgbClr val="FFFFFF"/>
                </a:solidFill>
              </a:defRPr>
            </a:lvl7pPr>
            <a:lvl8pPr algn="l">
              <a:defRPr sz="1275" b="1">
                <a:solidFill>
                  <a:srgbClr val="FFFFFF"/>
                </a:solidFill>
              </a:defRPr>
            </a:lvl8pPr>
            <a:lvl9pPr algn="l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Integrity record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793BBB-5226-42FE-9EE4-A6CBCF76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DDD4F1"/>
                </a:solidFill>
              </a:defRPr>
            </a:defPPr>
            <a:lvl1pPr algn="l">
              <a:defRPr sz="1050" b="0">
                <a:solidFill>
                  <a:srgbClr val="DDD4F1"/>
                </a:solidFill>
              </a:defRPr>
            </a:lvl1pPr>
            <a:lvl2pPr algn="l">
              <a:defRPr sz="1050" b="0">
                <a:solidFill>
                  <a:srgbClr val="DDD4F1"/>
                </a:solidFill>
              </a:defRPr>
            </a:lvl2pPr>
            <a:lvl3pPr algn="l">
              <a:defRPr sz="1050" b="0">
                <a:solidFill>
                  <a:srgbClr val="DDD4F1"/>
                </a:solidFill>
              </a:defRPr>
            </a:lvl3pPr>
            <a:lvl4pPr algn="l">
              <a:defRPr sz="1050" b="0">
                <a:solidFill>
                  <a:srgbClr val="DDD4F1"/>
                </a:solidFill>
              </a:defRPr>
            </a:lvl4pPr>
            <a:lvl5pPr algn="l">
              <a:defRPr sz="1050" b="0">
                <a:solidFill>
                  <a:srgbClr val="DDD4F1"/>
                </a:solidFill>
              </a:defRPr>
            </a:lvl5pPr>
            <a:lvl6pPr algn="l">
              <a:defRPr sz="1050" b="0">
                <a:solidFill>
                  <a:srgbClr val="DDD4F1"/>
                </a:solidFill>
              </a:defRPr>
            </a:lvl6pPr>
            <a:lvl7pPr algn="l">
              <a:defRPr sz="1050" b="0">
                <a:solidFill>
                  <a:srgbClr val="DDD4F1"/>
                </a:solidFill>
              </a:defRPr>
            </a:lvl7pPr>
            <a:lvl8pPr algn="l">
              <a:defRPr sz="1050" b="0">
                <a:solidFill>
                  <a:srgbClr val="DDD4F1"/>
                </a:solidFill>
              </a:defRPr>
            </a:lvl8pPr>
            <a:lvl9pPr algn="l">
              <a:defRPr sz="1050" b="0">
                <a:solidFill>
                  <a:srgbClr val="DDD4F1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DDD4F1"/>
                </a:solidFill>
              </a:defRPr>
            </a:pPr>
            <a:r>
              <a:rPr sz="1050" b="0">
                <a:solidFill>
                  <a:srgbClr val="DDD4F1"/>
                </a:solidFill>
              </a:rPr>
              <a:t>Profile version · policy/model route · prompt/template version · source IDs · confidence/uncertainty · safety flags · token/cost/latency · explicit feedback linkage.</a:t>
            </a:r>
          </a:p>
        </p:txBody>
      </p:sp>
    </p:spTree>
    <p:extLst>
      <p:ext uri="{BB962C8B-B14F-4D97-AF65-F5344CB8AC3E}">
        <p14:creationId xmlns:p14="http://schemas.microsoft.com/office/powerpoint/2010/main" val="4688147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A22E3D2-517D-4E08-BFA4-364575B8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6D28D9"/>
                </a:solidFill>
              </a:defRPr>
            </a:defPPr>
            <a:lvl1pPr algn="l">
              <a:defRPr sz="825" b="1">
                <a:solidFill>
                  <a:srgbClr val="6D28D9"/>
                </a:solidFill>
              </a:defRPr>
            </a:lvl1pPr>
            <a:lvl2pPr algn="l">
              <a:defRPr sz="825" b="1">
                <a:solidFill>
                  <a:srgbClr val="6D28D9"/>
                </a:solidFill>
              </a:defRPr>
            </a:lvl2pPr>
            <a:lvl3pPr algn="l">
              <a:defRPr sz="825" b="1">
                <a:solidFill>
                  <a:srgbClr val="6D28D9"/>
                </a:solidFill>
              </a:defRPr>
            </a:lvl3pPr>
            <a:lvl4pPr algn="l">
              <a:defRPr sz="825" b="1">
                <a:solidFill>
                  <a:srgbClr val="6D28D9"/>
                </a:solidFill>
              </a:defRPr>
            </a:lvl4pPr>
            <a:lvl5pPr algn="l">
              <a:defRPr sz="825" b="1">
                <a:solidFill>
                  <a:srgbClr val="6D28D9"/>
                </a:solidFill>
              </a:defRPr>
            </a:lvl5pPr>
            <a:lvl6pPr algn="l">
              <a:defRPr sz="825" b="1">
                <a:solidFill>
                  <a:srgbClr val="6D28D9"/>
                </a:solidFill>
              </a:defRPr>
            </a:lvl6pPr>
            <a:lvl7pPr algn="l">
              <a:defRPr sz="825" b="1">
                <a:solidFill>
                  <a:srgbClr val="6D28D9"/>
                </a:solidFill>
              </a:defRPr>
            </a:lvl7pPr>
            <a:lvl8pPr algn="l">
              <a:defRPr sz="825" b="1">
                <a:solidFill>
                  <a:srgbClr val="6D28D9"/>
                </a:solidFill>
              </a:defRPr>
            </a:lvl8pPr>
            <a:lvl9pPr algn="l">
              <a:defRPr sz="825" b="1">
                <a:solidFill>
                  <a:srgbClr val="6D28D9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6D28D9"/>
                </a:solidFill>
              </a:defRPr>
            </a:pPr>
            <a:r>
              <a:rPr sz="825" b="1">
                <a:solidFill>
                  <a:srgbClr val="6D28D9"/>
                </a:solidFill>
              </a:rPr>
              <a:t>DATAPOINT CATALOG ·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3ADC7E-A920-4472-80F8-2E902F61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0F172A"/>
                </a:solidFill>
              </a:defRPr>
            </a:defPPr>
            <a:lvl1pPr algn="l">
              <a:defRPr sz="2250" b="1">
                <a:solidFill>
                  <a:srgbClr val="0F172A"/>
                </a:solidFill>
              </a:defRPr>
            </a:lvl1pPr>
            <a:lvl2pPr algn="l">
              <a:defRPr sz="2250" b="1">
                <a:solidFill>
                  <a:srgbClr val="0F172A"/>
                </a:solidFill>
              </a:defRPr>
            </a:lvl2pPr>
            <a:lvl3pPr algn="l">
              <a:defRPr sz="2250" b="1">
                <a:solidFill>
                  <a:srgbClr val="0F172A"/>
                </a:solidFill>
              </a:defRPr>
            </a:lvl3pPr>
            <a:lvl4pPr algn="l">
              <a:defRPr sz="2250" b="1">
                <a:solidFill>
                  <a:srgbClr val="0F172A"/>
                </a:solidFill>
              </a:defRPr>
            </a:lvl4pPr>
            <a:lvl5pPr algn="l">
              <a:defRPr sz="2250" b="1">
                <a:solidFill>
                  <a:srgbClr val="0F172A"/>
                </a:solidFill>
              </a:defRPr>
            </a:lvl5pPr>
            <a:lvl6pPr algn="l">
              <a:defRPr sz="2250" b="1">
                <a:solidFill>
                  <a:srgbClr val="0F172A"/>
                </a:solidFill>
              </a:defRPr>
            </a:lvl6pPr>
            <a:lvl7pPr algn="l">
              <a:defRPr sz="2250" b="1">
                <a:solidFill>
                  <a:srgbClr val="0F172A"/>
                </a:solidFill>
              </a:defRPr>
            </a:lvl7pPr>
            <a:lvl8pPr algn="l">
              <a:defRPr sz="2250" b="1">
                <a:solidFill>
                  <a:srgbClr val="0F172A"/>
                </a:solidFill>
              </a:defRPr>
            </a:lvl8pPr>
            <a:lvl9pPr algn="l">
              <a:defRPr sz="22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Account, skin and care-profile inputs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BC1944-769E-4DDF-82A0-B6E01890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B6475"/>
                </a:solidFill>
              </a:defRPr>
            </a:defPPr>
            <a:lvl1pPr algn="l">
              <a:defRPr sz="1050" b="0">
                <a:solidFill>
                  <a:srgbClr val="5B6475"/>
                </a:solidFill>
              </a:defRPr>
            </a:lvl1pPr>
            <a:lvl2pPr algn="l">
              <a:defRPr sz="1050" b="0">
                <a:solidFill>
                  <a:srgbClr val="5B6475"/>
                </a:solidFill>
              </a:defRPr>
            </a:lvl2pPr>
            <a:lvl3pPr algn="l">
              <a:defRPr sz="1050" b="0">
                <a:solidFill>
                  <a:srgbClr val="5B6475"/>
                </a:solidFill>
              </a:defRPr>
            </a:lvl3pPr>
            <a:lvl4pPr algn="l">
              <a:defRPr sz="1050" b="0">
                <a:solidFill>
                  <a:srgbClr val="5B6475"/>
                </a:solidFill>
              </a:defRPr>
            </a:lvl4pPr>
            <a:lvl5pPr algn="l">
              <a:defRPr sz="1050" b="0">
                <a:solidFill>
                  <a:srgbClr val="5B6475"/>
                </a:solidFill>
              </a:defRPr>
            </a:lvl5pPr>
            <a:lvl6pPr algn="l">
              <a:defRPr sz="1050" b="0">
                <a:solidFill>
                  <a:srgbClr val="5B6475"/>
                </a:solidFill>
              </a:defRPr>
            </a:lvl6pPr>
            <a:lvl7pPr algn="l">
              <a:defRPr sz="1050" b="0">
                <a:solidFill>
                  <a:srgbClr val="5B6475"/>
                </a:solidFill>
              </a:defRPr>
            </a:lvl7pPr>
            <a:lvl8pPr algn="l">
              <a:defRPr sz="1050" b="0">
                <a:solidFill>
                  <a:srgbClr val="5B6475"/>
                </a:solidFill>
              </a:defRPr>
            </a:lvl8pPr>
            <a:lvl9pPr algn="l">
              <a:defRPr sz="10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Only data needed for the requested service should enter a model context.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6CC122-95DF-4E15-954C-349232F3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F"/>
          </a:solidFill>
          <a:ln xmlns:a="http://schemas.openxmlformats.org/drawingml/2006/main" w="0">
            <a:solidFill>
              <a:srgbClr val="EEE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4740E8-D616-49ED-95AC-BC005B13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75" b="0">
                <a:solidFill>
                  <a:srgbClr val="7A8291"/>
                </a:solidFill>
              </a:defRPr>
            </a:defPPr>
            <a:lvl1pPr algn="l">
              <a:defRPr sz="675" b="0">
                <a:solidFill>
                  <a:srgbClr val="7A8291"/>
                </a:solidFill>
              </a:defRPr>
            </a:lvl1pPr>
            <a:lvl2pPr algn="l">
              <a:defRPr sz="675" b="0">
                <a:solidFill>
                  <a:srgbClr val="7A8291"/>
                </a:solidFill>
              </a:defRPr>
            </a:lvl2pPr>
            <a:lvl3pPr algn="l">
              <a:defRPr sz="675" b="0">
                <a:solidFill>
                  <a:srgbClr val="7A8291"/>
                </a:solidFill>
              </a:defRPr>
            </a:lvl3pPr>
            <a:lvl4pPr algn="l">
              <a:defRPr sz="675" b="0">
                <a:solidFill>
                  <a:srgbClr val="7A8291"/>
                </a:solidFill>
              </a:defRPr>
            </a:lvl4pPr>
            <a:lvl5pPr algn="l">
              <a:defRPr sz="675" b="0">
                <a:solidFill>
                  <a:srgbClr val="7A8291"/>
                </a:solidFill>
              </a:defRPr>
            </a:lvl5pPr>
            <a:lvl6pPr algn="l">
              <a:defRPr sz="675" b="0">
                <a:solidFill>
                  <a:srgbClr val="7A8291"/>
                </a:solidFill>
              </a:defRPr>
            </a:lvl6pPr>
            <a:lvl7pPr algn="l">
              <a:defRPr sz="675" b="0">
                <a:solidFill>
                  <a:srgbClr val="7A8291"/>
                </a:solidFill>
              </a:defRPr>
            </a:lvl7pPr>
            <a:lvl8pPr algn="l">
              <a:defRPr sz="675" b="0">
                <a:solidFill>
                  <a:srgbClr val="7A8291"/>
                </a:solidFill>
              </a:defRPr>
            </a:lvl8pPr>
            <a:lvl9pPr algn="l">
              <a:defRPr sz="675" b="0">
                <a:solidFill>
                  <a:srgbClr val="7A8291"/>
                </a:solidFill>
              </a:defRPr>
            </a:lvl9pPr>
          </a:lstStyle>
          <a:p xmlns:a="http://schemas.openxmlformats.org/drawingml/2006/main">
            <a:pPr algn="l">
              <a:defRPr sz="675" b="0">
                <a:solidFill>
                  <a:srgbClr val="7A8291"/>
                </a:solidFill>
              </a:defRPr>
            </a:pPr>
            <a:r>
              <a:rPr sz="675" b="0">
                <a:solidFill>
                  <a:srgbClr val="7A8291"/>
                </a:solidFill>
              </a:rPr>
              <a:t>MGT SKIN CARE · PRODUCT &amp; PRODUCTION BLUEPRINT · 25 OCT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1B227-A582-48AF-BD3B-43EE8700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1">
                <a:solidFill>
                  <a:srgbClr val="7A8291"/>
                </a:solidFill>
              </a:defRPr>
            </a:defPPr>
            <a:lvl1pPr algn="r">
              <a:defRPr sz="750" b="1">
                <a:solidFill>
                  <a:srgbClr val="7A8291"/>
                </a:solidFill>
              </a:defRPr>
            </a:lvl1pPr>
            <a:lvl2pPr algn="r">
              <a:defRPr sz="750" b="1">
                <a:solidFill>
                  <a:srgbClr val="7A8291"/>
                </a:solidFill>
              </a:defRPr>
            </a:lvl2pPr>
            <a:lvl3pPr algn="r">
              <a:defRPr sz="750" b="1">
                <a:solidFill>
                  <a:srgbClr val="7A8291"/>
                </a:solidFill>
              </a:defRPr>
            </a:lvl3pPr>
            <a:lvl4pPr algn="r">
              <a:defRPr sz="750" b="1">
                <a:solidFill>
                  <a:srgbClr val="7A8291"/>
                </a:solidFill>
              </a:defRPr>
            </a:lvl4pPr>
            <a:lvl5pPr algn="r">
              <a:defRPr sz="750" b="1">
                <a:solidFill>
                  <a:srgbClr val="7A8291"/>
                </a:solidFill>
              </a:defRPr>
            </a:lvl5pPr>
            <a:lvl6pPr algn="r">
              <a:defRPr sz="750" b="1">
                <a:solidFill>
                  <a:srgbClr val="7A8291"/>
                </a:solidFill>
              </a:defRPr>
            </a:lvl6pPr>
            <a:lvl7pPr algn="r">
              <a:defRPr sz="750" b="1">
                <a:solidFill>
                  <a:srgbClr val="7A8291"/>
                </a:solidFill>
              </a:defRPr>
            </a:lvl7pPr>
            <a:lvl8pPr algn="r">
              <a:defRPr sz="750" b="1">
                <a:solidFill>
                  <a:srgbClr val="7A8291"/>
                </a:solidFill>
              </a:defRPr>
            </a:lvl8pPr>
            <a:lvl9pPr algn="r">
              <a:defRPr sz="750" b="1">
                <a:solidFill>
                  <a:srgbClr val="7A8291"/>
                </a:solidFill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7A8291"/>
                </a:solidFill>
              </a:defRPr>
            </a:pPr>
            <a:r>
              <a:rPr sz="750" b="1">
                <a:solidFill>
                  <a:srgbClr val="7A8291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ADFE09-77D1-49AB-9274-3C98D539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43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6771BA-1276-4530-B267-D5FB2EC5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43075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FFFFFF"/>
                </a:solidFill>
              </a:defRPr>
            </a:defPPr>
            <a:lvl1pPr algn="l">
              <a:defRPr sz="825" b="1">
                <a:solidFill>
                  <a:srgbClr val="FFFFFF"/>
                </a:solidFill>
              </a:defRPr>
            </a:lvl1pPr>
            <a:lvl2pPr algn="l">
              <a:defRPr sz="825" b="1">
                <a:solidFill>
                  <a:srgbClr val="FFFFFF"/>
                </a:solidFill>
              </a:defRPr>
            </a:lvl2pPr>
            <a:lvl3pPr algn="l">
              <a:defRPr sz="825" b="1">
                <a:solidFill>
                  <a:srgbClr val="FFFFFF"/>
                </a:solidFill>
              </a:defRPr>
            </a:lvl3pPr>
            <a:lvl4pPr algn="l">
              <a:defRPr sz="825" b="1">
                <a:solidFill>
                  <a:srgbClr val="FFFFFF"/>
                </a:solidFill>
              </a:defRPr>
            </a:lvl4pPr>
            <a:lvl5pPr algn="l">
              <a:defRPr sz="825" b="1">
                <a:solidFill>
                  <a:srgbClr val="FFFFFF"/>
                </a:solidFill>
              </a:defRPr>
            </a:lvl5pPr>
            <a:lvl6pPr algn="l">
              <a:defRPr sz="825" b="1">
                <a:solidFill>
                  <a:srgbClr val="FFFFFF"/>
                </a:solidFill>
              </a:defRPr>
            </a:lvl6pPr>
            <a:lvl7pPr algn="l">
              <a:defRPr sz="825" b="1">
                <a:solidFill>
                  <a:srgbClr val="FFFFFF"/>
                </a:solidFill>
              </a:defRPr>
            </a:lvl7pPr>
            <a:lvl8pPr algn="l">
              <a:defRPr sz="825" b="1">
                <a:solidFill>
                  <a:srgbClr val="FFFFFF"/>
                </a:solidFill>
              </a:defRPr>
            </a:lvl8pPr>
            <a:lvl9pPr algn="l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Domain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82574C-B356-4E7B-9A0C-6C3864BD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14500"/>
            <a:ext cx="304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43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022B62-6091-4FF6-B35E-D1AA9AC1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1743075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FFFFFF"/>
                </a:solidFill>
              </a:defRPr>
            </a:defPPr>
            <a:lvl1pPr algn="l">
              <a:defRPr sz="825" b="1">
                <a:solidFill>
                  <a:srgbClr val="FFFFFF"/>
                </a:solidFill>
              </a:defRPr>
            </a:lvl1pPr>
            <a:lvl2pPr algn="l">
              <a:defRPr sz="825" b="1">
                <a:solidFill>
                  <a:srgbClr val="FFFFFF"/>
                </a:solidFill>
              </a:defRPr>
            </a:lvl2pPr>
            <a:lvl3pPr algn="l">
              <a:defRPr sz="825" b="1">
                <a:solidFill>
                  <a:srgbClr val="FFFFFF"/>
                </a:solidFill>
              </a:defRPr>
            </a:lvl3pPr>
            <a:lvl4pPr algn="l">
              <a:defRPr sz="825" b="1">
                <a:solidFill>
                  <a:srgbClr val="FFFFFF"/>
                </a:solidFill>
              </a:defRPr>
            </a:lvl4pPr>
            <a:lvl5pPr algn="l">
              <a:defRPr sz="825" b="1">
                <a:solidFill>
                  <a:srgbClr val="FFFFFF"/>
                </a:solidFill>
              </a:defRPr>
            </a:lvl5pPr>
            <a:lvl6pPr algn="l">
              <a:defRPr sz="825" b="1">
                <a:solidFill>
                  <a:srgbClr val="FFFFFF"/>
                </a:solidFill>
              </a:defRPr>
            </a:lvl6pPr>
            <a:lvl7pPr algn="l">
              <a:defRPr sz="825" b="1">
                <a:solidFill>
                  <a:srgbClr val="FFFFFF"/>
                </a:solidFill>
              </a:defRPr>
            </a:lvl7pPr>
            <a:lvl8pPr algn="l">
              <a:defRPr sz="825" b="1">
                <a:solidFill>
                  <a:srgbClr val="FFFFFF"/>
                </a:solidFill>
              </a:defRPr>
            </a:lvl8pPr>
            <a:lvl9pPr algn="l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Supported inputs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C3452-4375-4072-A6C8-8E5DF771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7145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43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AED1C4-F1F1-4C3F-8A3B-943A8E3C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1743075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FFFFFF"/>
                </a:solidFill>
              </a:defRPr>
            </a:defPPr>
            <a:lvl1pPr algn="l">
              <a:defRPr sz="825" b="1">
                <a:solidFill>
                  <a:srgbClr val="FFFFFF"/>
                </a:solidFill>
              </a:defRPr>
            </a:lvl1pPr>
            <a:lvl2pPr algn="l">
              <a:defRPr sz="825" b="1">
                <a:solidFill>
                  <a:srgbClr val="FFFFFF"/>
                </a:solidFill>
              </a:defRPr>
            </a:lvl2pPr>
            <a:lvl3pPr algn="l">
              <a:defRPr sz="825" b="1">
                <a:solidFill>
                  <a:srgbClr val="FFFFFF"/>
                </a:solidFill>
              </a:defRPr>
            </a:lvl3pPr>
            <a:lvl4pPr algn="l">
              <a:defRPr sz="825" b="1">
                <a:solidFill>
                  <a:srgbClr val="FFFFFF"/>
                </a:solidFill>
              </a:defRPr>
            </a:lvl4pPr>
            <a:lvl5pPr algn="l">
              <a:defRPr sz="825" b="1">
                <a:solidFill>
                  <a:srgbClr val="FFFFFF"/>
                </a:solidFill>
              </a:defRPr>
            </a:lvl5pPr>
            <a:lvl6pPr algn="l">
              <a:defRPr sz="825" b="1">
                <a:solidFill>
                  <a:srgbClr val="FFFFFF"/>
                </a:solidFill>
              </a:defRPr>
            </a:lvl6pPr>
            <a:lvl7pPr algn="l">
              <a:defRPr sz="825" b="1">
                <a:solidFill>
                  <a:srgbClr val="FFFFFF"/>
                </a:solidFill>
              </a:defRPr>
            </a:lvl7pPr>
            <a:lvl8pPr algn="l">
              <a:defRPr sz="825" b="1">
                <a:solidFill>
                  <a:srgbClr val="FFFFFF"/>
                </a:solidFill>
              </a:defRPr>
            </a:lvl8pPr>
            <a:lvl9pPr algn="l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Validation / limits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646175-4CE5-4CC1-95D1-F5DCB123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14500"/>
            <a:ext cx="3505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43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EDED87-BF2E-423B-BC7C-005FA169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743075"/>
            <a:ext cx="3371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FFFFFF"/>
                </a:solidFill>
              </a:defRPr>
            </a:defPPr>
            <a:lvl1pPr algn="l">
              <a:defRPr sz="825" b="1">
                <a:solidFill>
                  <a:srgbClr val="FFFFFF"/>
                </a:solidFill>
              </a:defRPr>
            </a:lvl1pPr>
            <a:lvl2pPr algn="l">
              <a:defRPr sz="825" b="1">
                <a:solidFill>
                  <a:srgbClr val="FFFFFF"/>
                </a:solidFill>
              </a:defRPr>
            </a:lvl2pPr>
            <a:lvl3pPr algn="l">
              <a:defRPr sz="825" b="1">
                <a:solidFill>
                  <a:srgbClr val="FFFFFF"/>
                </a:solidFill>
              </a:defRPr>
            </a:lvl3pPr>
            <a:lvl4pPr algn="l">
              <a:defRPr sz="825" b="1">
                <a:solidFill>
                  <a:srgbClr val="FFFFFF"/>
                </a:solidFill>
              </a:defRPr>
            </a:lvl4pPr>
            <a:lvl5pPr algn="l">
              <a:defRPr sz="825" b="1">
                <a:solidFill>
                  <a:srgbClr val="FFFFFF"/>
                </a:solidFill>
              </a:defRPr>
            </a:lvl5pPr>
            <a:lvl6pPr algn="l">
              <a:defRPr sz="825" b="1">
                <a:solidFill>
                  <a:srgbClr val="FFFFFF"/>
                </a:solidFill>
              </a:defRPr>
            </a:lvl6pPr>
            <a:lvl7pPr algn="l">
              <a:defRPr sz="825" b="1">
                <a:solidFill>
                  <a:srgbClr val="FFFFFF"/>
                </a:solidFill>
              </a:defRPr>
            </a:lvl7pPr>
            <a:lvl8pPr algn="l">
              <a:defRPr sz="825" b="1">
                <a:solidFill>
                  <a:srgbClr val="FFFFFF"/>
                </a:solidFill>
              </a:defRPr>
            </a:lvl8pPr>
            <a:lvl9pPr algn="l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Use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1A4004-F27C-4FD7-93F1-75EB2DF0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DA1E11-B729-4CD7-830F-DB0BD57D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276475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0F172A"/>
                </a:solidFill>
              </a:defRPr>
            </a:defPPr>
            <a:lvl1pPr algn="l">
              <a:defRPr sz="750" b="1">
                <a:solidFill>
                  <a:srgbClr val="0F172A"/>
                </a:solidFill>
              </a:defRPr>
            </a:lvl1pPr>
            <a:lvl2pPr algn="l">
              <a:defRPr sz="750" b="1">
                <a:solidFill>
                  <a:srgbClr val="0F172A"/>
                </a:solidFill>
              </a:defRPr>
            </a:lvl2pPr>
            <a:lvl3pPr algn="l">
              <a:defRPr sz="750" b="1">
                <a:solidFill>
                  <a:srgbClr val="0F172A"/>
                </a:solidFill>
              </a:defRPr>
            </a:lvl3pPr>
            <a:lvl4pPr algn="l">
              <a:defRPr sz="750" b="1">
                <a:solidFill>
                  <a:srgbClr val="0F172A"/>
                </a:solidFill>
              </a:defRPr>
            </a:lvl4pPr>
            <a:lvl5pPr algn="l">
              <a:defRPr sz="750" b="1">
                <a:solidFill>
                  <a:srgbClr val="0F172A"/>
                </a:solidFill>
              </a:defRPr>
            </a:lvl5pPr>
            <a:lvl6pPr algn="l">
              <a:defRPr sz="750" b="1">
                <a:solidFill>
                  <a:srgbClr val="0F172A"/>
                </a:solidFill>
              </a:defRPr>
            </a:lvl6pPr>
            <a:lvl7pPr algn="l">
              <a:defRPr sz="750" b="1">
                <a:solidFill>
                  <a:srgbClr val="0F172A"/>
                </a:solidFill>
              </a:defRPr>
            </a:lvl7pPr>
            <a:lvl8pPr algn="l">
              <a:defRPr sz="750" b="1">
                <a:solidFill>
                  <a:srgbClr val="0F172A"/>
                </a:solidFill>
              </a:defRPr>
            </a:lvl8pPr>
            <a:lvl9pPr algn="l">
              <a:defRPr sz="7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0F172A"/>
                </a:solidFill>
              </a:defRPr>
            </a:pPr>
            <a:r>
              <a:rPr sz="750" b="1">
                <a:solidFill>
                  <a:srgbClr val="0F172A"/>
                </a:solidFill>
              </a:rPr>
              <a:t>Account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C558F8-6620-45CC-8A26-D6A48BA0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47900"/>
            <a:ext cx="304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84CA52-16E0-4E81-B300-0BF0E568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276475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preferred name; locale; timezone; measurement system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187D4D-C6D6-4053-90E5-EA625E48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47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820924-4047-40F8-ACD4-54A13DF0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276475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typed enums; change audit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19C132-A37D-41FE-8B35-287F3F26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47900"/>
            <a:ext cx="3505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7CF4AF-40BE-43DC-B124-F9CA8313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276475"/>
            <a:ext cx="3371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language, units, reminders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9C163E-65A9-49F9-99B6-7265F290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373871-900E-4CB3-B51E-63F9FDED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809875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0F172A"/>
                </a:solidFill>
              </a:defRPr>
            </a:defPPr>
            <a:lvl1pPr algn="l">
              <a:defRPr sz="750" b="1">
                <a:solidFill>
                  <a:srgbClr val="0F172A"/>
                </a:solidFill>
              </a:defRPr>
            </a:lvl1pPr>
            <a:lvl2pPr algn="l">
              <a:defRPr sz="750" b="1">
                <a:solidFill>
                  <a:srgbClr val="0F172A"/>
                </a:solidFill>
              </a:defRPr>
            </a:lvl2pPr>
            <a:lvl3pPr algn="l">
              <a:defRPr sz="750" b="1">
                <a:solidFill>
                  <a:srgbClr val="0F172A"/>
                </a:solidFill>
              </a:defRPr>
            </a:lvl3pPr>
            <a:lvl4pPr algn="l">
              <a:defRPr sz="750" b="1">
                <a:solidFill>
                  <a:srgbClr val="0F172A"/>
                </a:solidFill>
              </a:defRPr>
            </a:lvl4pPr>
            <a:lvl5pPr algn="l">
              <a:defRPr sz="750" b="1">
                <a:solidFill>
                  <a:srgbClr val="0F172A"/>
                </a:solidFill>
              </a:defRPr>
            </a:lvl5pPr>
            <a:lvl6pPr algn="l">
              <a:defRPr sz="750" b="1">
                <a:solidFill>
                  <a:srgbClr val="0F172A"/>
                </a:solidFill>
              </a:defRPr>
            </a:lvl6pPr>
            <a:lvl7pPr algn="l">
              <a:defRPr sz="750" b="1">
                <a:solidFill>
                  <a:srgbClr val="0F172A"/>
                </a:solidFill>
              </a:defRPr>
            </a:lvl7pPr>
            <a:lvl8pPr algn="l">
              <a:defRPr sz="750" b="1">
                <a:solidFill>
                  <a:srgbClr val="0F172A"/>
                </a:solidFill>
              </a:defRPr>
            </a:lvl8pPr>
            <a:lvl9pPr algn="l">
              <a:defRPr sz="7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0F172A"/>
                </a:solidFill>
              </a:defRPr>
            </a:pPr>
            <a:r>
              <a:rPr sz="750" b="1">
                <a:solidFill>
                  <a:srgbClr val="0F172A"/>
                </a:solidFill>
              </a:rPr>
              <a:t>Preferences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18DD04-8407-4EE9-8639-62B9A89A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781300"/>
            <a:ext cx="304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A7608E-13ED-4E94-A14F-27B093FB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809875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service interests; communications; accessibility; default storage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86F9CC-6CF3-4311-8DE2-B6A2E71F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813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27C050-E72D-488A-8D10-7B521C3A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809875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explicit and revocable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4FDA08-A07D-4E9F-B413-B70FD3FF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81300"/>
            <a:ext cx="3505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8BCF56-C11D-48D9-8E0A-7D79EC24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809875"/>
            <a:ext cx="3371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navigation, delivery and display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7DF0D3-2FD6-45AF-BB5C-81E5F80C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371D6E-6522-42CA-A7AF-CEB0DF4C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343275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0F172A"/>
                </a:solidFill>
              </a:defRPr>
            </a:defPPr>
            <a:lvl1pPr algn="l">
              <a:defRPr sz="750" b="1">
                <a:solidFill>
                  <a:srgbClr val="0F172A"/>
                </a:solidFill>
              </a:defRPr>
            </a:lvl1pPr>
            <a:lvl2pPr algn="l">
              <a:defRPr sz="750" b="1">
                <a:solidFill>
                  <a:srgbClr val="0F172A"/>
                </a:solidFill>
              </a:defRPr>
            </a:lvl2pPr>
            <a:lvl3pPr algn="l">
              <a:defRPr sz="750" b="1">
                <a:solidFill>
                  <a:srgbClr val="0F172A"/>
                </a:solidFill>
              </a:defRPr>
            </a:lvl3pPr>
            <a:lvl4pPr algn="l">
              <a:defRPr sz="750" b="1">
                <a:solidFill>
                  <a:srgbClr val="0F172A"/>
                </a:solidFill>
              </a:defRPr>
            </a:lvl4pPr>
            <a:lvl5pPr algn="l">
              <a:defRPr sz="750" b="1">
                <a:solidFill>
                  <a:srgbClr val="0F172A"/>
                </a:solidFill>
              </a:defRPr>
            </a:lvl5pPr>
            <a:lvl6pPr algn="l">
              <a:defRPr sz="750" b="1">
                <a:solidFill>
                  <a:srgbClr val="0F172A"/>
                </a:solidFill>
              </a:defRPr>
            </a:lvl6pPr>
            <a:lvl7pPr algn="l">
              <a:defRPr sz="750" b="1">
                <a:solidFill>
                  <a:srgbClr val="0F172A"/>
                </a:solidFill>
              </a:defRPr>
            </a:lvl7pPr>
            <a:lvl8pPr algn="l">
              <a:defRPr sz="750" b="1">
                <a:solidFill>
                  <a:srgbClr val="0F172A"/>
                </a:solidFill>
              </a:defRPr>
            </a:lvl8pPr>
            <a:lvl9pPr algn="l">
              <a:defRPr sz="7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0F172A"/>
                </a:solidFill>
              </a:defRPr>
            </a:pPr>
            <a:r>
              <a:rPr sz="750" b="1">
                <a:solidFill>
                  <a:srgbClr val="0F172A"/>
                </a:solidFill>
              </a:rPr>
              <a:t>Skin profile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78CF1B-F36B-462A-A5C7-75635559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314700"/>
            <a:ext cx="304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D354EC-F0C1-4B25-8243-793F11CA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343275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skin type; 1–3 concerns; sensitivity; age band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8BCC43-7934-47E1-AA18-23C98845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147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3D305C-EEA8-44A3-8D70-745C4603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343275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required structured values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D197E5-ED97-4B32-939A-9514DDB8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14700"/>
            <a:ext cx="3505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77BC81-0EF1-4A99-B477-4D10B4B6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343275"/>
            <a:ext cx="3371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matching and cautions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DF332B-A016-4F41-97C7-62E4FB20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D2E674-87F1-46BC-8C98-40541679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876675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0F172A"/>
                </a:solidFill>
              </a:defRPr>
            </a:defPPr>
            <a:lvl1pPr algn="l">
              <a:defRPr sz="750" b="1">
                <a:solidFill>
                  <a:srgbClr val="0F172A"/>
                </a:solidFill>
              </a:defRPr>
            </a:lvl1pPr>
            <a:lvl2pPr algn="l">
              <a:defRPr sz="750" b="1">
                <a:solidFill>
                  <a:srgbClr val="0F172A"/>
                </a:solidFill>
              </a:defRPr>
            </a:lvl2pPr>
            <a:lvl3pPr algn="l">
              <a:defRPr sz="750" b="1">
                <a:solidFill>
                  <a:srgbClr val="0F172A"/>
                </a:solidFill>
              </a:defRPr>
            </a:lvl3pPr>
            <a:lvl4pPr algn="l">
              <a:defRPr sz="750" b="1">
                <a:solidFill>
                  <a:srgbClr val="0F172A"/>
                </a:solidFill>
              </a:defRPr>
            </a:lvl4pPr>
            <a:lvl5pPr algn="l">
              <a:defRPr sz="750" b="1">
                <a:solidFill>
                  <a:srgbClr val="0F172A"/>
                </a:solidFill>
              </a:defRPr>
            </a:lvl5pPr>
            <a:lvl6pPr algn="l">
              <a:defRPr sz="750" b="1">
                <a:solidFill>
                  <a:srgbClr val="0F172A"/>
                </a:solidFill>
              </a:defRPr>
            </a:lvl6pPr>
            <a:lvl7pPr algn="l">
              <a:defRPr sz="750" b="1">
                <a:solidFill>
                  <a:srgbClr val="0F172A"/>
                </a:solidFill>
              </a:defRPr>
            </a:lvl7pPr>
            <a:lvl8pPr algn="l">
              <a:defRPr sz="750" b="1">
                <a:solidFill>
                  <a:srgbClr val="0F172A"/>
                </a:solidFill>
              </a:defRPr>
            </a:lvl8pPr>
            <a:lvl9pPr algn="l">
              <a:defRPr sz="7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0F172A"/>
                </a:solidFill>
              </a:defRPr>
            </a:pPr>
            <a:r>
              <a:rPr sz="750" b="1">
                <a:solidFill>
                  <a:srgbClr val="0F172A"/>
                </a:solidFill>
              </a:rPr>
              <a:t>Routine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B5E2DD-3169-4219-BA3F-34C4A140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848100"/>
            <a:ext cx="304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3A30E8-8803-4E85-8D2A-FBE86FCB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876675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current routine; desired outcome; budget range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C224BF-485F-4D74-8497-4800EF50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8481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24AA0FE-A387-447F-8D21-E78851F5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876675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bounded choices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981626-2695-4EA7-8E3B-FAE49553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48100"/>
            <a:ext cx="3505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DA8F4AD-9062-44C5-B475-E7AD46FA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876675"/>
            <a:ext cx="3371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complexity, slots and price fit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9D3FFC-369D-4FC3-AEB7-F0CD3814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5064275-A9B9-4FD0-B708-DDE9126F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410075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0F172A"/>
                </a:solidFill>
              </a:defRPr>
            </a:defPPr>
            <a:lvl1pPr algn="l">
              <a:defRPr sz="750" b="1">
                <a:solidFill>
                  <a:srgbClr val="0F172A"/>
                </a:solidFill>
              </a:defRPr>
            </a:lvl1pPr>
            <a:lvl2pPr algn="l">
              <a:defRPr sz="750" b="1">
                <a:solidFill>
                  <a:srgbClr val="0F172A"/>
                </a:solidFill>
              </a:defRPr>
            </a:lvl2pPr>
            <a:lvl3pPr algn="l">
              <a:defRPr sz="750" b="1">
                <a:solidFill>
                  <a:srgbClr val="0F172A"/>
                </a:solidFill>
              </a:defRPr>
            </a:lvl3pPr>
            <a:lvl4pPr algn="l">
              <a:defRPr sz="750" b="1">
                <a:solidFill>
                  <a:srgbClr val="0F172A"/>
                </a:solidFill>
              </a:defRPr>
            </a:lvl4pPr>
            <a:lvl5pPr algn="l">
              <a:defRPr sz="750" b="1">
                <a:solidFill>
                  <a:srgbClr val="0F172A"/>
                </a:solidFill>
              </a:defRPr>
            </a:lvl5pPr>
            <a:lvl6pPr algn="l">
              <a:defRPr sz="750" b="1">
                <a:solidFill>
                  <a:srgbClr val="0F172A"/>
                </a:solidFill>
              </a:defRPr>
            </a:lvl6pPr>
            <a:lvl7pPr algn="l">
              <a:defRPr sz="750" b="1">
                <a:solidFill>
                  <a:srgbClr val="0F172A"/>
                </a:solidFill>
              </a:defRPr>
            </a:lvl7pPr>
            <a:lvl8pPr algn="l">
              <a:defRPr sz="750" b="1">
                <a:solidFill>
                  <a:srgbClr val="0F172A"/>
                </a:solidFill>
              </a:defRPr>
            </a:lvl8pPr>
            <a:lvl9pPr algn="l">
              <a:defRPr sz="7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0F172A"/>
                </a:solidFill>
              </a:defRPr>
            </a:pPr>
            <a:r>
              <a:rPr sz="750" b="1">
                <a:solidFill>
                  <a:srgbClr val="0F172A"/>
                </a:solidFill>
              </a:rPr>
              <a:t>Safety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2EF7CEA-BEBA-42A0-979D-E981A54B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381500"/>
            <a:ext cx="304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BEEDB2E-7753-4EDC-B7B8-35C74680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410075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ingredient avoidances; discomfort; optional notes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AE742AB-B4E4-4DA9-9F60-C51C264B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3815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2AB3A0B-5C1E-4DAD-96ED-5788EE8A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410075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canonical IDs; length limits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2C5EC60-90BA-4609-A818-8FF31DFC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81500"/>
            <a:ext cx="3505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D7F9033-EF25-4F05-8AFF-9E181B0D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410075"/>
            <a:ext cx="3371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hard excludes and escalation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F2F728-E0C5-4121-836D-A889AAEA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A8AB7A7-FF25-4987-B8C9-9A87C31A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943475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0F172A"/>
                </a:solidFill>
              </a:defRPr>
            </a:defPPr>
            <a:lvl1pPr algn="l">
              <a:defRPr sz="750" b="1">
                <a:solidFill>
                  <a:srgbClr val="0F172A"/>
                </a:solidFill>
              </a:defRPr>
            </a:lvl1pPr>
            <a:lvl2pPr algn="l">
              <a:defRPr sz="750" b="1">
                <a:solidFill>
                  <a:srgbClr val="0F172A"/>
                </a:solidFill>
              </a:defRPr>
            </a:lvl2pPr>
            <a:lvl3pPr algn="l">
              <a:defRPr sz="750" b="1">
                <a:solidFill>
                  <a:srgbClr val="0F172A"/>
                </a:solidFill>
              </a:defRPr>
            </a:lvl3pPr>
            <a:lvl4pPr algn="l">
              <a:defRPr sz="750" b="1">
                <a:solidFill>
                  <a:srgbClr val="0F172A"/>
                </a:solidFill>
              </a:defRPr>
            </a:lvl4pPr>
            <a:lvl5pPr algn="l">
              <a:defRPr sz="750" b="1">
                <a:solidFill>
                  <a:srgbClr val="0F172A"/>
                </a:solidFill>
              </a:defRPr>
            </a:lvl5pPr>
            <a:lvl6pPr algn="l">
              <a:defRPr sz="750" b="1">
                <a:solidFill>
                  <a:srgbClr val="0F172A"/>
                </a:solidFill>
              </a:defRPr>
            </a:lvl6pPr>
            <a:lvl7pPr algn="l">
              <a:defRPr sz="750" b="1">
                <a:solidFill>
                  <a:srgbClr val="0F172A"/>
                </a:solidFill>
              </a:defRPr>
            </a:lvl7pPr>
            <a:lvl8pPr algn="l">
              <a:defRPr sz="750" b="1">
                <a:solidFill>
                  <a:srgbClr val="0F172A"/>
                </a:solidFill>
              </a:defRPr>
            </a:lvl8pPr>
            <a:lvl9pPr algn="l">
              <a:defRPr sz="7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0F172A"/>
                </a:solidFill>
              </a:defRPr>
            </a:pPr>
            <a:r>
              <a:rPr sz="750" b="1">
                <a:solidFill>
                  <a:srgbClr val="0F172A"/>
                </a:solidFill>
              </a:rPr>
              <a:t>Anti-aging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FBD7383-7EED-407A-A53C-5296488B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914900"/>
            <a:ext cx="304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1975397-8250-458D-B656-F3F6ABEA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943475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1–3 goals; sensitivity; consent; ≤6 products; ≤20 avoids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0AB9914-93C7-44BB-AC12-536CACFF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9149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7F2C55A-D583-4FB5-A8DA-4FF8CE03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943475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read-only boundary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1007DA8-C736-469F-8BC1-17844072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14900"/>
            <a:ext cx="3505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CD98088-AA9A-4F0C-B59E-A41DE0FA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943475"/>
            <a:ext cx="3371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preview, sources and progress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B481374-8985-4F44-AA63-572C71DF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4830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1EF6EF6-9A52-4C7C-9294-9604DFAC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476875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0F172A"/>
                </a:solidFill>
              </a:defRPr>
            </a:defPPr>
            <a:lvl1pPr algn="l">
              <a:defRPr sz="750" b="1">
                <a:solidFill>
                  <a:srgbClr val="0F172A"/>
                </a:solidFill>
              </a:defRPr>
            </a:lvl1pPr>
            <a:lvl2pPr algn="l">
              <a:defRPr sz="750" b="1">
                <a:solidFill>
                  <a:srgbClr val="0F172A"/>
                </a:solidFill>
              </a:defRPr>
            </a:lvl2pPr>
            <a:lvl3pPr algn="l">
              <a:defRPr sz="750" b="1">
                <a:solidFill>
                  <a:srgbClr val="0F172A"/>
                </a:solidFill>
              </a:defRPr>
            </a:lvl3pPr>
            <a:lvl4pPr algn="l">
              <a:defRPr sz="750" b="1">
                <a:solidFill>
                  <a:srgbClr val="0F172A"/>
                </a:solidFill>
              </a:defRPr>
            </a:lvl4pPr>
            <a:lvl5pPr algn="l">
              <a:defRPr sz="750" b="1">
                <a:solidFill>
                  <a:srgbClr val="0F172A"/>
                </a:solidFill>
              </a:defRPr>
            </a:lvl5pPr>
            <a:lvl6pPr algn="l">
              <a:defRPr sz="750" b="1">
                <a:solidFill>
                  <a:srgbClr val="0F172A"/>
                </a:solidFill>
              </a:defRPr>
            </a:lvl6pPr>
            <a:lvl7pPr algn="l">
              <a:defRPr sz="750" b="1">
                <a:solidFill>
                  <a:srgbClr val="0F172A"/>
                </a:solidFill>
              </a:defRPr>
            </a:lvl7pPr>
            <a:lvl8pPr algn="l">
              <a:defRPr sz="750" b="1">
                <a:solidFill>
                  <a:srgbClr val="0F172A"/>
                </a:solidFill>
              </a:defRPr>
            </a:lvl8pPr>
            <a:lvl9pPr algn="l">
              <a:defRPr sz="7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0F172A"/>
                </a:solidFill>
              </a:defRPr>
            </a:pPr>
            <a:r>
              <a:rPr sz="750" b="1">
                <a:solidFill>
                  <a:srgbClr val="0F172A"/>
                </a:solidFill>
              </a:rPr>
              <a:t>Images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6A53F80-A5EC-43D1-A247-9B1005FB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48300"/>
            <a:ext cx="304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B338FFE-00A1-4417-A66A-A1B4C7BA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5476875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purpose/category; metadata; upload consent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FE5ECD0-D90D-41C3-A7C7-333BDFF5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4483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6FD42F5-FD8A-4CD5-8F3A-60E27C1A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5476875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prepared derivative; metadata stripped; quotas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8198173-29F0-4202-803B-2719DA97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448300"/>
            <a:ext cx="3505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523D4B9-7BC3-43A9-AB95-90D98329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476875"/>
            <a:ext cx="3371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journal/reference unless separately approved</a:t>
            </a:r>
          </a:p>
        </p:txBody>
      </p:sp>
    </p:spTree>
    <p:extLst>
      <p:ext uri="{BB962C8B-B14F-4D97-AF65-F5344CB8AC3E}">
        <p14:creationId xmlns:p14="http://schemas.microsoft.com/office/powerpoint/2010/main" val="20756478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47A948C-DCE3-4436-B620-F15FFB2F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6D28D9"/>
                </a:solidFill>
              </a:defRPr>
            </a:defPPr>
            <a:lvl1pPr algn="l">
              <a:defRPr sz="825" b="1">
                <a:solidFill>
                  <a:srgbClr val="6D28D9"/>
                </a:solidFill>
              </a:defRPr>
            </a:lvl1pPr>
            <a:lvl2pPr algn="l">
              <a:defRPr sz="825" b="1">
                <a:solidFill>
                  <a:srgbClr val="6D28D9"/>
                </a:solidFill>
              </a:defRPr>
            </a:lvl2pPr>
            <a:lvl3pPr algn="l">
              <a:defRPr sz="825" b="1">
                <a:solidFill>
                  <a:srgbClr val="6D28D9"/>
                </a:solidFill>
              </a:defRPr>
            </a:lvl3pPr>
            <a:lvl4pPr algn="l">
              <a:defRPr sz="825" b="1">
                <a:solidFill>
                  <a:srgbClr val="6D28D9"/>
                </a:solidFill>
              </a:defRPr>
            </a:lvl4pPr>
            <a:lvl5pPr algn="l">
              <a:defRPr sz="825" b="1">
                <a:solidFill>
                  <a:srgbClr val="6D28D9"/>
                </a:solidFill>
              </a:defRPr>
            </a:lvl5pPr>
            <a:lvl6pPr algn="l">
              <a:defRPr sz="825" b="1">
                <a:solidFill>
                  <a:srgbClr val="6D28D9"/>
                </a:solidFill>
              </a:defRPr>
            </a:lvl6pPr>
            <a:lvl7pPr algn="l">
              <a:defRPr sz="825" b="1">
                <a:solidFill>
                  <a:srgbClr val="6D28D9"/>
                </a:solidFill>
              </a:defRPr>
            </a:lvl7pPr>
            <a:lvl8pPr algn="l">
              <a:defRPr sz="825" b="1">
                <a:solidFill>
                  <a:srgbClr val="6D28D9"/>
                </a:solidFill>
              </a:defRPr>
            </a:lvl8pPr>
            <a:lvl9pPr algn="l">
              <a:defRPr sz="825" b="1">
                <a:solidFill>
                  <a:srgbClr val="6D28D9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6D28D9"/>
                </a:solidFill>
              </a:defRPr>
            </a:pPr>
            <a:r>
              <a:rPr sz="825" b="1">
                <a:solidFill>
                  <a:srgbClr val="6D28D9"/>
                </a:solidFill>
              </a:rPr>
              <a:t>DATAPOINT CATALOG ·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A83C41-299F-4FA9-AA82-A7EC0384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0F172A"/>
                </a:solidFill>
              </a:defRPr>
            </a:defPPr>
            <a:lvl1pPr algn="l">
              <a:defRPr sz="2250" b="1">
                <a:solidFill>
                  <a:srgbClr val="0F172A"/>
                </a:solidFill>
              </a:defRPr>
            </a:lvl1pPr>
            <a:lvl2pPr algn="l">
              <a:defRPr sz="2250" b="1">
                <a:solidFill>
                  <a:srgbClr val="0F172A"/>
                </a:solidFill>
              </a:defRPr>
            </a:lvl2pPr>
            <a:lvl3pPr algn="l">
              <a:defRPr sz="2250" b="1">
                <a:solidFill>
                  <a:srgbClr val="0F172A"/>
                </a:solidFill>
              </a:defRPr>
            </a:lvl3pPr>
            <a:lvl4pPr algn="l">
              <a:defRPr sz="2250" b="1">
                <a:solidFill>
                  <a:srgbClr val="0F172A"/>
                </a:solidFill>
              </a:defRPr>
            </a:lvl4pPr>
            <a:lvl5pPr algn="l">
              <a:defRPr sz="2250" b="1">
                <a:solidFill>
                  <a:srgbClr val="0F172A"/>
                </a:solidFill>
              </a:defRPr>
            </a:lvl5pPr>
            <a:lvl6pPr algn="l">
              <a:defRPr sz="2250" b="1">
                <a:solidFill>
                  <a:srgbClr val="0F172A"/>
                </a:solidFill>
              </a:defRPr>
            </a:lvl6pPr>
            <a:lvl7pPr algn="l">
              <a:defRPr sz="2250" b="1">
                <a:solidFill>
                  <a:srgbClr val="0F172A"/>
                </a:solidFill>
              </a:defRPr>
            </a:lvl7pPr>
            <a:lvl8pPr algn="l">
              <a:defRPr sz="2250" b="1">
                <a:solidFill>
                  <a:srgbClr val="0F172A"/>
                </a:solidFill>
              </a:defRPr>
            </a:lvl8pPr>
            <a:lvl9pPr algn="l">
              <a:defRPr sz="22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Style, retail, billing and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7DF89-4DD2-46DF-A153-8BB02CEF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B6475"/>
                </a:solidFill>
              </a:defRPr>
            </a:defPPr>
            <a:lvl1pPr algn="l">
              <a:defRPr sz="1050" b="0">
                <a:solidFill>
                  <a:srgbClr val="5B6475"/>
                </a:solidFill>
              </a:defRPr>
            </a:lvl1pPr>
            <a:lvl2pPr algn="l">
              <a:defRPr sz="1050" b="0">
                <a:solidFill>
                  <a:srgbClr val="5B6475"/>
                </a:solidFill>
              </a:defRPr>
            </a:lvl2pPr>
            <a:lvl3pPr algn="l">
              <a:defRPr sz="1050" b="0">
                <a:solidFill>
                  <a:srgbClr val="5B6475"/>
                </a:solidFill>
              </a:defRPr>
            </a:lvl3pPr>
            <a:lvl4pPr algn="l">
              <a:defRPr sz="1050" b="0">
                <a:solidFill>
                  <a:srgbClr val="5B6475"/>
                </a:solidFill>
              </a:defRPr>
            </a:lvl4pPr>
            <a:lvl5pPr algn="l">
              <a:defRPr sz="1050" b="0">
                <a:solidFill>
                  <a:srgbClr val="5B6475"/>
                </a:solidFill>
              </a:defRPr>
            </a:lvl5pPr>
            <a:lvl6pPr algn="l">
              <a:defRPr sz="1050" b="0">
                <a:solidFill>
                  <a:srgbClr val="5B6475"/>
                </a:solidFill>
              </a:defRPr>
            </a:lvl6pPr>
            <a:lvl7pPr algn="l">
              <a:defRPr sz="1050" b="0">
                <a:solidFill>
                  <a:srgbClr val="5B6475"/>
                </a:solidFill>
              </a:defRPr>
            </a:lvl7pPr>
            <a:lvl8pPr algn="l">
              <a:defRPr sz="1050" b="0">
                <a:solidFill>
                  <a:srgbClr val="5B6475"/>
                </a:solidFill>
              </a:defRPr>
            </a:lvl8pPr>
            <a:lvl9pPr algn="l">
              <a:defRPr sz="10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Store user facts separately from derived signals so outputs can be recomputed, explained and deleted.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A9D0FB-3F7F-4299-B92C-3E61BD64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F"/>
          </a:solidFill>
          <a:ln xmlns:a="http://schemas.openxmlformats.org/drawingml/2006/main" w="0">
            <a:solidFill>
              <a:srgbClr val="EEE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19C158-7BB6-4147-B362-756E12EC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75" b="0">
                <a:solidFill>
                  <a:srgbClr val="7A8291"/>
                </a:solidFill>
              </a:defRPr>
            </a:defPPr>
            <a:lvl1pPr algn="l">
              <a:defRPr sz="675" b="0">
                <a:solidFill>
                  <a:srgbClr val="7A8291"/>
                </a:solidFill>
              </a:defRPr>
            </a:lvl1pPr>
            <a:lvl2pPr algn="l">
              <a:defRPr sz="675" b="0">
                <a:solidFill>
                  <a:srgbClr val="7A8291"/>
                </a:solidFill>
              </a:defRPr>
            </a:lvl2pPr>
            <a:lvl3pPr algn="l">
              <a:defRPr sz="675" b="0">
                <a:solidFill>
                  <a:srgbClr val="7A8291"/>
                </a:solidFill>
              </a:defRPr>
            </a:lvl3pPr>
            <a:lvl4pPr algn="l">
              <a:defRPr sz="675" b="0">
                <a:solidFill>
                  <a:srgbClr val="7A8291"/>
                </a:solidFill>
              </a:defRPr>
            </a:lvl4pPr>
            <a:lvl5pPr algn="l">
              <a:defRPr sz="675" b="0">
                <a:solidFill>
                  <a:srgbClr val="7A8291"/>
                </a:solidFill>
              </a:defRPr>
            </a:lvl5pPr>
            <a:lvl6pPr algn="l">
              <a:defRPr sz="675" b="0">
                <a:solidFill>
                  <a:srgbClr val="7A8291"/>
                </a:solidFill>
              </a:defRPr>
            </a:lvl6pPr>
            <a:lvl7pPr algn="l">
              <a:defRPr sz="675" b="0">
                <a:solidFill>
                  <a:srgbClr val="7A8291"/>
                </a:solidFill>
              </a:defRPr>
            </a:lvl7pPr>
            <a:lvl8pPr algn="l">
              <a:defRPr sz="675" b="0">
                <a:solidFill>
                  <a:srgbClr val="7A8291"/>
                </a:solidFill>
              </a:defRPr>
            </a:lvl8pPr>
            <a:lvl9pPr algn="l">
              <a:defRPr sz="675" b="0">
                <a:solidFill>
                  <a:srgbClr val="7A8291"/>
                </a:solidFill>
              </a:defRPr>
            </a:lvl9pPr>
          </a:lstStyle>
          <a:p xmlns:a="http://schemas.openxmlformats.org/drawingml/2006/main">
            <a:pPr algn="l">
              <a:defRPr sz="675" b="0">
                <a:solidFill>
                  <a:srgbClr val="7A8291"/>
                </a:solidFill>
              </a:defRPr>
            </a:pPr>
            <a:r>
              <a:rPr sz="675" b="0">
                <a:solidFill>
                  <a:srgbClr val="7A8291"/>
                </a:solidFill>
              </a:rPr>
              <a:t>MGT SKIN CARE · PRODUCT &amp; PRODUCTION BLUEPRINT · 25 OCT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7C7CD1-7367-4E6B-AA65-3EA70E5A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1">
                <a:solidFill>
                  <a:srgbClr val="7A8291"/>
                </a:solidFill>
              </a:defRPr>
            </a:defPPr>
            <a:lvl1pPr algn="r">
              <a:defRPr sz="750" b="1">
                <a:solidFill>
                  <a:srgbClr val="7A8291"/>
                </a:solidFill>
              </a:defRPr>
            </a:lvl1pPr>
            <a:lvl2pPr algn="r">
              <a:defRPr sz="750" b="1">
                <a:solidFill>
                  <a:srgbClr val="7A8291"/>
                </a:solidFill>
              </a:defRPr>
            </a:lvl2pPr>
            <a:lvl3pPr algn="r">
              <a:defRPr sz="750" b="1">
                <a:solidFill>
                  <a:srgbClr val="7A8291"/>
                </a:solidFill>
              </a:defRPr>
            </a:lvl3pPr>
            <a:lvl4pPr algn="r">
              <a:defRPr sz="750" b="1">
                <a:solidFill>
                  <a:srgbClr val="7A8291"/>
                </a:solidFill>
              </a:defRPr>
            </a:lvl4pPr>
            <a:lvl5pPr algn="r">
              <a:defRPr sz="750" b="1">
                <a:solidFill>
                  <a:srgbClr val="7A8291"/>
                </a:solidFill>
              </a:defRPr>
            </a:lvl5pPr>
            <a:lvl6pPr algn="r">
              <a:defRPr sz="750" b="1">
                <a:solidFill>
                  <a:srgbClr val="7A8291"/>
                </a:solidFill>
              </a:defRPr>
            </a:lvl6pPr>
            <a:lvl7pPr algn="r">
              <a:defRPr sz="750" b="1">
                <a:solidFill>
                  <a:srgbClr val="7A8291"/>
                </a:solidFill>
              </a:defRPr>
            </a:lvl7pPr>
            <a:lvl8pPr algn="r">
              <a:defRPr sz="750" b="1">
                <a:solidFill>
                  <a:srgbClr val="7A8291"/>
                </a:solidFill>
              </a:defRPr>
            </a:lvl8pPr>
            <a:lvl9pPr algn="r">
              <a:defRPr sz="750" b="1">
                <a:solidFill>
                  <a:srgbClr val="7A8291"/>
                </a:solidFill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7A8291"/>
                </a:solidFill>
              </a:defRPr>
            </a:pPr>
            <a:r>
              <a:rPr sz="750" b="1">
                <a:solidFill>
                  <a:srgbClr val="7A8291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4D2EF-A246-4970-8FB6-12B5ECD6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43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5DE7AB-784A-49A5-A15A-2034EB3F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43075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FFFFFF"/>
                </a:solidFill>
              </a:defRPr>
            </a:defPPr>
            <a:lvl1pPr algn="l">
              <a:defRPr sz="825" b="1">
                <a:solidFill>
                  <a:srgbClr val="FFFFFF"/>
                </a:solidFill>
              </a:defRPr>
            </a:lvl1pPr>
            <a:lvl2pPr algn="l">
              <a:defRPr sz="825" b="1">
                <a:solidFill>
                  <a:srgbClr val="FFFFFF"/>
                </a:solidFill>
              </a:defRPr>
            </a:lvl2pPr>
            <a:lvl3pPr algn="l">
              <a:defRPr sz="825" b="1">
                <a:solidFill>
                  <a:srgbClr val="FFFFFF"/>
                </a:solidFill>
              </a:defRPr>
            </a:lvl3pPr>
            <a:lvl4pPr algn="l">
              <a:defRPr sz="825" b="1">
                <a:solidFill>
                  <a:srgbClr val="FFFFFF"/>
                </a:solidFill>
              </a:defRPr>
            </a:lvl4pPr>
            <a:lvl5pPr algn="l">
              <a:defRPr sz="825" b="1">
                <a:solidFill>
                  <a:srgbClr val="FFFFFF"/>
                </a:solidFill>
              </a:defRPr>
            </a:lvl5pPr>
            <a:lvl6pPr algn="l">
              <a:defRPr sz="825" b="1">
                <a:solidFill>
                  <a:srgbClr val="FFFFFF"/>
                </a:solidFill>
              </a:defRPr>
            </a:lvl6pPr>
            <a:lvl7pPr algn="l">
              <a:defRPr sz="825" b="1">
                <a:solidFill>
                  <a:srgbClr val="FFFFFF"/>
                </a:solidFill>
              </a:defRPr>
            </a:lvl7pPr>
            <a:lvl8pPr algn="l">
              <a:defRPr sz="825" b="1">
                <a:solidFill>
                  <a:srgbClr val="FFFFFF"/>
                </a:solidFill>
              </a:defRPr>
            </a:lvl8pPr>
            <a:lvl9pPr algn="l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Domain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3491BA-71C4-4362-BA44-1D426D38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14500"/>
            <a:ext cx="333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43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9F8905-668C-456E-9BC0-D60491E6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1743075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FFFFFF"/>
                </a:solidFill>
              </a:defRPr>
            </a:defPPr>
            <a:lvl1pPr algn="l">
              <a:defRPr sz="825" b="1">
                <a:solidFill>
                  <a:srgbClr val="FFFFFF"/>
                </a:solidFill>
              </a:defRPr>
            </a:lvl1pPr>
            <a:lvl2pPr algn="l">
              <a:defRPr sz="825" b="1">
                <a:solidFill>
                  <a:srgbClr val="FFFFFF"/>
                </a:solidFill>
              </a:defRPr>
            </a:lvl2pPr>
            <a:lvl3pPr algn="l">
              <a:defRPr sz="825" b="1">
                <a:solidFill>
                  <a:srgbClr val="FFFFFF"/>
                </a:solidFill>
              </a:defRPr>
            </a:lvl3pPr>
            <a:lvl4pPr algn="l">
              <a:defRPr sz="825" b="1">
                <a:solidFill>
                  <a:srgbClr val="FFFFFF"/>
                </a:solidFill>
              </a:defRPr>
            </a:lvl4pPr>
            <a:lvl5pPr algn="l">
              <a:defRPr sz="825" b="1">
                <a:solidFill>
                  <a:srgbClr val="FFFFFF"/>
                </a:solidFill>
              </a:defRPr>
            </a:lvl5pPr>
            <a:lvl6pPr algn="l">
              <a:defRPr sz="825" b="1">
                <a:solidFill>
                  <a:srgbClr val="FFFFFF"/>
                </a:solidFill>
              </a:defRPr>
            </a:lvl6pPr>
            <a:lvl7pPr algn="l">
              <a:defRPr sz="825" b="1">
                <a:solidFill>
                  <a:srgbClr val="FFFFFF"/>
                </a:solidFill>
              </a:defRPr>
            </a:lvl7pPr>
            <a:lvl8pPr algn="l">
              <a:defRPr sz="825" b="1">
                <a:solidFill>
                  <a:srgbClr val="FFFFFF"/>
                </a:solidFill>
              </a:defRPr>
            </a:lvl8pPr>
            <a:lvl9pPr algn="l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Supported inputs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11F11D-2667-4F6B-BA5E-9A375B9C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71450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43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C7CC84-B445-499C-A3A3-294C4FB9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743075"/>
            <a:ext cx="2533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FFFFFF"/>
                </a:solidFill>
              </a:defRPr>
            </a:defPPr>
            <a:lvl1pPr algn="l">
              <a:defRPr sz="825" b="1">
                <a:solidFill>
                  <a:srgbClr val="FFFFFF"/>
                </a:solidFill>
              </a:defRPr>
            </a:lvl1pPr>
            <a:lvl2pPr algn="l">
              <a:defRPr sz="825" b="1">
                <a:solidFill>
                  <a:srgbClr val="FFFFFF"/>
                </a:solidFill>
              </a:defRPr>
            </a:lvl2pPr>
            <a:lvl3pPr algn="l">
              <a:defRPr sz="825" b="1">
                <a:solidFill>
                  <a:srgbClr val="FFFFFF"/>
                </a:solidFill>
              </a:defRPr>
            </a:lvl3pPr>
            <a:lvl4pPr algn="l">
              <a:defRPr sz="825" b="1">
                <a:solidFill>
                  <a:srgbClr val="FFFFFF"/>
                </a:solidFill>
              </a:defRPr>
            </a:lvl4pPr>
            <a:lvl5pPr algn="l">
              <a:defRPr sz="825" b="1">
                <a:solidFill>
                  <a:srgbClr val="FFFFFF"/>
                </a:solidFill>
              </a:defRPr>
            </a:lvl5pPr>
            <a:lvl6pPr algn="l">
              <a:defRPr sz="825" b="1">
                <a:solidFill>
                  <a:srgbClr val="FFFFFF"/>
                </a:solidFill>
              </a:defRPr>
            </a:lvl6pPr>
            <a:lvl7pPr algn="l">
              <a:defRPr sz="825" b="1">
                <a:solidFill>
                  <a:srgbClr val="FFFFFF"/>
                </a:solidFill>
              </a:defRPr>
            </a:lvl7pPr>
            <a:lvl8pPr algn="l">
              <a:defRPr sz="825" b="1">
                <a:solidFill>
                  <a:srgbClr val="FFFFFF"/>
                </a:solidFill>
              </a:defRPr>
            </a:lvl8pPr>
            <a:lvl9pPr algn="l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Validation / limits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43D38F-96FF-454E-ABF6-2D47DFE0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3409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43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EC1E45-A9DE-4C52-9C55-B2DD75FA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743075"/>
            <a:ext cx="327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FFFFFF"/>
                </a:solidFill>
              </a:defRPr>
            </a:defPPr>
            <a:lvl1pPr algn="l">
              <a:defRPr sz="825" b="1">
                <a:solidFill>
                  <a:srgbClr val="FFFFFF"/>
                </a:solidFill>
              </a:defRPr>
            </a:lvl1pPr>
            <a:lvl2pPr algn="l">
              <a:defRPr sz="825" b="1">
                <a:solidFill>
                  <a:srgbClr val="FFFFFF"/>
                </a:solidFill>
              </a:defRPr>
            </a:lvl2pPr>
            <a:lvl3pPr algn="l">
              <a:defRPr sz="825" b="1">
                <a:solidFill>
                  <a:srgbClr val="FFFFFF"/>
                </a:solidFill>
              </a:defRPr>
            </a:lvl3pPr>
            <a:lvl4pPr algn="l">
              <a:defRPr sz="825" b="1">
                <a:solidFill>
                  <a:srgbClr val="FFFFFF"/>
                </a:solidFill>
              </a:defRPr>
            </a:lvl4pPr>
            <a:lvl5pPr algn="l">
              <a:defRPr sz="825" b="1">
                <a:solidFill>
                  <a:srgbClr val="FFFFFF"/>
                </a:solidFill>
              </a:defRPr>
            </a:lvl5pPr>
            <a:lvl6pPr algn="l">
              <a:defRPr sz="825" b="1">
                <a:solidFill>
                  <a:srgbClr val="FFFFFF"/>
                </a:solidFill>
              </a:defRPr>
            </a:lvl6pPr>
            <a:lvl7pPr algn="l">
              <a:defRPr sz="825" b="1">
                <a:solidFill>
                  <a:srgbClr val="FFFFFF"/>
                </a:solidFill>
              </a:defRPr>
            </a:lvl7pPr>
            <a:lvl8pPr algn="l">
              <a:defRPr sz="825" b="1">
                <a:solidFill>
                  <a:srgbClr val="FFFFFF"/>
                </a:solidFill>
              </a:defRPr>
            </a:lvl8pPr>
            <a:lvl9pPr algn="l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Use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9ADC25-7532-4F0E-BC57-9BD25661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3AED20-0A79-42F5-A91C-612B8248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276475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0F172A"/>
                </a:solidFill>
              </a:defRPr>
            </a:defPPr>
            <a:lvl1pPr algn="l">
              <a:defRPr sz="750" b="1">
                <a:solidFill>
                  <a:srgbClr val="0F172A"/>
                </a:solidFill>
              </a:defRPr>
            </a:lvl1pPr>
            <a:lvl2pPr algn="l">
              <a:defRPr sz="750" b="1">
                <a:solidFill>
                  <a:srgbClr val="0F172A"/>
                </a:solidFill>
              </a:defRPr>
            </a:lvl2pPr>
            <a:lvl3pPr algn="l">
              <a:defRPr sz="750" b="1">
                <a:solidFill>
                  <a:srgbClr val="0F172A"/>
                </a:solidFill>
              </a:defRPr>
            </a:lvl3pPr>
            <a:lvl4pPr algn="l">
              <a:defRPr sz="750" b="1">
                <a:solidFill>
                  <a:srgbClr val="0F172A"/>
                </a:solidFill>
              </a:defRPr>
            </a:lvl4pPr>
            <a:lvl5pPr algn="l">
              <a:defRPr sz="750" b="1">
                <a:solidFill>
                  <a:srgbClr val="0F172A"/>
                </a:solidFill>
              </a:defRPr>
            </a:lvl5pPr>
            <a:lvl6pPr algn="l">
              <a:defRPr sz="750" b="1">
                <a:solidFill>
                  <a:srgbClr val="0F172A"/>
                </a:solidFill>
              </a:defRPr>
            </a:lvl6pPr>
            <a:lvl7pPr algn="l">
              <a:defRPr sz="750" b="1">
                <a:solidFill>
                  <a:srgbClr val="0F172A"/>
                </a:solidFill>
              </a:defRPr>
            </a:lvl7pPr>
            <a:lvl8pPr algn="l">
              <a:defRPr sz="750" b="1">
                <a:solidFill>
                  <a:srgbClr val="0F172A"/>
                </a:solidFill>
              </a:defRPr>
            </a:lvl8pPr>
            <a:lvl9pPr algn="l">
              <a:defRPr sz="7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0F172A"/>
                </a:solidFill>
              </a:defRPr>
            </a:pPr>
            <a:r>
              <a:rPr sz="750" b="1">
                <a:solidFill>
                  <a:srgbClr val="0F172A"/>
                </a:solidFill>
              </a:rPr>
              <a:t>Color/style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FFDF66-950C-4515-AAFC-2A725392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47900"/>
            <a:ext cx="333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A89655-F0A0-4DD6-8F05-9015AE9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276475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palette, contrast, face shape, depth/undertone, hair, eyes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04E9FD-0A02-4423-972F-BFE0D54E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24790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38EE54-EC1C-4353-B61D-A572E0BF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276475"/>
            <a:ext cx="2533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user-confirmed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BDA3F6-5F3A-4E8A-ACB3-E9A492B5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47900"/>
            <a:ext cx="3409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F1399B-FA83-44C8-8338-097F6805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76475"/>
            <a:ext cx="327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palette and presentation ideas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6433A6-15B4-452F-98F5-31E9244B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24D76F-CB4F-46E9-8C3F-EF63BFFF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809875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0F172A"/>
                </a:solidFill>
              </a:defRPr>
            </a:defPPr>
            <a:lvl1pPr algn="l">
              <a:defRPr sz="750" b="1">
                <a:solidFill>
                  <a:srgbClr val="0F172A"/>
                </a:solidFill>
              </a:defRPr>
            </a:lvl1pPr>
            <a:lvl2pPr algn="l">
              <a:defRPr sz="750" b="1">
                <a:solidFill>
                  <a:srgbClr val="0F172A"/>
                </a:solidFill>
              </a:defRPr>
            </a:lvl2pPr>
            <a:lvl3pPr algn="l">
              <a:defRPr sz="750" b="1">
                <a:solidFill>
                  <a:srgbClr val="0F172A"/>
                </a:solidFill>
              </a:defRPr>
            </a:lvl3pPr>
            <a:lvl4pPr algn="l">
              <a:defRPr sz="750" b="1">
                <a:solidFill>
                  <a:srgbClr val="0F172A"/>
                </a:solidFill>
              </a:defRPr>
            </a:lvl4pPr>
            <a:lvl5pPr algn="l">
              <a:defRPr sz="750" b="1">
                <a:solidFill>
                  <a:srgbClr val="0F172A"/>
                </a:solidFill>
              </a:defRPr>
            </a:lvl5pPr>
            <a:lvl6pPr algn="l">
              <a:defRPr sz="750" b="1">
                <a:solidFill>
                  <a:srgbClr val="0F172A"/>
                </a:solidFill>
              </a:defRPr>
            </a:lvl6pPr>
            <a:lvl7pPr algn="l">
              <a:defRPr sz="750" b="1">
                <a:solidFill>
                  <a:srgbClr val="0F172A"/>
                </a:solidFill>
              </a:defRPr>
            </a:lvl7pPr>
            <a:lvl8pPr algn="l">
              <a:defRPr sz="750" b="1">
                <a:solidFill>
                  <a:srgbClr val="0F172A"/>
                </a:solidFill>
              </a:defRPr>
            </a:lvl8pPr>
            <a:lvl9pPr algn="l">
              <a:defRPr sz="7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0F172A"/>
                </a:solidFill>
              </a:defRPr>
            </a:pPr>
            <a:r>
              <a:rPr sz="750" b="1">
                <a:solidFill>
                  <a:srgbClr val="0F172A"/>
                </a:solidFill>
              </a:rPr>
              <a:t>Expression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C1EDAA-5CF5-4FB3-8F8B-6F044CB8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781300"/>
            <a:ext cx="333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618BAD-5CEA-4869-B404-57064F49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809875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occasion, texture, effort, hair, makeup, clothing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B08DA1-FB86-4E70-9781-AD1E0DEB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78130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5541DF-62B4-45BF-83E2-B3004752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809875"/>
            <a:ext cx="2533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structured + short notes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AAE788-565B-4F62-BC41-C09B24A6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81300"/>
            <a:ext cx="3409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90BD80-79BF-4347-AA96-54450203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809875"/>
            <a:ext cx="327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bounded style brief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D06BDB-72C6-497C-AD71-4C29A5C8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24AA45-370E-467C-91DF-6EDB1CAE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343275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0F172A"/>
                </a:solidFill>
              </a:defRPr>
            </a:defPPr>
            <a:lvl1pPr algn="l">
              <a:defRPr sz="750" b="1">
                <a:solidFill>
                  <a:srgbClr val="0F172A"/>
                </a:solidFill>
              </a:defRPr>
            </a:lvl1pPr>
            <a:lvl2pPr algn="l">
              <a:defRPr sz="750" b="1">
                <a:solidFill>
                  <a:srgbClr val="0F172A"/>
                </a:solidFill>
              </a:defRPr>
            </a:lvl2pPr>
            <a:lvl3pPr algn="l">
              <a:defRPr sz="750" b="1">
                <a:solidFill>
                  <a:srgbClr val="0F172A"/>
                </a:solidFill>
              </a:defRPr>
            </a:lvl3pPr>
            <a:lvl4pPr algn="l">
              <a:defRPr sz="750" b="1">
                <a:solidFill>
                  <a:srgbClr val="0F172A"/>
                </a:solidFill>
              </a:defRPr>
            </a:lvl4pPr>
            <a:lvl5pPr algn="l">
              <a:defRPr sz="750" b="1">
                <a:solidFill>
                  <a:srgbClr val="0F172A"/>
                </a:solidFill>
              </a:defRPr>
            </a:lvl5pPr>
            <a:lvl6pPr algn="l">
              <a:defRPr sz="750" b="1">
                <a:solidFill>
                  <a:srgbClr val="0F172A"/>
                </a:solidFill>
              </a:defRPr>
            </a:lvl6pPr>
            <a:lvl7pPr algn="l">
              <a:defRPr sz="750" b="1">
                <a:solidFill>
                  <a:srgbClr val="0F172A"/>
                </a:solidFill>
              </a:defRPr>
            </a:lvl7pPr>
            <a:lvl8pPr algn="l">
              <a:defRPr sz="750" b="1">
                <a:solidFill>
                  <a:srgbClr val="0F172A"/>
                </a:solidFill>
              </a:defRPr>
            </a:lvl8pPr>
            <a:lvl9pPr algn="l">
              <a:defRPr sz="7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0F172A"/>
                </a:solidFill>
              </a:defRPr>
            </a:pPr>
            <a:r>
              <a:rPr sz="750" b="1">
                <a:solidFill>
                  <a:srgbClr val="0F172A"/>
                </a:solidFill>
              </a:rPr>
              <a:t>Access needs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C096E8-4550-47E3-A8BD-ED855843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314700"/>
            <a:ext cx="333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9D10C1-4B5F-4425-A774-585512C3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343275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coverage, headwear, climate, fastening, comfort, sensory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4051C8-E123-4478-B0C7-E4BE4A8B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1470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8D85A7-E8C7-49EF-BBA1-C02C76EF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343275"/>
            <a:ext cx="2533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preference-led; revocable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1A4EA8-1916-48D2-B7B1-002CBB90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14700"/>
            <a:ext cx="3409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0C3F86-67B1-43B1-9A98-CEF25340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343275"/>
            <a:ext cx="327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filter impractical outputs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5C37B0-4889-44AF-8B21-A681F060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016268-1427-4D1C-AA51-F5725E41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876675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0F172A"/>
                </a:solidFill>
              </a:defRPr>
            </a:defPPr>
            <a:lvl1pPr algn="l">
              <a:defRPr sz="750" b="1">
                <a:solidFill>
                  <a:srgbClr val="0F172A"/>
                </a:solidFill>
              </a:defRPr>
            </a:lvl1pPr>
            <a:lvl2pPr algn="l">
              <a:defRPr sz="750" b="1">
                <a:solidFill>
                  <a:srgbClr val="0F172A"/>
                </a:solidFill>
              </a:defRPr>
            </a:lvl2pPr>
            <a:lvl3pPr algn="l">
              <a:defRPr sz="750" b="1">
                <a:solidFill>
                  <a:srgbClr val="0F172A"/>
                </a:solidFill>
              </a:defRPr>
            </a:lvl3pPr>
            <a:lvl4pPr algn="l">
              <a:defRPr sz="750" b="1">
                <a:solidFill>
                  <a:srgbClr val="0F172A"/>
                </a:solidFill>
              </a:defRPr>
            </a:lvl4pPr>
            <a:lvl5pPr algn="l">
              <a:defRPr sz="750" b="1">
                <a:solidFill>
                  <a:srgbClr val="0F172A"/>
                </a:solidFill>
              </a:defRPr>
            </a:lvl5pPr>
            <a:lvl6pPr algn="l">
              <a:defRPr sz="750" b="1">
                <a:solidFill>
                  <a:srgbClr val="0F172A"/>
                </a:solidFill>
              </a:defRPr>
            </a:lvl6pPr>
            <a:lvl7pPr algn="l">
              <a:defRPr sz="750" b="1">
                <a:solidFill>
                  <a:srgbClr val="0F172A"/>
                </a:solidFill>
              </a:defRPr>
            </a:lvl7pPr>
            <a:lvl8pPr algn="l">
              <a:defRPr sz="750" b="1">
                <a:solidFill>
                  <a:srgbClr val="0F172A"/>
                </a:solidFill>
              </a:defRPr>
            </a:lvl8pPr>
            <a:lvl9pPr algn="l">
              <a:defRPr sz="7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0F172A"/>
                </a:solidFill>
              </a:defRPr>
            </a:pPr>
            <a:r>
              <a:rPr sz="750" b="1">
                <a:solidFill>
                  <a:srgbClr val="0F172A"/>
                </a:solidFill>
              </a:rPr>
              <a:t>Wardrobe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33E723-3DEC-4FAB-A278-3E4B3931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848100"/>
            <a:ext cx="333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FBCA8E-B09B-462C-B0C7-A5129B81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876675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item ID/name/category/color/notes; image reference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CE3D26-971D-4F3C-A4EA-0B34DFDE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4810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9AC38D-6DC3-4F0B-943C-C8D99EDE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876675"/>
            <a:ext cx="2533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≤50 actor-scoped items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099FE53-E293-40A6-8BA4-04F32F62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48100"/>
            <a:ext cx="3409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190234A-5DC5-4F59-8DF9-7649C1A9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876675"/>
            <a:ext cx="327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three-item combinations and gaps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CB17EDC-CBA8-4E7D-8B46-E827ECDA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B12EBA8-DB74-41A1-A4A9-701DCD82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410075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0F172A"/>
                </a:solidFill>
              </a:defRPr>
            </a:defPPr>
            <a:lvl1pPr algn="l">
              <a:defRPr sz="750" b="1">
                <a:solidFill>
                  <a:srgbClr val="0F172A"/>
                </a:solidFill>
              </a:defRPr>
            </a:lvl1pPr>
            <a:lvl2pPr algn="l">
              <a:defRPr sz="750" b="1">
                <a:solidFill>
                  <a:srgbClr val="0F172A"/>
                </a:solidFill>
              </a:defRPr>
            </a:lvl2pPr>
            <a:lvl3pPr algn="l">
              <a:defRPr sz="750" b="1">
                <a:solidFill>
                  <a:srgbClr val="0F172A"/>
                </a:solidFill>
              </a:defRPr>
            </a:lvl3pPr>
            <a:lvl4pPr algn="l">
              <a:defRPr sz="750" b="1">
                <a:solidFill>
                  <a:srgbClr val="0F172A"/>
                </a:solidFill>
              </a:defRPr>
            </a:lvl4pPr>
            <a:lvl5pPr algn="l">
              <a:defRPr sz="750" b="1">
                <a:solidFill>
                  <a:srgbClr val="0F172A"/>
                </a:solidFill>
              </a:defRPr>
            </a:lvl5pPr>
            <a:lvl6pPr algn="l">
              <a:defRPr sz="750" b="1">
                <a:solidFill>
                  <a:srgbClr val="0F172A"/>
                </a:solidFill>
              </a:defRPr>
            </a:lvl6pPr>
            <a:lvl7pPr algn="l">
              <a:defRPr sz="750" b="1">
                <a:solidFill>
                  <a:srgbClr val="0F172A"/>
                </a:solidFill>
              </a:defRPr>
            </a:lvl7pPr>
            <a:lvl8pPr algn="l">
              <a:defRPr sz="750" b="1">
                <a:solidFill>
                  <a:srgbClr val="0F172A"/>
                </a:solidFill>
              </a:defRPr>
            </a:lvl8pPr>
            <a:lvl9pPr algn="l">
              <a:defRPr sz="7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0F172A"/>
                </a:solidFill>
              </a:defRPr>
            </a:pPr>
            <a:r>
              <a:rPr sz="750" b="1">
                <a:solidFill>
                  <a:srgbClr val="0F172A"/>
                </a:solidFill>
              </a:rPr>
              <a:t>Retail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6CE9126-D08D-4EC1-9CEB-318DE4B6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381500"/>
            <a:ext cx="333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1BC94C8-371E-4411-9156-BDA68560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410075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region, category, merchant, saved retailer, outbound click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2B5F5B0-EF73-4BB7-8E01-57A70BD9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38150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E29857D-430B-46FD-A6AE-FADD5120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410075"/>
            <a:ext cx="2533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allowlist; no in-MGT order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713A04A-8AE0-441D-A5B3-696F3D50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81500"/>
            <a:ext cx="3409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129D9AA-BD6B-4288-BF11-D9C35C6E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410075"/>
            <a:ext cx="327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discovery and disclosure audit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844DCD9-42FF-4C37-B156-F94F3EAA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0168CF5-58D8-4E1E-9603-CAE7057F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943475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0F172A"/>
                </a:solidFill>
              </a:defRPr>
            </a:defPPr>
            <a:lvl1pPr algn="l">
              <a:defRPr sz="750" b="1">
                <a:solidFill>
                  <a:srgbClr val="0F172A"/>
                </a:solidFill>
              </a:defRPr>
            </a:lvl1pPr>
            <a:lvl2pPr algn="l">
              <a:defRPr sz="750" b="1">
                <a:solidFill>
                  <a:srgbClr val="0F172A"/>
                </a:solidFill>
              </a:defRPr>
            </a:lvl2pPr>
            <a:lvl3pPr algn="l">
              <a:defRPr sz="750" b="1">
                <a:solidFill>
                  <a:srgbClr val="0F172A"/>
                </a:solidFill>
              </a:defRPr>
            </a:lvl3pPr>
            <a:lvl4pPr algn="l">
              <a:defRPr sz="750" b="1">
                <a:solidFill>
                  <a:srgbClr val="0F172A"/>
                </a:solidFill>
              </a:defRPr>
            </a:lvl4pPr>
            <a:lvl5pPr algn="l">
              <a:defRPr sz="750" b="1">
                <a:solidFill>
                  <a:srgbClr val="0F172A"/>
                </a:solidFill>
              </a:defRPr>
            </a:lvl5pPr>
            <a:lvl6pPr algn="l">
              <a:defRPr sz="750" b="1">
                <a:solidFill>
                  <a:srgbClr val="0F172A"/>
                </a:solidFill>
              </a:defRPr>
            </a:lvl6pPr>
            <a:lvl7pPr algn="l">
              <a:defRPr sz="750" b="1">
                <a:solidFill>
                  <a:srgbClr val="0F172A"/>
                </a:solidFill>
              </a:defRPr>
            </a:lvl7pPr>
            <a:lvl8pPr algn="l">
              <a:defRPr sz="750" b="1">
                <a:solidFill>
                  <a:srgbClr val="0F172A"/>
                </a:solidFill>
              </a:defRPr>
            </a:lvl8pPr>
            <a:lvl9pPr algn="l">
              <a:defRPr sz="7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0F172A"/>
                </a:solidFill>
              </a:defRPr>
            </a:pPr>
            <a:r>
              <a:rPr sz="750" b="1">
                <a:solidFill>
                  <a:srgbClr val="0F172A"/>
                </a:solidFill>
              </a:rPr>
              <a:t>Billing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87D9FDD-585B-4E13-BF2A-4DACDFFE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914900"/>
            <a:ext cx="333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65F8320-5287-488F-A0C0-6D2DB2CF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943475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plan/cycle, Stripe IDs, status, period end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BDE321D-FB34-4964-8AE7-8EE4BC8C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91490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7EC762A-B506-4E5F-9F81-4CBBF979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943475"/>
            <a:ext cx="2533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webhook authoritative; idempotent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879D312-2899-4355-A962-C6A6B9B7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14900"/>
            <a:ext cx="3409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3BF29E5-69C1-424C-9AA2-38B95DF3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943475"/>
            <a:ext cx="327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entitlement and self-service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C896D4C-1CCD-4E63-B432-CD7BDE43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4830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5DDE3D2-E96B-43CF-8903-15FD0F81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476875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0F172A"/>
                </a:solidFill>
              </a:defRPr>
            </a:defPPr>
            <a:lvl1pPr algn="l">
              <a:defRPr sz="750" b="1">
                <a:solidFill>
                  <a:srgbClr val="0F172A"/>
                </a:solidFill>
              </a:defRPr>
            </a:lvl1pPr>
            <a:lvl2pPr algn="l">
              <a:defRPr sz="750" b="1">
                <a:solidFill>
                  <a:srgbClr val="0F172A"/>
                </a:solidFill>
              </a:defRPr>
            </a:lvl2pPr>
            <a:lvl3pPr algn="l">
              <a:defRPr sz="750" b="1">
                <a:solidFill>
                  <a:srgbClr val="0F172A"/>
                </a:solidFill>
              </a:defRPr>
            </a:lvl3pPr>
            <a:lvl4pPr algn="l">
              <a:defRPr sz="750" b="1">
                <a:solidFill>
                  <a:srgbClr val="0F172A"/>
                </a:solidFill>
              </a:defRPr>
            </a:lvl4pPr>
            <a:lvl5pPr algn="l">
              <a:defRPr sz="750" b="1">
                <a:solidFill>
                  <a:srgbClr val="0F172A"/>
                </a:solidFill>
              </a:defRPr>
            </a:lvl5pPr>
            <a:lvl6pPr algn="l">
              <a:defRPr sz="750" b="1">
                <a:solidFill>
                  <a:srgbClr val="0F172A"/>
                </a:solidFill>
              </a:defRPr>
            </a:lvl6pPr>
            <a:lvl7pPr algn="l">
              <a:defRPr sz="750" b="1">
                <a:solidFill>
                  <a:srgbClr val="0F172A"/>
                </a:solidFill>
              </a:defRPr>
            </a:lvl7pPr>
            <a:lvl8pPr algn="l">
              <a:defRPr sz="750" b="1">
                <a:solidFill>
                  <a:srgbClr val="0F172A"/>
                </a:solidFill>
              </a:defRPr>
            </a:lvl8pPr>
            <a:lvl9pPr algn="l">
              <a:defRPr sz="7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0F172A"/>
                </a:solidFill>
              </a:defRPr>
            </a:pPr>
            <a:r>
              <a:rPr sz="750" b="1">
                <a:solidFill>
                  <a:srgbClr val="0F172A"/>
                </a:solidFill>
              </a:rPr>
              <a:t>Operations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4881F00-297F-4A0D-9A64-8A7C6AAE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48300"/>
            <a:ext cx="333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8799A80-1FD7-498D-BB36-002C722A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5476875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catalog approval/source/reviewer; route; latency/cost; feedback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4C135F5-5D05-41BE-AD54-B0B3BF39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44830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3D51277-AA3C-4DEB-B6D2-3F4BD39F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476875"/>
            <a:ext cx="2533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role-separated audit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306BD32-D985-459E-8E0D-0E8A8125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448300"/>
            <a:ext cx="3409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76096B9-1F26-4E71-A063-AC10EEE4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5476875"/>
            <a:ext cx="327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release gates and QA</a:t>
            </a:r>
          </a:p>
        </p:txBody>
      </p:sp>
    </p:spTree>
    <p:extLst>
      <p:ext uri="{BB962C8B-B14F-4D97-AF65-F5344CB8AC3E}">
        <p14:creationId xmlns:p14="http://schemas.microsoft.com/office/powerpoint/2010/main" val="13908870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D25E46-2B11-4682-ADE6-604D7E47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6D28D9"/>
                </a:solidFill>
              </a:defRPr>
            </a:defPPr>
            <a:lvl1pPr algn="l">
              <a:defRPr sz="825" b="1">
                <a:solidFill>
                  <a:srgbClr val="6D28D9"/>
                </a:solidFill>
              </a:defRPr>
            </a:lvl1pPr>
            <a:lvl2pPr algn="l">
              <a:defRPr sz="825" b="1">
                <a:solidFill>
                  <a:srgbClr val="6D28D9"/>
                </a:solidFill>
              </a:defRPr>
            </a:lvl2pPr>
            <a:lvl3pPr algn="l">
              <a:defRPr sz="825" b="1">
                <a:solidFill>
                  <a:srgbClr val="6D28D9"/>
                </a:solidFill>
              </a:defRPr>
            </a:lvl3pPr>
            <a:lvl4pPr algn="l">
              <a:defRPr sz="825" b="1">
                <a:solidFill>
                  <a:srgbClr val="6D28D9"/>
                </a:solidFill>
              </a:defRPr>
            </a:lvl4pPr>
            <a:lvl5pPr algn="l">
              <a:defRPr sz="825" b="1">
                <a:solidFill>
                  <a:srgbClr val="6D28D9"/>
                </a:solidFill>
              </a:defRPr>
            </a:lvl5pPr>
            <a:lvl6pPr algn="l">
              <a:defRPr sz="825" b="1">
                <a:solidFill>
                  <a:srgbClr val="6D28D9"/>
                </a:solidFill>
              </a:defRPr>
            </a:lvl6pPr>
            <a:lvl7pPr algn="l">
              <a:defRPr sz="825" b="1">
                <a:solidFill>
                  <a:srgbClr val="6D28D9"/>
                </a:solidFill>
              </a:defRPr>
            </a:lvl7pPr>
            <a:lvl8pPr algn="l">
              <a:defRPr sz="825" b="1">
                <a:solidFill>
                  <a:srgbClr val="6D28D9"/>
                </a:solidFill>
              </a:defRPr>
            </a:lvl8pPr>
            <a:lvl9pPr algn="l">
              <a:defRPr sz="825" b="1">
                <a:solidFill>
                  <a:srgbClr val="6D28D9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6D28D9"/>
                </a:solidFill>
              </a:defRPr>
            </a:pPr>
            <a:r>
              <a:rPr sz="825" b="1">
                <a:solidFill>
                  <a:srgbClr val="6D28D9"/>
                </a:solidFill>
              </a:rPr>
              <a:t>OUTPUT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69E724-8F3C-4AD0-920F-C5C59F99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0F172A"/>
                </a:solidFill>
              </a:defRPr>
            </a:defPPr>
            <a:lvl1pPr algn="l">
              <a:defRPr sz="2250" b="1">
                <a:solidFill>
                  <a:srgbClr val="0F172A"/>
                </a:solidFill>
              </a:defRPr>
            </a:lvl1pPr>
            <a:lvl2pPr algn="l">
              <a:defRPr sz="2250" b="1">
                <a:solidFill>
                  <a:srgbClr val="0F172A"/>
                </a:solidFill>
              </a:defRPr>
            </a:lvl2pPr>
            <a:lvl3pPr algn="l">
              <a:defRPr sz="2250" b="1">
                <a:solidFill>
                  <a:srgbClr val="0F172A"/>
                </a:solidFill>
              </a:defRPr>
            </a:lvl3pPr>
            <a:lvl4pPr algn="l">
              <a:defRPr sz="2250" b="1">
                <a:solidFill>
                  <a:srgbClr val="0F172A"/>
                </a:solidFill>
              </a:defRPr>
            </a:lvl4pPr>
            <a:lvl5pPr algn="l">
              <a:defRPr sz="2250" b="1">
                <a:solidFill>
                  <a:srgbClr val="0F172A"/>
                </a:solidFill>
              </a:defRPr>
            </a:lvl5pPr>
            <a:lvl6pPr algn="l">
              <a:defRPr sz="2250" b="1">
                <a:solidFill>
                  <a:srgbClr val="0F172A"/>
                </a:solidFill>
              </a:defRPr>
            </a:lvl6pPr>
            <a:lvl7pPr algn="l">
              <a:defRPr sz="2250" b="1">
                <a:solidFill>
                  <a:srgbClr val="0F172A"/>
                </a:solidFill>
              </a:defRPr>
            </a:lvl7pPr>
            <a:lvl8pPr algn="l">
              <a:defRPr sz="2250" b="1">
                <a:solidFill>
                  <a:srgbClr val="0F172A"/>
                </a:solidFill>
              </a:defRPr>
            </a:lvl8pPr>
            <a:lvl9pPr algn="l">
              <a:defRPr sz="22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Maximize utility without sacrificing integrity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197E2-079A-44A7-92D7-D149FB62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B6475"/>
                </a:solidFill>
              </a:defRPr>
            </a:defPPr>
            <a:lvl1pPr algn="l">
              <a:defRPr sz="1050" b="0">
                <a:solidFill>
                  <a:srgbClr val="5B6475"/>
                </a:solidFill>
              </a:defRPr>
            </a:lvl1pPr>
            <a:lvl2pPr algn="l">
              <a:defRPr sz="1050" b="0">
                <a:solidFill>
                  <a:srgbClr val="5B6475"/>
                </a:solidFill>
              </a:defRPr>
            </a:lvl2pPr>
            <a:lvl3pPr algn="l">
              <a:defRPr sz="1050" b="0">
                <a:solidFill>
                  <a:srgbClr val="5B6475"/>
                </a:solidFill>
              </a:defRPr>
            </a:lvl3pPr>
            <a:lvl4pPr algn="l">
              <a:defRPr sz="1050" b="0">
                <a:solidFill>
                  <a:srgbClr val="5B6475"/>
                </a:solidFill>
              </a:defRPr>
            </a:lvl4pPr>
            <a:lvl5pPr algn="l">
              <a:defRPr sz="1050" b="0">
                <a:solidFill>
                  <a:srgbClr val="5B6475"/>
                </a:solidFill>
              </a:defRPr>
            </a:lvl5pPr>
            <a:lvl6pPr algn="l">
              <a:defRPr sz="1050" b="0">
                <a:solidFill>
                  <a:srgbClr val="5B6475"/>
                </a:solidFill>
              </a:defRPr>
            </a:lvl6pPr>
            <a:lvl7pPr algn="l">
              <a:defRPr sz="1050" b="0">
                <a:solidFill>
                  <a:srgbClr val="5B6475"/>
                </a:solidFill>
              </a:defRPr>
            </a:lvl7pPr>
            <a:lvl8pPr algn="l">
              <a:defRPr sz="1050" b="0">
                <a:solidFill>
                  <a:srgbClr val="5B6475"/>
                </a:solidFill>
              </a:defRPr>
            </a:lvl8pPr>
            <a:lvl9pPr algn="l">
              <a:defRPr sz="10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The best output is traceable, current, personalized and safely actionable—not merely long.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A9840B-6A26-408F-AE09-551BC9B8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F"/>
          </a:solidFill>
          <a:ln xmlns:a="http://schemas.openxmlformats.org/drawingml/2006/main" w="0">
            <a:solidFill>
              <a:srgbClr val="EEE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74975-50ED-4C07-B784-9BE2C02E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75" b="0">
                <a:solidFill>
                  <a:srgbClr val="7A8291"/>
                </a:solidFill>
              </a:defRPr>
            </a:defPPr>
            <a:lvl1pPr algn="l">
              <a:defRPr sz="675" b="0">
                <a:solidFill>
                  <a:srgbClr val="7A8291"/>
                </a:solidFill>
              </a:defRPr>
            </a:lvl1pPr>
            <a:lvl2pPr algn="l">
              <a:defRPr sz="675" b="0">
                <a:solidFill>
                  <a:srgbClr val="7A8291"/>
                </a:solidFill>
              </a:defRPr>
            </a:lvl2pPr>
            <a:lvl3pPr algn="l">
              <a:defRPr sz="675" b="0">
                <a:solidFill>
                  <a:srgbClr val="7A8291"/>
                </a:solidFill>
              </a:defRPr>
            </a:lvl3pPr>
            <a:lvl4pPr algn="l">
              <a:defRPr sz="675" b="0">
                <a:solidFill>
                  <a:srgbClr val="7A8291"/>
                </a:solidFill>
              </a:defRPr>
            </a:lvl4pPr>
            <a:lvl5pPr algn="l">
              <a:defRPr sz="675" b="0">
                <a:solidFill>
                  <a:srgbClr val="7A8291"/>
                </a:solidFill>
              </a:defRPr>
            </a:lvl5pPr>
            <a:lvl6pPr algn="l">
              <a:defRPr sz="675" b="0">
                <a:solidFill>
                  <a:srgbClr val="7A8291"/>
                </a:solidFill>
              </a:defRPr>
            </a:lvl6pPr>
            <a:lvl7pPr algn="l">
              <a:defRPr sz="675" b="0">
                <a:solidFill>
                  <a:srgbClr val="7A8291"/>
                </a:solidFill>
              </a:defRPr>
            </a:lvl7pPr>
            <a:lvl8pPr algn="l">
              <a:defRPr sz="675" b="0">
                <a:solidFill>
                  <a:srgbClr val="7A8291"/>
                </a:solidFill>
              </a:defRPr>
            </a:lvl8pPr>
            <a:lvl9pPr algn="l">
              <a:defRPr sz="675" b="0">
                <a:solidFill>
                  <a:srgbClr val="7A8291"/>
                </a:solidFill>
              </a:defRPr>
            </a:lvl9pPr>
          </a:lstStyle>
          <a:p xmlns:a="http://schemas.openxmlformats.org/drawingml/2006/main">
            <a:pPr algn="l">
              <a:defRPr sz="675" b="0">
                <a:solidFill>
                  <a:srgbClr val="7A8291"/>
                </a:solidFill>
              </a:defRPr>
            </a:pPr>
            <a:r>
              <a:rPr sz="675" b="0">
                <a:solidFill>
                  <a:srgbClr val="7A8291"/>
                </a:solidFill>
              </a:rPr>
              <a:t>MGT SKIN CARE · PRODUCT &amp; PRODUCTION BLUEPRINT · 25 OCT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DFC17-547F-43BE-9589-DBCD53E7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1">
                <a:solidFill>
                  <a:srgbClr val="7A8291"/>
                </a:solidFill>
              </a:defRPr>
            </a:defPPr>
            <a:lvl1pPr algn="r">
              <a:defRPr sz="750" b="1">
                <a:solidFill>
                  <a:srgbClr val="7A8291"/>
                </a:solidFill>
              </a:defRPr>
            </a:lvl1pPr>
            <a:lvl2pPr algn="r">
              <a:defRPr sz="750" b="1">
                <a:solidFill>
                  <a:srgbClr val="7A8291"/>
                </a:solidFill>
              </a:defRPr>
            </a:lvl2pPr>
            <a:lvl3pPr algn="r">
              <a:defRPr sz="750" b="1">
                <a:solidFill>
                  <a:srgbClr val="7A8291"/>
                </a:solidFill>
              </a:defRPr>
            </a:lvl3pPr>
            <a:lvl4pPr algn="r">
              <a:defRPr sz="750" b="1">
                <a:solidFill>
                  <a:srgbClr val="7A8291"/>
                </a:solidFill>
              </a:defRPr>
            </a:lvl4pPr>
            <a:lvl5pPr algn="r">
              <a:defRPr sz="750" b="1">
                <a:solidFill>
                  <a:srgbClr val="7A8291"/>
                </a:solidFill>
              </a:defRPr>
            </a:lvl5pPr>
            <a:lvl6pPr algn="r">
              <a:defRPr sz="750" b="1">
                <a:solidFill>
                  <a:srgbClr val="7A8291"/>
                </a:solidFill>
              </a:defRPr>
            </a:lvl6pPr>
            <a:lvl7pPr algn="r">
              <a:defRPr sz="750" b="1">
                <a:solidFill>
                  <a:srgbClr val="7A8291"/>
                </a:solidFill>
              </a:defRPr>
            </a:lvl7pPr>
            <a:lvl8pPr algn="r">
              <a:defRPr sz="750" b="1">
                <a:solidFill>
                  <a:srgbClr val="7A8291"/>
                </a:solidFill>
              </a:defRPr>
            </a:lvl8pPr>
            <a:lvl9pPr algn="r">
              <a:defRPr sz="750" b="1">
                <a:solidFill>
                  <a:srgbClr val="7A8291"/>
                </a:solidFill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7A8291"/>
                </a:solidFill>
              </a:defRPr>
            </a:pPr>
            <a:r>
              <a:rPr sz="750" b="1">
                <a:solidFill>
                  <a:srgbClr val="7A8291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3BED1B-46BF-462E-905D-C1E4EFC7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3524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23C14A-4512-4799-A6BE-E4E3ADF6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95475"/>
            <a:ext cx="57150" cy="1409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35D146-F0FD-4187-9EAF-014BA51C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F172A"/>
                </a:solidFill>
              </a:defRPr>
            </a:defPPr>
            <a:lvl1pPr algn="l">
              <a:defRPr sz="1125" b="1">
                <a:solidFill>
                  <a:srgbClr val="0F172A"/>
                </a:solidFill>
              </a:defRPr>
            </a:lvl1pPr>
            <a:lvl2pPr algn="l">
              <a:defRPr sz="1125" b="1">
                <a:solidFill>
                  <a:srgbClr val="0F172A"/>
                </a:solidFill>
              </a:defRPr>
            </a:lvl2pPr>
            <a:lvl3pPr algn="l">
              <a:defRPr sz="1125" b="1">
                <a:solidFill>
                  <a:srgbClr val="0F172A"/>
                </a:solidFill>
              </a:defRPr>
            </a:lvl3pPr>
            <a:lvl4pPr algn="l">
              <a:defRPr sz="1125" b="1">
                <a:solidFill>
                  <a:srgbClr val="0F172A"/>
                </a:solidFill>
              </a:defRPr>
            </a:lvl4pPr>
            <a:lvl5pPr algn="l">
              <a:defRPr sz="1125" b="1">
                <a:solidFill>
                  <a:srgbClr val="0F172A"/>
                </a:solidFill>
              </a:defRPr>
            </a:lvl5pPr>
            <a:lvl6pPr algn="l">
              <a:defRPr sz="1125" b="1">
                <a:solidFill>
                  <a:srgbClr val="0F172A"/>
                </a:solidFill>
              </a:defRPr>
            </a:lvl6pPr>
            <a:lvl7pPr algn="l">
              <a:defRPr sz="1125" b="1">
                <a:solidFill>
                  <a:srgbClr val="0F172A"/>
                </a:solidFill>
              </a:defRPr>
            </a:lvl7pPr>
            <a:lvl8pPr algn="l">
              <a:defRPr sz="1125" b="1">
                <a:solidFill>
                  <a:srgbClr val="0F172A"/>
                </a:solidFill>
              </a:defRPr>
            </a:lvl8pPr>
            <a:lvl9pPr algn="l">
              <a:defRPr sz="1125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Profile vector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0AF35E-64C5-4542-BA6E-F84F92F6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30670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B6475"/>
                </a:solidFill>
              </a:defRPr>
            </a:defPPr>
            <a:lvl1pPr algn="l">
              <a:defRPr sz="900" b="0">
                <a:solidFill>
                  <a:srgbClr val="5B6475"/>
                </a:solidFill>
              </a:defRPr>
            </a:lvl1pPr>
            <a:lvl2pPr algn="l">
              <a:defRPr sz="900" b="0">
                <a:solidFill>
                  <a:srgbClr val="5B6475"/>
                </a:solidFill>
              </a:defRPr>
            </a:lvl2pPr>
            <a:lvl3pPr algn="l">
              <a:defRPr sz="900" b="0">
                <a:solidFill>
                  <a:srgbClr val="5B6475"/>
                </a:solidFill>
              </a:defRPr>
            </a:lvl3pPr>
            <a:lvl4pPr algn="l">
              <a:defRPr sz="900" b="0">
                <a:solidFill>
                  <a:srgbClr val="5B6475"/>
                </a:solidFill>
              </a:defRPr>
            </a:lvl4pPr>
            <a:lvl5pPr algn="l">
              <a:defRPr sz="900" b="0">
                <a:solidFill>
                  <a:srgbClr val="5B6475"/>
                </a:solidFill>
              </a:defRPr>
            </a:lvl5pPr>
            <a:lvl6pPr algn="l">
              <a:defRPr sz="900" b="0">
                <a:solidFill>
                  <a:srgbClr val="5B6475"/>
                </a:solidFill>
              </a:defRPr>
            </a:lvl6pPr>
            <a:lvl7pPr algn="l">
              <a:defRPr sz="900" b="0">
                <a:solidFill>
                  <a:srgbClr val="5B6475"/>
                </a:solidFill>
              </a:defRPr>
            </a:lvl7pPr>
            <a:lvl8pPr algn="l">
              <a:defRPr sz="900" b="0">
                <a:solidFill>
                  <a:srgbClr val="5B6475"/>
                </a:solidFill>
              </a:defRPr>
            </a:lvl8pPr>
            <a:lvl9pPr algn="l">
              <a:defRPr sz="90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Versioned normalized features, missingness, user-vs-derived lineage.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148904-D20C-4508-9C38-A93AFBCC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52600"/>
            <a:ext cx="3524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60F5D2-F48B-478E-B88B-473DDFA3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895475"/>
            <a:ext cx="57150" cy="1409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FEA8C4-27BB-45D5-9C6C-FC841512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859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F172A"/>
                </a:solidFill>
              </a:defRPr>
            </a:defPPr>
            <a:lvl1pPr algn="l">
              <a:defRPr sz="1125" b="1">
                <a:solidFill>
                  <a:srgbClr val="0F172A"/>
                </a:solidFill>
              </a:defRPr>
            </a:lvl1pPr>
            <a:lvl2pPr algn="l">
              <a:defRPr sz="1125" b="1">
                <a:solidFill>
                  <a:srgbClr val="0F172A"/>
                </a:solidFill>
              </a:defRPr>
            </a:lvl2pPr>
            <a:lvl3pPr algn="l">
              <a:defRPr sz="1125" b="1">
                <a:solidFill>
                  <a:srgbClr val="0F172A"/>
                </a:solidFill>
              </a:defRPr>
            </a:lvl3pPr>
            <a:lvl4pPr algn="l">
              <a:defRPr sz="1125" b="1">
                <a:solidFill>
                  <a:srgbClr val="0F172A"/>
                </a:solidFill>
              </a:defRPr>
            </a:lvl4pPr>
            <a:lvl5pPr algn="l">
              <a:defRPr sz="1125" b="1">
                <a:solidFill>
                  <a:srgbClr val="0F172A"/>
                </a:solidFill>
              </a:defRPr>
            </a:lvl5pPr>
            <a:lvl6pPr algn="l">
              <a:defRPr sz="1125" b="1">
                <a:solidFill>
                  <a:srgbClr val="0F172A"/>
                </a:solidFill>
              </a:defRPr>
            </a:lvl6pPr>
            <a:lvl7pPr algn="l">
              <a:defRPr sz="1125" b="1">
                <a:solidFill>
                  <a:srgbClr val="0F172A"/>
                </a:solidFill>
              </a:defRPr>
            </a:lvl7pPr>
            <a:lvl8pPr algn="l">
              <a:defRPr sz="1125" b="1">
                <a:solidFill>
                  <a:srgbClr val="0F172A"/>
                </a:solidFill>
              </a:defRPr>
            </a:lvl8pPr>
            <a:lvl9pPr algn="l">
              <a:defRPr sz="1125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Match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F06091-32EE-4D9B-948F-79451FC5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90750"/>
            <a:ext cx="30670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B6475"/>
                </a:solidFill>
              </a:defRPr>
            </a:defPPr>
            <a:lvl1pPr algn="l">
              <a:defRPr sz="900" b="0">
                <a:solidFill>
                  <a:srgbClr val="5B6475"/>
                </a:solidFill>
              </a:defRPr>
            </a:lvl1pPr>
            <a:lvl2pPr algn="l">
              <a:defRPr sz="900" b="0">
                <a:solidFill>
                  <a:srgbClr val="5B6475"/>
                </a:solidFill>
              </a:defRPr>
            </a:lvl2pPr>
            <a:lvl3pPr algn="l">
              <a:defRPr sz="900" b="0">
                <a:solidFill>
                  <a:srgbClr val="5B6475"/>
                </a:solidFill>
              </a:defRPr>
            </a:lvl3pPr>
            <a:lvl4pPr algn="l">
              <a:defRPr sz="900" b="0">
                <a:solidFill>
                  <a:srgbClr val="5B6475"/>
                </a:solidFill>
              </a:defRPr>
            </a:lvl4pPr>
            <a:lvl5pPr algn="l">
              <a:defRPr sz="900" b="0">
                <a:solidFill>
                  <a:srgbClr val="5B6475"/>
                </a:solidFill>
              </a:defRPr>
            </a:lvl5pPr>
            <a:lvl6pPr algn="l">
              <a:defRPr sz="900" b="0">
                <a:solidFill>
                  <a:srgbClr val="5B6475"/>
                </a:solidFill>
              </a:defRPr>
            </a:lvl6pPr>
            <a:lvl7pPr algn="l">
              <a:defRPr sz="900" b="0">
                <a:solidFill>
                  <a:srgbClr val="5B6475"/>
                </a:solidFill>
              </a:defRPr>
            </a:lvl7pPr>
            <a:lvl8pPr algn="l">
              <a:defRPr sz="900" b="0">
                <a:solidFill>
                  <a:srgbClr val="5B6475"/>
                </a:solidFill>
              </a:defRPr>
            </a:lvl8pPr>
            <a:lvl9pPr algn="l">
              <a:defRPr sz="90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Rank, score components, exclusions, alternatives, budget and availability.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CDE02C-B772-4744-88C7-D3BE4AB4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52600"/>
            <a:ext cx="3524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D395E5-7A0D-4B75-B57E-6429826B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895475"/>
            <a:ext cx="57150" cy="1409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78"/>
          </a:solidFill>
          <a:ln xmlns:a="http://schemas.openxmlformats.org/drawingml/2006/main" w="0">
            <a:solidFill>
              <a:srgbClr val="0F9D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EFC9C2-C65F-42E4-81F6-2DA08FB2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859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F172A"/>
                </a:solidFill>
              </a:defRPr>
            </a:defPPr>
            <a:lvl1pPr algn="l">
              <a:defRPr sz="1125" b="1">
                <a:solidFill>
                  <a:srgbClr val="0F172A"/>
                </a:solidFill>
              </a:defRPr>
            </a:lvl1pPr>
            <a:lvl2pPr algn="l">
              <a:defRPr sz="1125" b="1">
                <a:solidFill>
                  <a:srgbClr val="0F172A"/>
                </a:solidFill>
              </a:defRPr>
            </a:lvl2pPr>
            <a:lvl3pPr algn="l">
              <a:defRPr sz="1125" b="1">
                <a:solidFill>
                  <a:srgbClr val="0F172A"/>
                </a:solidFill>
              </a:defRPr>
            </a:lvl3pPr>
            <a:lvl4pPr algn="l">
              <a:defRPr sz="1125" b="1">
                <a:solidFill>
                  <a:srgbClr val="0F172A"/>
                </a:solidFill>
              </a:defRPr>
            </a:lvl4pPr>
            <a:lvl5pPr algn="l">
              <a:defRPr sz="1125" b="1">
                <a:solidFill>
                  <a:srgbClr val="0F172A"/>
                </a:solidFill>
              </a:defRPr>
            </a:lvl5pPr>
            <a:lvl6pPr algn="l">
              <a:defRPr sz="1125" b="1">
                <a:solidFill>
                  <a:srgbClr val="0F172A"/>
                </a:solidFill>
              </a:defRPr>
            </a:lvl6pPr>
            <a:lvl7pPr algn="l">
              <a:defRPr sz="1125" b="1">
                <a:solidFill>
                  <a:srgbClr val="0F172A"/>
                </a:solidFill>
              </a:defRPr>
            </a:lvl7pPr>
            <a:lvl8pPr algn="l">
              <a:defRPr sz="1125" b="1">
                <a:solidFill>
                  <a:srgbClr val="0F172A"/>
                </a:solidFill>
              </a:defRPr>
            </a:lvl8pPr>
            <a:lvl9pPr algn="l">
              <a:defRPr sz="1125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Routine / look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9EAF76-A9B4-4EBE-A4EA-1B7DAA32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30670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B6475"/>
                </a:solidFill>
              </a:defRPr>
            </a:defPPr>
            <a:lvl1pPr algn="l">
              <a:defRPr sz="900" b="0">
                <a:solidFill>
                  <a:srgbClr val="5B6475"/>
                </a:solidFill>
              </a:defRPr>
            </a:lvl1pPr>
            <a:lvl2pPr algn="l">
              <a:defRPr sz="900" b="0">
                <a:solidFill>
                  <a:srgbClr val="5B6475"/>
                </a:solidFill>
              </a:defRPr>
            </a:lvl2pPr>
            <a:lvl3pPr algn="l">
              <a:defRPr sz="900" b="0">
                <a:solidFill>
                  <a:srgbClr val="5B6475"/>
                </a:solidFill>
              </a:defRPr>
            </a:lvl3pPr>
            <a:lvl4pPr algn="l">
              <a:defRPr sz="900" b="0">
                <a:solidFill>
                  <a:srgbClr val="5B6475"/>
                </a:solidFill>
              </a:defRPr>
            </a:lvl4pPr>
            <a:lvl5pPr algn="l">
              <a:defRPr sz="900" b="0">
                <a:solidFill>
                  <a:srgbClr val="5B6475"/>
                </a:solidFill>
              </a:defRPr>
            </a:lvl5pPr>
            <a:lvl6pPr algn="l">
              <a:defRPr sz="900" b="0">
                <a:solidFill>
                  <a:srgbClr val="5B6475"/>
                </a:solidFill>
              </a:defRPr>
            </a:lvl6pPr>
            <a:lvl7pPr algn="l">
              <a:defRPr sz="900" b="0">
                <a:solidFill>
                  <a:srgbClr val="5B6475"/>
                </a:solidFill>
              </a:defRPr>
            </a:lvl7pPr>
            <a:lvl8pPr algn="l">
              <a:defRPr sz="900" b="0">
                <a:solidFill>
                  <a:srgbClr val="5B6475"/>
                </a:solidFill>
              </a:defRPr>
            </a:lvl8pPr>
            <a:lvl9pPr algn="l">
              <a:defRPr sz="90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Ordered steps or three ideas; timing, comfort and effort constraints.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35C451-82BC-41B2-B29B-5D2B7D85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57600"/>
            <a:ext cx="3524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527013-A94C-4CC3-876F-E2DED51C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800475"/>
            <a:ext cx="57150" cy="1409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C6BB95-6F5A-45DA-9237-620E5A50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F172A"/>
                </a:solidFill>
              </a:defRPr>
            </a:defPPr>
            <a:lvl1pPr algn="l">
              <a:defRPr sz="1125" b="1">
                <a:solidFill>
                  <a:srgbClr val="0F172A"/>
                </a:solidFill>
              </a:defRPr>
            </a:lvl1pPr>
            <a:lvl2pPr algn="l">
              <a:defRPr sz="1125" b="1">
                <a:solidFill>
                  <a:srgbClr val="0F172A"/>
                </a:solidFill>
              </a:defRPr>
            </a:lvl2pPr>
            <a:lvl3pPr algn="l">
              <a:defRPr sz="1125" b="1">
                <a:solidFill>
                  <a:srgbClr val="0F172A"/>
                </a:solidFill>
              </a:defRPr>
            </a:lvl3pPr>
            <a:lvl4pPr algn="l">
              <a:defRPr sz="1125" b="1">
                <a:solidFill>
                  <a:srgbClr val="0F172A"/>
                </a:solidFill>
              </a:defRPr>
            </a:lvl4pPr>
            <a:lvl5pPr algn="l">
              <a:defRPr sz="1125" b="1">
                <a:solidFill>
                  <a:srgbClr val="0F172A"/>
                </a:solidFill>
              </a:defRPr>
            </a:lvl5pPr>
            <a:lvl6pPr algn="l">
              <a:defRPr sz="1125" b="1">
                <a:solidFill>
                  <a:srgbClr val="0F172A"/>
                </a:solidFill>
              </a:defRPr>
            </a:lvl6pPr>
            <a:lvl7pPr algn="l">
              <a:defRPr sz="1125" b="1">
                <a:solidFill>
                  <a:srgbClr val="0F172A"/>
                </a:solidFill>
              </a:defRPr>
            </a:lvl7pPr>
            <a:lvl8pPr algn="l">
              <a:defRPr sz="1125" b="1">
                <a:solidFill>
                  <a:srgbClr val="0F172A"/>
                </a:solidFill>
              </a:defRPr>
            </a:lvl8pPr>
            <a:lvl9pPr algn="l">
              <a:defRPr sz="1125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Explanation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075A4A-0502-4A41-8278-8BF7D099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30670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B6475"/>
                </a:solidFill>
              </a:defRPr>
            </a:defPPr>
            <a:lvl1pPr algn="l">
              <a:defRPr sz="900" b="0">
                <a:solidFill>
                  <a:srgbClr val="5B6475"/>
                </a:solidFill>
              </a:defRPr>
            </a:lvl1pPr>
            <a:lvl2pPr algn="l">
              <a:defRPr sz="900" b="0">
                <a:solidFill>
                  <a:srgbClr val="5B6475"/>
                </a:solidFill>
              </a:defRPr>
            </a:lvl2pPr>
            <a:lvl3pPr algn="l">
              <a:defRPr sz="900" b="0">
                <a:solidFill>
                  <a:srgbClr val="5B6475"/>
                </a:solidFill>
              </a:defRPr>
            </a:lvl3pPr>
            <a:lvl4pPr algn="l">
              <a:defRPr sz="900" b="0">
                <a:solidFill>
                  <a:srgbClr val="5B6475"/>
                </a:solidFill>
              </a:defRPr>
            </a:lvl4pPr>
            <a:lvl5pPr algn="l">
              <a:defRPr sz="900" b="0">
                <a:solidFill>
                  <a:srgbClr val="5B6475"/>
                </a:solidFill>
              </a:defRPr>
            </a:lvl5pPr>
            <a:lvl6pPr algn="l">
              <a:defRPr sz="900" b="0">
                <a:solidFill>
                  <a:srgbClr val="5B6475"/>
                </a:solidFill>
              </a:defRPr>
            </a:lvl6pPr>
            <a:lvl7pPr algn="l">
              <a:defRPr sz="900" b="0">
                <a:solidFill>
                  <a:srgbClr val="5B6475"/>
                </a:solidFill>
              </a:defRPr>
            </a:lvl7pPr>
            <a:lvl8pPr algn="l">
              <a:defRPr sz="900" b="0">
                <a:solidFill>
                  <a:srgbClr val="5B6475"/>
                </a:solidFill>
              </a:defRPr>
            </a:lvl8pPr>
            <a:lvl9pPr algn="l">
              <a:defRPr sz="90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Rationale, source IDs, confidence, uncertainty and next question.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7F1765-01BE-4603-8C8F-9B726804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57600"/>
            <a:ext cx="3524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5903A0-41B7-4C39-930F-4BBFC3B9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800475"/>
            <a:ext cx="57150" cy="1409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4343"/>
          </a:solidFill>
          <a:ln xmlns:a="http://schemas.openxmlformats.org/drawingml/2006/main" w="0">
            <a:solidFill>
              <a:srgbClr val="D1434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5FA55A-5182-4424-BCD2-1340665C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909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F172A"/>
                </a:solidFill>
              </a:defRPr>
            </a:defPPr>
            <a:lvl1pPr algn="l">
              <a:defRPr sz="1125" b="1">
                <a:solidFill>
                  <a:srgbClr val="0F172A"/>
                </a:solidFill>
              </a:defRPr>
            </a:lvl1pPr>
            <a:lvl2pPr algn="l">
              <a:defRPr sz="1125" b="1">
                <a:solidFill>
                  <a:srgbClr val="0F172A"/>
                </a:solidFill>
              </a:defRPr>
            </a:lvl2pPr>
            <a:lvl3pPr algn="l">
              <a:defRPr sz="1125" b="1">
                <a:solidFill>
                  <a:srgbClr val="0F172A"/>
                </a:solidFill>
              </a:defRPr>
            </a:lvl3pPr>
            <a:lvl4pPr algn="l">
              <a:defRPr sz="1125" b="1">
                <a:solidFill>
                  <a:srgbClr val="0F172A"/>
                </a:solidFill>
              </a:defRPr>
            </a:lvl4pPr>
            <a:lvl5pPr algn="l">
              <a:defRPr sz="1125" b="1">
                <a:solidFill>
                  <a:srgbClr val="0F172A"/>
                </a:solidFill>
              </a:defRPr>
            </a:lvl5pPr>
            <a:lvl6pPr algn="l">
              <a:defRPr sz="1125" b="1">
                <a:solidFill>
                  <a:srgbClr val="0F172A"/>
                </a:solidFill>
              </a:defRPr>
            </a:lvl6pPr>
            <a:lvl7pPr algn="l">
              <a:defRPr sz="1125" b="1">
                <a:solidFill>
                  <a:srgbClr val="0F172A"/>
                </a:solidFill>
              </a:defRPr>
            </a:lvl7pPr>
            <a:lvl8pPr algn="l">
              <a:defRPr sz="1125" b="1">
                <a:solidFill>
                  <a:srgbClr val="0F172A"/>
                </a:solidFill>
              </a:defRPr>
            </a:lvl8pPr>
            <a:lvl9pPr algn="l">
              <a:defRPr sz="1125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Safety packet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387A03-5B62-46C0-A190-0956E0E6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95750"/>
            <a:ext cx="30670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B6475"/>
                </a:solidFill>
              </a:defRPr>
            </a:defPPr>
            <a:lvl1pPr algn="l">
              <a:defRPr sz="900" b="0">
                <a:solidFill>
                  <a:srgbClr val="5B6475"/>
                </a:solidFill>
              </a:defRPr>
            </a:lvl1pPr>
            <a:lvl2pPr algn="l">
              <a:defRPr sz="900" b="0">
                <a:solidFill>
                  <a:srgbClr val="5B6475"/>
                </a:solidFill>
              </a:defRPr>
            </a:lvl2pPr>
            <a:lvl3pPr algn="l">
              <a:defRPr sz="900" b="0">
                <a:solidFill>
                  <a:srgbClr val="5B6475"/>
                </a:solidFill>
              </a:defRPr>
            </a:lvl3pPr>
            <a:lvl4pPr algn="l">
              <a:defRPr sz="900" b="0">
                <a:solidFill>
                  <a:srgbClr val="5B6475"/>
                </a:solidFill>
              </a:defRPr>
            </a:lvl4pPr>
            <a:lvl5pPr algn="l">
              <a:defRPr sz="900" b="0">
                <a:solidFill>
                  <a:srgbClr val="5B6475"/>
                </a:solidFill>
              </a:defRPr>
            </a:lvl5pPr>
            <a:lvl6pPr algn="l">
              <a:defRPr sz="900" b="0">
                <a:solidFill>
                  <a:srgbClr val="5B6475"/>
                </a:solidFill>
              </a:defRPr>
            </a:lvl6pPr>
            <a:lvl7pPr algn="l">
              <a:defRPr sz="900" b="0">
                <a:solidFill>
                  <a:srgbClr val="5B6475"/>
                </a:solidFill>
              </a:defRPr>
            </a:lvl7pPr>
            <a:lvl8pPr algn="l">
              <a:defRPr sz="900" b="0">
                <a:solidFill>
                  <a:srgbClr val="5B6475"/>
                </a:solidFill>
              </a:defRPr>
            </a:lvl8pPr>
            <a:lvl9pPr algn="l">
              <a:defRPr sz="90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Cautions, out-of-scope detection and human escalation.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555AB5-3082-4CA9-803E-C450AB15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57600"/>
            <a:ext cx="3524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8BBDD9-F05A-418C-947E-044F9964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800475"/>
            <a:ext cx="57150" cy="1409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25837D-3C1C-40C3-BE92-87211DD0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909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F172A"/>
                </a:solidFill>
              </a:defRPr>
            </a:defPPr>
            <a:lvl1pPr algn="l">
              <a:defRPr sz="1125" b="1">
                <a:solidFill>
                  <a:srgbClr val="0F172A"/>
                </a:solidFill>
              </a:defRPr>
            </a:lvl1pPr>
            <a:lvl2pPr algn="l">
              <a:defRPr sz="1125" b="1">
                <a:solidFill>
                  <a:srgbClr val="0F172A"/>
                </a:solidFill>
              </a:defRPr>
            </a:lvl2pPr>
            <a:lvl3pPr algn="l">
              <a:defRPr sz="1125" b="1">
                <a:solidFill>
                  <a:srgbClr val="0F172A"/>
                </a:solidFill>
              </a:defRPr>
            </a:lvl3pPr>
            <a:lvl4pPr algn="l">
              <a:defRPr sz="1125" b="1">
                <a:solidFill>
                  <a:srgbClr val="0F172A"/>
                </a:solidFill>
              </a:defRPr>
            </a:lvl4pPr>
            <a:lvl5pPr algn="l">
              <a:defRPr sz="1125" b="1">
                <a:solidFill>
                  <a:srgbClr val="0F172A"/>
                </a:solidFill>
              </a:defRPr>
            </a:lvl5pPr>
            <a:lvl6pPr algn="l">
              <a:defRPr sz="1125" b="1">
                <a:solidFill>
                  <a:srgbClr val="0F172A"/>
                </a:solidFill>
              </a:defRPr>
            </a:lvl6pPr>
            <a:lvl7pPr algn="l">
              <a:defRPr sz="1125" b="1">
                <a:solidFill>
                  <a:srgbClr val="0F172A"/>
                </a:solidFill>
              </a:defRPr>
            </a:lvl7pPr>
            <a:lvl8pPr algn="l">
              <a:defRPr sz="1125" b="1">
                <a:solidFill>
                  <a:srgbClr val="0F172A"/>
                </a:solidFill>
              </a:defRPr>
            </a:lvl8pPr>
            <a:lvl9pPr algn="l">
              <a:defRPr sz="1125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Evidence record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5E522D-3B5F-4740-90DB-35F3BBBA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30670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B6475"/>
                </a:solidFill>
              </a:defRPr>
            </a:defPPr>
            <a:lvl1pPr algn="l">
              <a:defRPr sz="900" b="0">
                <a:solidFill>
                  <a:srgbClr val="5B6475"/>
                </a:solidFill>
              </a:defRPr>
            </a:lvl1pPr>
            <a:lvl2pPr algn="l">
              <a:defRPr sz="900" b="0">
                <a:solidFill>
                  <a:srgbClr val="5B6475"/>
                </a:solidFill>
              </a:defRPr>
            </a:lvl2pPr>
            <a:lvl3pPr algn="l">
              <a:defRPr sz="900" b="0">
                <a:solidFill>
                  <a:srgbClr val="5B6475"/>
                </a:solidFill>
              </a:defRPr>
            </a:lvl3pPr>
            <a:lvl4pPr algn="l">
              <a:defRPr sz="900" b="0">
                <a:solidFill>
                  <a:srgbClr val="5B6475"/>
                </a:solidFill>
              </a:defRPr>
            </a:lvl4pPr>
            <a:lvl5pPr algn="l">
              <a:defRPr sz="900" b="0">
                <a:solidFill>
                  <a:srgbClr val="5B6475"/>
                </a:solidFill>
              </a:defRPr>
            </a:lvl5pPr>
            <a:lvl6pPr algn="l">
              <a:defRPr sz="900" b="0">
                <a:solidFill>
                  <a:srgbClr val="5B6475"/>
                </a:solidFill>
              </a:defRPr>
            </a:lvl6pPr>
            <a:lvl7pPr algn="l">
              <a:defRPr sz="900" b="0">
                <a:solidFill>
                  <a:srgbClr val="5B6475"/>
                </a:solidFill>
              </a:defRPr>
            </a:lvl7pPr>
            <a:lvl8pPr algn="l">
              <a:defRPr sz="900" b="0">
                <a:solidFill>
                  <a:srgbClr val="5B6475"/>
                </a:solidFill>
              </a:defRPr>
            </a:lvl8pPr>
            <a:lvl9pPr algn="l">
              <a:defRPr sz="90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Model/prompt/catalog versions, cost, latency, checks and feedback.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3524DA-9385-4866-B7E4-415DDBD7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0953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9525">
            <a:solidFill>
              <a:srgbClr val="B6E4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72F3F1-4E93-42CC-9CD1-78449370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64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0F9D78"/>
                </a:solidFill>
              </a:defRPr>
            </a:defPPr>
            <a:lvl1pPr algn="ctr">
              <a:defRPr sz="975" b="1">
                <a:solidFill>
                  <a:srgbClr val="0F9D78"/>
                </a:solidFill>
              </a:defRPr>
            </a:lvl1pPr>
            <a:lvl2pPr algn="ctr">
              <a:defRPr sz="975" b="1">
                <a:solidFill>
                  <a:srgbClr val="0F9D78"/>
                </a:solidFill>
              </a:defRPr>
            </a:lvl2pPr>
            <a:lvl3pPr algn="ctr">
              <a:defRPr sz="975" b="1">
                <a:solidFill>
                  <a:srgbClr val="0F9D78"/>
                </a:solidFill>
              </a:defRPr>
            </a:lvl3pPr>
            <a:lvl4pPr algn="ctr">
              <a:defRPr sz="975" b="1">
                <a:solidFill>
                  <a:srgbClr val="0F9D78"/>
                </a:solidFill>
              </a:defRPr>
            </a:lvl4pPr>
            <a:lvl5pPr algn="ctr">
              <a:defRPr sz="975" b="1">
                <a:solidFill>
                  <a:srgbClr val="0F9D78"/>
                </a:solidFill>
              </a:defRPr>
            </a:lvl5pPr>
            <a:lvl6pPr algn="ctr">
              <a:defRPr sz="975" b="1">
                <a:solidFill>
                  <a:srgbClr val="0F9D78"/>
                </a:solidFill>
              </a:defRPr>
            </a:lvl6pPr>
            <a:lvl7pPr algn="ctr">
              <a:defRPr sz="975" b="1">
                <a:solidFill>
                  <a:srgbClr val="0F9D78"/>
                </a:solidFill>
              </a:defRPr>
            </a:lvl7pPr>
            <a:lvl8pPr algn="ctr">
              <a:defRPr sz="975" b="1">
                <a:solidFill>
                  <a:srgbClr val="0F9D78"/>
                </a:solidFill>
              </a:defRPr>
            </a:lvl8pPr>
            <a:lvl9pPr algn="ctr">
              <a:defRPr sz="975" b="1">
                <a:solidFill>
                  <a:srgbClr val="0F9D78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0F9D78"/>
                </a:solidFill>
              </a:defRPr>
            </a:pPr>
            <a:r>
              <a:rPr sz="975" b="1">
                <a:solidFill>
                  <a:srgbClr val="0F9D78"/>
                </a:solidFill>
              </a:rPr>
              <a:t>Ask for missing high-impact fields → retrieve approved records → generate JSON-schema output → validate → show provenance/uncertainty → learn from explicit feedback.</a:t>
            </a:r>
          </a:p>
        </p:txBody>
      </p:sp>
    </p:spTree>
    <p:extLst>
      <p:ext uri="{BB962C8B-B14F-4D97-AF65-F5344CB8AC3E}">
        <p14:creationId xmlns:p14="http://schemas.microsoft.com/office/powerpoint/2010/main" val="13683153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45CBAD-5E57-48D8-A920-1E285620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6D28D9"/>
                </a:solidFill>
              </a:defRPr>
            </a:defPPr>
            <a:lvl1pPr algn="l">
              <a:defRPr sz="825" b="1">
                <a:solidFill>
                  <a:srgbClr val="6D28D9"/>
                </a:solidFill>
              </a:defRPr>
            </a:lvl1pPr>
            <a:lvl2pPr algn="l">
              <a:defRPr sz="825" b="1">
                <a:solidFill>
                  <a:srgbClr val="6D28D9"/>
                </a:solidFill>
              </a:defRPr>
            </a:lvl2pPr>
            <a:lvl3pPr algn="l">
              <a:defRPr sz="825" b="1">
                <a:solidFill>
                  <a:srgbClr val="6D28D9"/>
                </a:solidFill>
              </a:defRPr>
            </a:lvl3pPr>
            <a:lvl4pPr algn="l">
              <a:defRPr sz="825" b="1">
                <a:solidFill>
                  <a:srgbClr val="6D28D9"/>
                </a:solidFill>
              </a:defRPr>
            </a:lvl4pPr>
            <a:lvl5pPr algn="l">
              <a:defRPr sz="825" b="1">
                <a:solidFill>
                  <a:srgbClr val="6D28D9"/>
                </a:solidFill>
              </a:defRPr>
            </a:lvl5pPr>
            <a:lvl6pPr algn="l">
              <a:defRPr sz="825" b="1">
                <a:solidFill>
                  <a:srgbClr val="6D28D9"/>
                </a:solidFill>
              </a:defRPr>
            </a:lvl6pPr>
            <a:lvl7pPr algn="l">
              <a:defRPr sz="825" b="1">
                <a:solidFill>
                  <a:srgbClr val="6D28D9"/>
                </a:solidFill>
              </a:defRPr>
            </a:lvl7pPr>
            <a:lvl8pPr algn="l">
              <a:defRPr sz="825" b="1">
                <a:solidFill>
                  <a:srgbClr val="6D28D9"/>
                </a:solidFill>
              </a:defRPr>
            </a:lvl8pPr>
            <a:lvl9pPr algn="l">
              <a:defRPr sz="825" b="1">
                <a:solidFill>
                  <a:srgbClr val="6D28D9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6D28D9"/>
                </a:solidFill>
              </a:defRPr>
            </a:pPr>
            <a:r>
              <a:rPr sz="825" b="1">
                <a:solidFill>
                  <a:srgbClr val="6D28D9"/>
                </a:solidFill>
              </a:rPr>
              <a:t>BACKEND INFRASTRUCTURE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CF3362-A8AA-4990-A658-E0E84728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0F172A"/>
                </a:solidFill>
              </a:defRPr>
            </a:defPPr>
            <a:lvl1pPr algn="l">
              <a:defRPr sz="2250" b="1">
                <a:solidFill>
                  <a:srgbClr val="0F172A"/>
                </a:solidFill>
              </a:defRPr>
            </a:lvl1pPr>
            <a:lvl2pPr algn="l">
              <a:defRPr sz="2250" b="1">
                <a:solidFill>
                  <a:srgbClr val="0F172A"/>
                </a:solidFill>
              </a:defRPr>
            </a:lvl2pPr>
            <a:lvl3pPr algn="l">
              <a:defRPr sz="2250" b="1">
                <a:solidFill>
                  <a:srgbClr val="0F172A"/>
                </a:solidFill>
              </a:defRPr>
            </a:lvl3pPr>
            <a:lvl4pPr algn="l">
              <a:defRPr sz="2250" b="1">
                <a:solidFill>
                  <a:srgbClr val="0F172A"/>
                </a:solidFill>
              </a:defRPr>
            </a:lvl4pPr>
            <a:lvl5pPr algn="l">
              <a:defRPr sz="2250" b="1">
                <a:solidFill>
                  <a:srgbClr val="0F172A"/>
                </a:solidFill>
              </a:defRPr>
            </a:lvl5pPr>
            <a:lvl6pPr algn="l">
              <a:defRPr sz="2250" b="1">
                <a:solidFill>
                  <a:srgbClr val="0F172A"/>
                </a:solidFill>
              </a:defRPr>
            </a:lvl6pPr>
            <a:lvl7pPr algn="l">
              <a:defRPr sz="2250" b="1">
                <a:solidFill>
                  <a:srgbClr val="0F172A"/>
                </a:solidFill>
              </a:defRPr>
            </a:lvl7pPr>
            <a:lvl8pPr algn="l">
              <a:defRPr sz="2250" b="1">
                <a:solidFill>
                  <a:srgbClr val="0F172A"/>
                </a:solidFill>
              </a:defRPr>
            </a:lvl8pPr>
            <a:lvl9pPr algn="l">
              <a:defRPr sz="22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Current stack and production destination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D5D07-AA46-44F0-98D1-2E91B5F0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B6475"/>
                </a:solidFill>
              </a:defRPr>
            </a:defPPr>
            <a:lvl1pPr algn="l">
              <a:defRPr sz="1050" b="0">
                <a:solidFill>
                  <a:srgbClr val="5B6475"/>
                </a:solidFill>
              </a:defRPr>
            </a:lvl1pPr>
            <a:lvl2pPr algn="l">
              <a:defRPr sz="1050" b="0">
                <a:solidFill>
                  <a:srgbClr val="5B6475"/>
                </a:solidFill>
              </a:defRPr>
            </a:lvl2pPr>
            <a:lvl3pPr algn="l">
              <a:defRPr sz="1050" b="0">
                <a:solidFill>
                  <a:srgbClr val="5B6475"/>
                </a:solidFill>
              </a:defRPr>
            </a:lvl3pPr>
            <a:lvl4pPr algn="l">
              <a:defRPr sz="1050" b="0">
                <a:solidFill>
                  <a:srgbClr val="5B6475"/>
                </a:solidFill>
              </a:defRPr>
            </a:lvl4pPr>
            <a:lvl5pPr algn="l">
              <a:defRPr sz="1050" b="0">
                <a:solidFill>
                  <a:srgbClr val="5B6475"/>
                </a:solidFill>
              </a:defRPr>
            </a:lvl5pPr>
            <a:lvl6pPr algn="l">
              <a:defRPr sz="1050" b="0">
                <a:solidFill>
                  <a:srgbClr val="5B6475"/>
                </a:solidFill>
              </a:defRPr>
            </a:lvl6pPr>
            <a:lvl7pPr algn="l">
              <a:defRPr sz="1050" b="0">
                <a:solidFill>
                  <a:srgbClr val="5B6475"/>
                </a:solidFill>
              </a:defRPr>
            </a:lvl7pPr>
            <a:lvl8pPr algn="l">
              <a:defRPr sz="1050" b="0">
                <a:solidFill>
                  <a:srgbClr val="5B6475"/>
                </a:solidFill>
              </a:defRPr>
            </a:lvl8pPr>
            <a:lvl9pPr algn="l">
              <a:defRPr sz="10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Small logical services, isolated identities and fail-closed external dependencies.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CE8D7-1C6F-47B6-BF7C-D9C37B2D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F"/>
          </a:solidFill>
          <a:ln xmlns:a="http://schemas.openxmlformats.org/drawingml/2006/main" w="0">
            <a:solidFill>
              <a:srgbClr val="EEE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81181F-13D7-4D33-A3D0-B13F0446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75" b="0">
                <a:solidFill>
                  <a:srgbClr val="7A8291"/>
                </a:solidFill>
              </a:defRPr>
            </a:defPPr>
            <a:lvl1pPr algn="l">
              <a:defRPr sz="675" b="0">
                <a:solidFill>
                  <a:srgbClr val="7A8291"/>
                </a:solidFill>
              </a:defRPr>
            </a:lvl1pPr>
            <a:lvl2pPr algn="l">
              <a:defRPr sz="675" b="0">
                <a:solidFill>
                  <a:srgbClr val="7A8291"/>
                </a:solidFill>
              </a:defRPr>
            </a:lvl2pPr>
            <a:lvl3pPr algn="l">
              <a:defRPr sz="675" b="0">
                <a:solidFill>
                  <a:srgbClr val="7A8291"/>
                </a:solidFill>
              </a:defRPr>
            </a:lvl3pPr>
            <a:lvl4pPr algn="l">
              <a:defRPr sz="675" b="0">
                <a:solidFill>
                  <a:srgbClr val="7A8291"/>
                </a:solidFill>
              </a:defRPr>
            </a:lvl4pPr>
            <a:lvl5pPr algn="l">
              <a:defRPr sz="675" b="0">
                <a:solidFill>
                  <a:srgbClr val="7A8291"/>
                </a:solidFill>
              </a:defRPr>
            </a:lvl5pPr>
            <a:lvl6pPr algn="l">
              <a:defRPr sz="675" b="0">
                <a:solidFill>
                  <a:srgbClr val="7A8291"/>
                </a:solidFill>
              </a:defRPr>
            </a:lvl6pPr>
            <a:lvl7pPr algn="l">
              <a:defRPr sz="675" b="0">
                <a:solidFill>
                  <a:srgbClr val="7A8291"/>
                </a:solidFill>
              </a:defRPr>
            </a:lvl7pPr>
            <a:lvl8pPr algn="l">
              <a:defRPr sz="675" b="0">
                <a:solidFill>
                  <a:srgbClr val="7A8291"/>
                </a:solidFill>
              </a:defRPr>
            </a:lvl8pPr>
            <a:lvl9pPr algn="l">
              <a:defRPr sz="675" b="0">
                <a:solidFill>
                  <a:srgbClr val="7A8291"/>
                </a:solidFill>
              </a:defRPr>
            </a:lvl9pPr>
          </a:lstStyle>
          <a:p xmlns:a="http://schemas.openxmlformats.org/drawingml/2006/main">
            <a:pPr algn="l">
              <a:defRPr sz="675" b="0">
                <a:solidFill>
                  <a:srgbClr val="7A8291"/>
                </a:solidFill>
              </a:defRPr>
            </a:pPr>
            <a:r>
              <a:rPr sz="675" b="0">
                <a:solidFill>
                  <a:srgbClr val="7A8291"/>
                </a:solidFill>
              </a:rPr>
              <a:t>MGT SKIN CARE · PRODUCT &amp; PRODUCTION BLUEPRINT · 25 OCT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423D69-A23D-41B8-A8B5-DD219903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1">
                <a:solidFill>
                  <a:srgbClr val="7A8291"/>
                </a:solidFill>
              </a:defRPr>
            </a:defPPr>
            <a:lvl1pPr algn="r">
              <a:defRPr sz="750" b="1">
                <a:solidFill>
                  <a:srgbClr val="7A8291"/>
                </a:solidFill>
              </a:defRPr>
            </a:lvl1pPr>
            <a:lvl2pPr algn="r">
              <a:defRPr sz="750" b="1">
                <a:solidFill>
                  <a:srgbClr val="7A8291"/>
                </a:solidFill>
              </a:defRPr>
            </a:lvl2pPr>
            <a:lvl3pPr algn="r">
              <a:defRPr sz="750" b="1">
                <a:solidFill>
                  <a:srgbClr val="7A8291"/>
                </a:solidFill>
              </a:defRPr>
            </a:lvl3pPr>
            <a:lvl4pPr algn="r">
              <a:defRPr sz="750" b="1">
                <a:solidFill>
                  <a:srgbClr val="7A8291"/>
                </a:solidFill>
              </a:defRPr>
            </a:lvl4pPr>
            <a:lvl5pPr algn="r">
              <a:defRPr sz="750" b="1">
                <a:solidFill>
                  <a:srgbClr val="7A8291"/>
                </a:solidFill>
              </a:defRPr>
            </a:lvl5pPr>
            <a:lvl6pPr algn="r">
              <a:defRPr sz="750" b="1">
                <a:solidFill>
                  <a:srgbClr val="7A8291"/>
                </a:solidFill>
              </a:defRPr>
            </a:lvl6pPr>
            <a:lvl7pPr algn="r">
              <a:defRPr sz="750" b="1">
                <a:solidFill>
                  <a:srgbClr val="7A8291"/>
                </a:solidFill>
              </a:defRPr>
            </a:lvl7pPr>
            <a:lvl8pPr algn="r">
              <a:defRPr sz="750" b="1">
                <a:solidFill>
                  <a:srgbClr val="7A8291"/>
                </a:solidFill>
              </a:defRPr>
            </a:lvl8pPr>
            <a:lvl9pPr algn="r">
              <a:defRPr sz="750" b="1">
                <a:solidFill>
                  <a:srgbClr val="7A8291"/>
                </a:solidFill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7A8291"/>
                </a:solidFill>
              </a:defRPr>
            </a:pPr>
            <a:r>
              <a:rPr sz="750" b="1">
                <a:solidFill>
                  <a:srgbClr val="7A8291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2D4539-0C96-472D-9CD3-CB0E687E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54AA89-B21C-4F8A-B9F6-F71B3800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9631A9-C6B9-413A-B15D-C347B5CE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</a:defRPr>
            </a:defPPr>
            <a:lvl1pPr algn="l">
              <a:defRPr sz="975" b="1">
                <a:solidFill>
                  <a:srgbClr val="FFFFFF"/>
                </a:solidFill>
              </a:defRPr>
            </a:lvl1pPr>
            <a:lvl2pPr algn="l">
              <a:defRPr sz="975" b="1">
                <a:solidFill>
                  <a:srgbClr val="FFFFFF"/>
                </a:solidFill>
              </a:defRPr>
            </a:lvl2pPr>
            <a:lvl3pPr algn="l">
              <a:defRPr sz="975" b="1">
                <a:solidFill>
                  <a:srgbClr val="FFFFFF"/>
                </a:solidFill>
              </a:defRPr>
            </a:lvl3pPr>
            <a:lvl4pPr algn="l">
              <a:defRPr sz="975" b="1">
                <a:solidFill>
                  <a:srgbClr val="FFFFFF"/>
                </a:solidFill>
              </a:defRPr>
            </a:lvl4pPr>
            <a:lvl5pPr algn="l">
              <a:defRPr sz="975" b="1">
                <a:solidFill>
                  <a:srgbClr val="FFFFFF"/>
                </a:solidFill>
              </a:defRPr>
            </a:lvl5pPr>
            <a:lvl6pPr algn="l">
              <a:defRPr sz="975" b="1">
                <a:solidFill>
                  <a:srgbClr val="FFFFFF"/>
                </a:solidFill>
              </a:defRPr>
            </a:lvl6pPr>
            <a:lvl7pPr algn="l">
              <a:defRPr sz="975" b="1">
                <a:solidFill>
                  <a:srgbClr val="FFFFFF"/>
                </a:solidFill>
              </a:defRPr>
            </a:lvl7pPr>
            <a:lvl8pPr algn="l">
              <a:defRPr sz="975" b="1">
                <a:solidFill>
                  <a:srgbClr val="FFFFFF"/>
                </a:solidFill>
              </a:defRPr>
            </a:lvl8pPr>
            <a:lvl9pPr algn="l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Experience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17A72-051F-4469-915D-3E5FE910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14500"/>
            <a:ext cx="922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0F172A"/>
                </a:solidFill>
              </a:defRPr>
            </a:defPPr>
            <a:lvl1pPr algn="l">
              <a:defRPr sz="900" b="0">
                <a:solidFill>
                  <a:srgbClr val="0F172A"/>
                </a:solidFill>
              </a:defRPr>
            </a:lvl1pPr>
            <a:lvl2pPr algn="l">
              <a:defRPr sz="900" b="0">
                <a:solidFill>
                  <a:srgbClr val="0F172A"/>
                </a:solidFill>
              </a:defRPr>
            </a:lvl2pPr>
            <a:lvl3pPr algn="l">
              <a:defRPr sz="900" b="0">
                <a:solidFill>
                  <a:srgbClr val="0F172A"/>
                </a:solidFill>
              </a:defRPr>
            </a:lvl3pPr>
            <a:lvl4pPr algn="l">
              <a:defRPr sz="900" b="0">
                <a:solidFill>
                  <a:srgbClr val="0F172A"/>
                </a:solidFill>
              </a:defRPr>
            </a:lvl4pPr>
            <a:lvl5pPr algn="l">
              <a:defRPr sz="900" b="0">
                <a:solidFill>
                  <a:srgbClr val="0F172A"/>
                </a:solidFill>
              </a:defRPr>
            </a:lvl5pPr>
            <a:lvl6pPr algn="l">
              <a:defRPr sz="900" b="0">
                <a:solidFill>
                  <a:srgbClr val="0F172A"/>
                </a:solidFill>
              </a:defRPr>
            </a:lvl6pPr>
            <a:lvl7pPr algn="l">
              <a:defRPr sz="900" b="0">
                <a:solidFill>
                  <a:srgbClr val="0F172A"/>
                </a:solidFill>
              </a:defRPr>
            </a:lvl7pPr>
            <a:lvl8pPr algn="l">
              <a:defRPr sz="900" b="0">
                <a:solidFill>
                  <a:srgbClr val="0F172A"/>
                </a:solidFill>
              </a:defRPr>
            </a:lvl8pPr>
            <a:lvl9pPr algn="l">
              <a:defRPr sz="900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0F172A"/>
                </a:solidFill>
              </a:defRPr>
            </a:pPr>
            <a:r>
              <a:rPr sz="900" b="0">
                <a:solidFill>
                  <a:srgbClr val="0F172A"/>
                </a:solidFill>
              </a:rPr>
              <a:t>Next.js 15 portal · Expo/Android contract · accessible design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1DBF70-F31E-48DC-B008-ABB4092B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111252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5A4AF1-30D6-45D3-AA60-1C4BD44F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70218A-8AC3-45D9-B925-7733545C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</a:defRPr>
            </a:defPPr>
            <a:lvl1pPr algn="l">
              <a:defRPr sz="975" b="1">
                <a:solidFill>
                  <a:srgbClr val="FFFFFF"/>
                </a:solidFill>
              </a:defRPr>
            </a:lvl1pPr>
            <a:lvl2pPr algn="l">
              <a:defRPr sz="975" b="1">
                <a:solidFill>
                  <a:srgbClr val="FFFFFF"/>
                </a:solidFill>
              </a:defRPr>
            </a:lvl2pPr>
            <a:lvl3pPr algn="l">
              <a:defRPr sz="975" b="1">
                <a:solidFill>
                  <a:srgbClr val="FFFFFF"/>
                </a:solidFill>
              </a:defRPr>
            </a:lvl3pPr>
            <a:lvl4pPr algn="l">
              <a:defRPr sz="975" b="1">
                <a:solidFill>
                  <a:srgbClr val="FFFFFF"/>
                </a:solidFill>
              </a:defRPr>
            </a:lvl4pPr>
            <a:lvl5pPr algn="l">
              <a:defRPr sz="975" b="1">
                <a:solidFill>
                  <a:srgbClr val="FFFFFF"/>
                </a:solidFill>
              </a:defRPr>
            </a:lvl5pPr>
            <a:lvl6pPr algn="l">
              <a:defRPr sz="975" b="1">
                <a:solidFill>
                  <a:srgbClr val="FFFFFF"/>
                </a:solidFill>
              </a:defRPr>
            </a:lvl6pPr>
            <a:lvl7pPr algn="l">
              <a:defRPr sz="975" b="1">
                <a:solidFill>
                  <a:srgbClr val="FFFFFF"/>
                </a:solidFill>
              </a:defRPr>
            </a:lvl7pPr>
            <a:lvl8pPr algn="l">
              <a:defRPr sz="975" b="1">
                <a:solidFill>
                  <a:srgbClr val="FFFFFF"/>
                </a:solidFill>
              </a:defRPr>
            </a:lvl8pPr>
            <a:lvl9pPr algn="l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Edge &amp; identity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2F73F7-D64E-4B6F-B8C5-EE0D8410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324100"/>
            <a:ext cx="922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0F172A"/>
                </a:solidFill>
              </a:defRPr>
            </a:defPPr>
            <a:lvl1pPr algn="l">
              <a:defRPr sz="900" b="0">
                <a:solidFill>
                  <a:srgbClr val="0F172A"/>
                </a:solidFill>
              </a:defRPr>
            </a:lvl1pPr>
            <a:lvl2pPr algn="l">
              <a:defRPr sz="900" b="0">
                <a:solidFill>
                  <a:srgbClr val="0F172A"/>
                </a:solidFill>
              </a:defRPr>
            </a:lvl2pPr>
            <a:lvl3pPr algn="l">
              <a:defRPr sz="900" b="0">
                <a:solidFill>
                  <a:srgbClr val="0F172A"/>
                </a:solidFill>
              </a:defRPr>
            </a:lvl3pPr>
            <a:lvl4pPr algn="l">
              <a:defRPr sz="900" b="0">
                <a:solidFill>
                  <a:srgbClr val="0F172A"/>
                </a:solidFill>
              </a:defRPr>
            </a:lvl4pPr>
            <a:lvl5pPr algn="l">
              <a:defRPr sz="900" b="0">
                <a:solidFill>
                  <a:srgbClr val="0F172A"/>
                </a:solidFill>
              </a:defRPr>
            </a:lvl5pPr>
            <a:lvl6pPr algn="l">
              <a:defRPr sz="900" b="0">
                <a:solidFill>
                  <a:srgbClr val="0F172A"/>
                </a:solidFill>
              </a:defRPr>
            </a:lvl6pPr>
            <a:lvl7pPr algn="l">
              <a:defRPr sz="900" b="0">
                <a:solidFill>
                  <a:srgbClr val="0F172A"/>
                </a:solidFill>
              </a:defRPr>
            </a:lvl7pPr>
            <a:lvl8pPr algn="l">
              <a:defRPr sz="900" b="0">
                <a:solidFill>
                  <a:srgbClr val="0F172A"/>
                </a:solidFill>
              </a:defRPr>
            </a:lvl8pPr>
            <a:lvl9pPr algn="l">
              <a:defRPr sz="900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0F172A"/>
                </a:solidFill>
              </a:defRPr>
            </a:pPr>
            <a:r>
              <a:rPr sz="900" b="0">
                <a:solidFill>
                  <a:srgbClr val="0F172A"/>
                </a:solidFill>
              </a:rPr>
              <a:t>Caddy / managed HTTPS · Supabase Auth + Google OAuth · CSRF · rate limits · RBAC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D492D1-8E5A-4981-B170-A57955A4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95600"/>
            <a:ext cx="111252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7E5A4F-68D3-418F-9B13-D10A59AC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956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6684CC-0D88-425E-B26F-4FA246DB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</a:defRPr>
            </a:defPPr>
            <a:lvl1pPr algn="l">
              <a:defRPr sz="975" b="1">
                <a:solidFill>
                  <a:srgbClr val="FFFFFF"/>
                </a:solidFill>
              </a:defRPr>
            </a:lvl1pPr>
            <a:lvl2pPr algn="l">
              <a:defRPr sz="975" b="1">
                <a:solidFill>
                  <a:srgbClr val="FFFFFF"/>
                </a:solidFill>
              </a:defRPr>
            </a:lvl2pPr>
            <a:lvl3pPr algn="l">
              <a:defRPr sz="975" b="1">
                <a:solidFill>
                  <a:srgbClr val="FFFFFF"/>
                </a:solidFill>
              </a:defRPr>
            </a:lvl3pPr>
            <a:lvl4pPr algn="l">
              <a:defRPr sz="975" b="1">
                <a:solidFill>
                  <a:srgbClr val="FFFFFF"/>
                </a:solidFill>
              </a:defRPr>
            </a:lvl4pPr>
            <a:lvl5pPr algn="l">
              <a:defRPr sz="975" b="1">
                <a:solidFill>
                  <a:srgbClr val="FFFFFF"/>
                </a:solidFill>
              </a:defRPr>
            </a:lvl5pPr>
            <a:lvl6pPr algn="l">
              <a:defRPr sz="975" b="1">
                <a:solidFill>
                  <a:srgbClr val="FFFFFF"/>
                </a:solidFill>
              </a:defRPr>
            </a:lvl6pPr>
            <a:lvl7pPr algn="l">
              <a:defRPr sz="975" b="1">
                <a:solidFill>
                  <a:srgbClr val="FFFFFF"/>
                </a:solidFill>
              </a:defRPr>
            </a:lvl7pPr>
            <a:lvl8pPr algn="l">
              <a:defRPr sz="975" b="1">
                <a:solidFill>
                  <a:srgbClr val="FFFFFF"/>
                </a:solidFill>
              </a:defRPr>
            </a:lvl8pPr>
            <a:lvl9pPr algn="l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Application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248C97-89A2-4247-9F4A-5BE83EAE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33700"/>
            <a:ext cx="922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0F172A"/>
                </a:solidFill>
              </a:defRPr>
            </a:defPPr>
            <a:lvl1pPr algn="l">
              <a:defRPr sz="900" b="0">
                <a:solidFill>
                  <a:srgbClr val="0F172A"/>
                </a:solidFill>
              </a:defRPr>
            </a:lvl1pPr>
            <a:lvl2pPr algn="l">
              <a:defRPr sz="900" b="0">
                <a:solidFill>
                  <a:srgbClr val="0F172A"/>
                </a:solidFill>
              </a:defRPr>
            </a:lvl2pPr>
            <a:lvl3pPr algn="l">
              <a:defRPr sz="900" b="0">
                <a:solidFill>
                  <a:srgbClr val="0F172A"/>
                </a:solidFill>
              </a:defRPr>
            </a:lvl3pPr>
            <a:lvl4pPr algn="l">
              <a:defRPr sz="900" b="0">
                <a:solidFill>
                  <a:srgbClr val="0F172A"/>
                </a:solidFill>
              </a:defRPr>
            </a:lvl4pPr>
            <a:lvl5pPr algn="l">
              <a:defRPr sz="900" b="0">
                <a:solidFill>
                  <a:srgbClr val="0F172A"/>
                </a:solidFill>
              </a:defRPr>
            </a:lvl5pPr>
            <a:lvl6pPr algn="l">
              <a:defRPr sz="900" b="0">
                <a:solidFill>
                  <a:srgbClr val="0F172A"/>
                </a:solidFill>
              </a:defRPr>
            </a:lvl6pPr>
            <a:lvl7pPr algn="l">
              <a:defRPr sz="900" b="0">
                <a:solidFill>
                  <a:srgbClr val="0F172A"/>
                </a:solidFill>
              </a:defRPr>
            </a:lvl7pPr>
            <a:lvl8pPr algn="l">
              <a:defRPr sz="900" b="0">
                <a:solidFill>
                  <a:srgbClr val="0F172A"/>
                </a:solidFill>
              </a:defRPr>
            </a:lvl8pPr>
            <a:lvl9pPr algn="l">
              <a:defRPr sz="900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0F172A"/>
                </a:solidFill>
              </a:defRPr>
            </a:pPr>
            <a:r>
              <a:rPr sz="900" b="0">
                <a:solidFill>
                  <a:srgbClr val="0F172A"/>
                </a:solidFill>
              </a:rPr>
              <a:t>Express + TypeScript API · domain/shared packages · worker · typed validators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C2CAD4-7F14-4F3A-A7A7-D9582755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111252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39FA85-C803-4D33-9A36-A9D89209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78"/>
          </a:solidFill>
          <a:ln xmlns:a="http://schemas.openxmlformats.org/drawingml/2006/main" w="0">
            <a:solidFill>
              <a:srgbClr val="0F9D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8ACBC2-2F4D-4110-846D-43089BB1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</a:defRPr>
            </a:defPPr>
            <a:lvl1pPr algn="l">
              <a:defRPr sz="975" b="1">
                <a:solidFill>
                  <a:srgbClr val="FFFFFF"/>
                </a:solidFill>
              </a:defRPr>
            </a:lvl1pPr>
            <a:lvl2pPr algn="l">
              <a:defRPr sz="975" b="1">
                <a:solidFill>
                  <a:srgbClr val="FFFFFF"/>
                </a:solidFill>
              </a:defRPr>
            </a:lvl2pPr>
            <a:lvl3pPr algn="l">
              <a:defRPr sz="975" b="1">
                <a:solidFill>
                  <a:srgbClr val="FFFFFF"/>
                </a:solidFill>
              </a:defRPr>
            </a:lvl3pPr>
            <a:lvl4pPr algn="l">
              <a:defRPr sz="975" b="1">
                <a:solidFill>
                  <a:srgbClr val="FFFFFF"/>
                </a:solidFill>
              </a:defRPr>
            </a:lvl4pPr>
            <a:lvl5pPr algn="l">
              <a:defRPr sz="975" b="1">
                <a:solidFill>
                  <a:srgbClr val="FFFFFF"/>
                </a:solidFill>
              </a:defRPr>
            </a:lvl5pPr>
            <a:lvl6pPr algn="l">
              <a:defRPr sz="975" b="1">
                <a:solidFill>
                  <a:srgbClr val="FFFFFF"/>
                </a:solidFill>
              </a:defRPr>
            </a:lvl6pPr>
            <a:lvl7pPr algn="l">
              <a:defRPr sz="975" b="1">
                <a:solidFill>
                  <a:srgbClr val="FFFFFF"/>
                </a:solidFill>
              </a:defRPr>
            </a:lvl7pPr>
            <a:lvl8pPr algn="l">
              <a:defRPr sz="975" b="1">
                <a:solidFill>
                  <a:srgbClr val="FFFFFF"/>
                </a:solidFill>
              </a:defRPr>
            </a:lvl8pPr>
            <a:lvl9pPr algn="l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FFA846-247F-4F04-9DAF-885B0A79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543300"/>
            <a:ext cx="922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0F172A"/>
                </a:solidFill>
              </a:defRPr>
            </a:defPPr>
            <a:lvl1pPr algn="l">
              <a:defRPr sz="900" b="0">
                <a:solidFill>
                  <a:srgbClr val="0F172A"/>
                </a:solidFill>
              </a:defRPr>
            </a:lvl1pPr>
            <a:lvl2pPr algn="l">
              <a:defRPr sz="900" b="0">
                <a:solidFill>
                  <a:srgbClr val="0F172A"/>
                </a:solidFill>
              </a:defRPr>
            </a:lvl2pPr>
            <a:lvl3pPr algn="l">
              <a:defRPr sz="900" b="0">
                <a:solidFill>
                  <a:srgbClr val="0F172A"/>
                </a:solidFill>
              </a:defRPr>
            </a:lvl3pPr>
            <a:lvl4pPr algn="l">
              <a:defRPr sz="900" b="0">
                <a:solidFill>
                  <a:srgbClr val="0F172A"/>
                </a:solidFill>
              </a:defRPr>
            </a:lvl4pPr>
            <a:lvl5pPr algn="l">
              <a:defRPr sz="900" b="0">
                <a:solidFill>
                  <a:srgbClr val="0F172A"/>
                </a:solidFill>
              </a:defRPr>
            </a:lvl5pPr>
            <a:lvl6pPr algn="l">
              <a:defRPr sz="900" b="0">
                <a:solidFill>
                  <a:srgbClr val="0F172A"/>
                </a:solidFill>
              </a:defRPr>
            </a:lvl6pPr>
            <a:lvl7pPr algn="l">
              <a:defRPr sz="900" b="0">
                <a:solidFill>
                  <a:srgbClr val="0F172A"/>
                </a:solidFill>
              </a:defRPr>
            </a:lvl7pPr>
            <a:lvl8pPr algn="l">
              <a:defRPr sz="900" b="0">
                <a:solidFill>
                  <a:srgbClr val="0F172A"/>
                </a:solidFill>
              </a:defRPr>
            </a:lvl8pPr>
            <a:lvl9pPr algn="l">
              <a:defRPr sz="900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0F172A"/>
                </a:solidFill>
              </a:defRPr>
            </a:pPr>
            <a:r>
              <a:rPr sz="900" b="0">
                <a:solidFill>
                  <a:srgbClr val="0F172A"/>
                </a:solidFill>
              </a:rPr>
              <a:t>SQLite local/demo → PostgreSQL/Supabase or Cloud SQL prod · migrations · audit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DDED8D-CB7E-4C17-A0E6-41C38AB4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111252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8B9DA7-B343-4DB9-B6BA-E1FD7498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17DF14-CA7E-4BC9-A641-3426B75A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5290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</a:defRPr>
            </a:defPPr>
            <a:lvl1pPr algn="l">
              <a:defRPr sz="975" b="1">
                <a:solidFill>
                  <a:srgbClr val="FFFFFF"/>
                </a:solidFill>
              </a:defRPr>
            </a:lvl1pPr>
            <a:lvl2pPr algn="l">
              <a:defRPr sz="975" b="1">
                <a:solidFill>
                  <a:srgbClr val="FFFFFF"/>
                </a:solidFill>
              </a:defRPr>
            </a:lvl2pPr>
            <a:lvl3pPr algn="l">
              <a:defRPr sz="975" b="1">
                <a:solidFill>
                  <a:srgbClr val="FFFFFF"/>
                </a:solidFill>
              </a:defRPr>
            </a:lvl3pPr>
            <a:lvl4pPr algn="l">
              <a:defRPr sz="975" b="1">
                <a:solidFill>
                  <a:srgbClr val="FFFFFF"/>
                </a:solidFill>
              </a:defRPr>
            </a:lvl4pPr>
            <a:lvl5pPr algn="l">
              <a:defRPr sz="975" b="1">
                <a:solidFill>
                  <a:srgbClr val="FFFFFF"/>
                </a:solidFill>
              </a:defRPr>
            </a:lvl5pPr>
            <a:lvl6pPr algn="l">
              <a:defRPr sz="975" b="1">
                <a:solidFill>
                  <a:srgbClr val="FFFFFF"/>
                </a:solidFill>
              </a:defRPr>
            </a:lvl6pPr>
            <a:lvl7pPr algn="l">
              <a:defRPr sz="975" b="1">
                <a:solidFill>
                  <a:srgbClr val="FFFFFF"/>
                </a:solidFill>
              </a:defRPr>
            </a:lvl7pPr>
            <a:lvl8pPr algn="l">
              <a:defRPr sz="975" b="1">
                <a:solidFill>
                  <a:srgbClr val="FFFFFF"/>
                </a:solidFill>
              </a:defRPr>
            </a:lvl8pPr>
            <a:lvl9pPr algn="l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Intelligence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695ED4-C5EC-4485-81E8-7283AED4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152900"/>
            <a:ext cx="922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0F172A"/>
                </a:solidFill>
              </a:defRPr>
            </a:defPPr>
            <a:lvl1pPr algn="l">
              <a:defRPr sz="900" b="0">
                <a:solidFill>
                  <a:srgbClr val="0F172A"/>
                </a:solidFill>
              </a:defRPr>
            </a:lvl1pPr>
            <a:lvl2pPr algn="l">
              <a:defRPr sz="900" b="0">
                <a:solidFill>
                  <a:srgbClr val="0F172A"/>
                </a:solidFill>
              </a:defRPr>
            </a:lvl2pPr>
            <a:lvl3pPr algn="l">
              <a:defRPr sz="900" b="0">
                <a:solidFill>
                  <a:srgbClr val="0F172A"/>
                </a:solidFill>
              </a:defRPr>
            </a:lvl3pPr>
            <a:lvl4pPr algn="l">
              <a:defRPr sz="900" b="0">
                <a:solidFill>
                  <a:srgbClr val="0F172A"/>
                </a:solidFill>
              </a:defRPr>
            </a:lvl4pPr>
            <a:lvl5pPr algn="l">
              <a:defRPr sz="900" b="0">
                <a:solidFill>
                  <a:srgbClr val="0F172A"/>
                </a:solidFill>
              </a:defRPr>
            </a:lvl5pPr>
            <a:lvl6pPr algn="l">
              <a:defRPr sz="900" b="0">
                <a:solidFill>
                  <a:srgbClr val="0F172A"/>
                </a:solidFill>
              </a:defRPr>
            </a:lvl6pPr>
            <a:lvl7pPr algn="l">
              <a:defRPr sz="900" b="0">
                <a:solidFill>
                  <a:srgbClr val="0F172A"/>
                </a:solidFill>
              </a:defRPr>
            </a:lvl7pPr>
            <a:lvl8pPr algn="l">
              <a:defRPr sz="900" b="0">
                <a:solidFill>
                  <a:srgbClr val="0F172A"/>
                </a:solidFill>
              </a:defRPr>
            </a:lvl8pPr>
            <a:lvl9pPr algn="l">
              <a:defRPr sz="900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0F172A"/>
                </a:solidFill>
              </a:defRPr>
            </a:pPr>
            <a:r>
              <a:rPr sz="900" b="0">
                <a:solidFill>
                  <a:srgbClr val="0F172A"/>
                </a:solidFill>
              </a:rPr>
              <a:t>AI gateway · deterministic match/style engines · retrieval · routing · eval telemetry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46ECDC-9322-45E7-9A13-F61BEE49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24400"/>
            <a:ext cx="111252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7C3DAF-F636-41CA-8ED6-447174FA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244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4343"/>
          </a:solidFill>
          <a:ln xmlns:a="http://schemas.openxmlformats.org/drawingml/2006/main" w="0">
            <a:solidFill>
              <a:srgbClr val="D1434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063BD3-7B96-4C31-B007-A3664355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</a:defRPr>
            </a:defPPr>
            <a:lvl1pPr algn="l">
              <a:defRPr sz="975" b="1">
                <a:solidFill>
                  <a:srgbClr val="FFFFFF"/>
                </a:solidFill>
              </a:defRPr>
            </a:lvl1pPr>
            <a:lvl2pPr algn="l">
              <a:defRPr sz="975" b="1">
                <a:solidFill>
                  <a:srgbClr val="FFFFFF"/>
                </a:solidFill>
              </a:defRPr>
            </a:lvl2pPr>
            <a:lvl3pPr algn="l">
              <a:defRPr sz="975" b="1">
                <a:solidFill>
                  <a:srgbClr val="FFFFFF"/>
                </a:solidFill>
              </a:defRPr>
            </a:lvl3pPr>
            <a:lvl4pPr algn="l">
              <a:defRPr sz="975" b="1">
                <a:solidFill>
                  <a:srgbClr val="FFFFFF"/>
                </a:solidFill>
              </a:defRPr>
            </a:lvl4pPr>
            <a:lvl5pPr algn="l">
              <a:defRPr sz="975" b="1">
                <a:solidFill>
                  <a:srgbClr val="FFFFFF"/>
                </a:solidFill>
              </a:defRPr>
            </a:lvl5pPr>
            <a:lvl6pPr algn="l">
              <a:defRPr sz="975" b="1">
                <a:solidFill>
                  <a:srgbClr val="FFFFFF"/>
                </a:solidFill>
              </a:defRPr>
            </a:lvl6pPr>
            <a:lvl7pPr algn="l">
              <a:defRPr sz="975" b="1">
                <a:solidFill>
                  <a:srgbClr val="FFFFFF"/>
                </a:solidFill>
              </a:defRPr>
            </a:lvl7pPr>
            <a:lvl8pPr algn="l">
              <a:defRPr sz="975" b="1">
                <a:solidFill>
                  <a:srgbClr val="FFFFFF"/>
                </a:solidFill>
              </a:defRPr>
            </a:lvl8pPr>
            <a:lvl9pPr algn="l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Commerce/integrations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BAE70E-590F-4BC6-9B44-C608BD35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762500"/>
            <a:ext cx="922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0F172A"/>
                </a:solidFill>
              </a:defRPr>
            </a:defPPr>
            <a:lvl1pPr algn="l">
              <a:defRPr sz="900" b="0">
                <a:solidFill>
                  <a:srgbClr val="0F172A"/>
                </a:solidFill>
              </a:defRPr>
            </a:lvl1pPr>
            <a:lvl2pPr algn="l">
              <a:defRPr sz="900" b="0">
                <a:solidFill>
                  <a:srgbClr val="0F172A"/>
                </a:solidFill>
              </a:defRPr>
            </a:lvl2pPr>
            <a:lvl3pPr algn="l">
              <a:defRPr sz="900" b="0">
                <a:solidFill>
                  <a:srgbClr val="0F172A"/>
                </a:solidFill>
              </a:defRPr>
            </a:lvl3pPr>
            <a:lvl4pPr algn="l">
              <a:defRPr sz="900" b="0">
                <a:solidFill>
                  <a:srgbClr val="0F172A"/>
                </a:solidFill>
              </a:defRPr>
            </a:lvl4pPr>
            <a:lvl5pPr algn="l">
              <a:defRPr sz="900" b="0">
                <a:solidFill>
                  <a:srgbClr val="0F172A"/>
                </a:solidFill>
              </a:defRPr>
            </a:lvl5pPr>
            <a:lvl6pPr algn="l">
              <a:defRPr sz="900" b="0">
                <a:solidFill>
                  <a:srgbClr val="0F172A"/>
                </a:solidFill>
              </a:defRPr>
            </a:lvl6pPr>
            <a:lvl7pPr algn="l">
              <a:defRPr sz="900" b="0">
                <a:solidFill>
                  <a:srgbClr val="0F172A"/>
                </a:solidFill>
              </a:defRPr>
            </a:lvl7pPr>
            <a:lvl8pPr algn="l">
              <a:defRPr sz="900" b="0">
                <a:solidFill>
                  <a:srgbClr val="0F172A"/>
                </a:solidFill>
              </a:defRPr>
            </a:lvl8pPr>
            <a:lvl9pPr algn="l">
              <a:defRPr sz="900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0F172A"/>
                </a:solidFill>
              </a:defRPr>
            </a:pPr>
            <a:r>
              <a:rPr sz="900" b="0">
                <a:solidFill>
                  <a:srgbClr val="0F172A"/>
                </a:solidFill>
              </a:rPr>
              <a:t>Stripe Checkout/Portal/Webhooks · Drive test/evidence · retailer allowlist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E8805E-88B4-45AA-B84F-BA8FEE86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11252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0884CF-4BF4-4378-B424-E0723315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B18596-0397-4AE8-B2F5-3F6E6C2D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7210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</a:defRPr>
            </a:defPPr>
            <a:lvl1pPr algn="l">
              <a:defRPr sz="975" b="1">
                <a:solidFill>
                  <a:srgbClr val="FFFFFF"/>
                </a:solidFill>
              </a:defRPr>
            </a:lvl1pPr>
            <a:lvl2pPr algn="l">
              <a:defRPr sz="975" b="1">
                <a:solidFill>
                  <a:srgbClr val="FFFFFF"/>
                </a:solidFill>
              </a:defRPr>
            </a:lvl2pPr>
            <a:lvl3pPr algn="l">
              <a:defRPr sz="975" b="1">
                <a:solidFill>
                  <a:srgbClr val="FFFFFF"/>
                </a:solidFill>
              </a:defRPr>
            </a:lvl3pPr>
            <a:lvl4pPr algn="l">
              <a:defRPr sz="975" b="1">
                <a:solidFill>
                  <a:srgbClr val="FFFFFF"/>
                </a:solidFill>
              </a:defRPr>
            </a:lvl4pPr>
            <a:lvl5pPr algn="l">
              <a:defRPr sz="975" b="1">
                <a:solidFill>
                  <a:srgbClr val="FFFFFF"/>
                </a:solidFill>
              </a:defRPr>
            </a:lvl5pPr>
            <a:lvl6pPr algn="l">
              <a:defRPr sz="975" b="1">
                <a:solidFill>
                  <a:srgbClr val="FFFFFF"/>
                </a:solidFill>
              </a:defRPr>
            </a:lvl6pPr>
            <a:lvl7pPr algn="l">
              <a:defRPr sz="975" b="1">
                <a:solidFill>
                  <a:srgbClr val="FFFFFF"/>
                </a:solidFill>
              </a:defRPr>
            </a:lvl7pPr>
            <a:lvl8pPr algn="l">
              <a:defRPr sz="975" b="1">
                <a:solidFill>
                  <a:srgbClr val="FFFFFF"/>
                </a:solidFill>
              </a:defRPr>
            </a:lvl8pPr>
            <a:lvl9pPr algn="l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Delivery/operations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667571-0850-4165-BEA0-1A027BB9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372100"/>
            <a:ext cx="922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0F172A"/>
                </a:solidFill>
              </a:defRPr>
            </a:defPPr>
            <a:lvl1pPr algn="l">
              <a:defRPr sz="900" b="0">
                <a:solidFill>
                  <a:srgbClr val="0F172A"/>
                </a:solidFill>
              </a:defRPr>
            </a:lvl1pPr>
            <a:lvl2pPr algn="l">
              <a:defRPr sz="900" b="0">
                <a:solidFill>
                  <a:srgbClr val="0F172A"/>
                </a:solidFill>
              </a:defRPr>
            </a:lvl2pPr>
            <a:lvl3pPr algn="l">
              <a:defRPr sz="900" b="0">
                <a:solidFill>
                  <a:srgbClr val="0F172A"/>
                </a:solidFill>
              </a:defRPr>
            </a:lvl3pPr>
            <a:lvl4pPr algn="l">
              <a:defRPr sz="900" b="0">
                <a:solidFill>
                  <a:srgbClr val="0F172A"/>
                </a:solidFill>
              </a:defRPr>
            </a:lvl4pPr>
            <a:lvl5pPr algn="l">
              <a:defRPr sz="900" b="0">
                <a:solidFill>
                  <a:srgbClr val="0F172A"/>
                </a:solidFill>
              </a:defRPr>
            </a:lvl5pPr>
            <a:lvl6pPr algn="l">
              <a:defRPr sz="900" b="0">
                <a:solidFill>
                  <a:srgbClr val="0F172A"/>
                </a:solidFill>
              </a:defRPr>
            </a:lvl6pPr>
            <a:lvl7pPr algn="l">
              <a:defRPr sz="900" b="0">
                <a:solidFill>
                  <a:srgbClr val="0F172A"/>
                </a:solidFill>
              </a:defRPr>
            </a:lvl7pPr>
            <a:lvl8pPr algn="l">
              <a:defRPr sz="900" b="0">
                <a:solidFill>
                  <a:srgbClr val="0F172A"/>
                </a:solidFill>
              </a:defRPr>
            </a:lvl8pPr>
            <a:lvl9pPr algn="l">
              <a:defRPr sz="900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0F172A"/>
                </a:solidFill>
              </a:defRPr>
            </a:pPr>
            <a:r>
              <a:rPr sz="900" b="0">
                <a:solidFill>
                  <a:srgbClr val="0F172A"/>
                </a:solidFill>
              </a:rPr>
              <a:t>Docker/Compose · GitHub Actions · immutable images · monitoring · backup/restore</a:t>
            </a:r>
          </a:p>
        </p:txBody>
      </p:sp>
    </p:spTree>
    <p:extLst>
      <p:ext uri="{BB962C8B-B14F-4D97-AF65-F5344CB8AC3E}">
        <p14:creationId xmlns:p14="http://schemas.microsoft.com/office/powerpoint/2010/main" val="8291106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3C36FE3-12B6-44E7-BD1D-ED5EBCB1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6D28D9"/>
                </a:solidFill>
              </a:defRPr>
            </a:defPPr>
            <a:lvl1pPr algn="l">
              <a:defRPr sz="825" b="1">
                <a:solidFill>
                  <a:srgbClr val="6D28D9"/>
                </a:solidFill>
              </a:defRPr>
            </a:lvl1pPr>
            <a:lvl2pPr algn="l">
              <a:defRPr sz="825" b="1">
                <a:solidFill>
                  <a:srgbClr val="6D28D9"/>
                </a:solidFill>
              </a:defRPr>
            </a:lvl2pPr>
            <a:lvl3pPr algn="l">
              <a:defRPr sz="825" b="1">
                <a:solidFill>
                  <a:srgbClr val="6D28D9"/>
                </a:solidFill>
              </a:defRPr>
            </a:lvl3pPr>
            <a:lvl4pPr algn="l">
              <a:defRPr sz="825" b="1">
                <a:solidFill>
                  <a:srgbClr val="6D28D9"/>
                </a:solidFill>
              </a:defRPr>
            </a:lvl4pPr>
            <a:lvl5pPr algn="l">
              <a:defRPr sz="825" b="1">
                <a:solidFill>
                  <a:srgbClr val="6D28D9"/>
                </a:solidFill>
              </a:defRPr>
            </a:lvl5pPr>
            <a:lvl6pPr algn="l">
              <a:defRPr sz="825" b="1">
                <a:solidFill>
                  <a:srgbClr val="6D28D9"/>
                </a:solidFill>
              </a:defRPr>
            </a:lvl6pPr>
            <a:lvl7pPr algn="l">
              <a:defRPr sz="825" b="1">
                <a:solidFill>
                  <a:srgbClr val="6D28D9"/>
                </a:solidFill>
              </a:defRPr>
            </a:lvl7pPr>
            <a:lvl8pPr algn="l">
              <a:defRPr sz="825" b="1">
                <a:solidFill>
                  <a:srgbClr val="6D28D9"/>
                </a:solidFill>
              </a:defRPr>
            </a:lvl8pPr>
            <a:lvl9pPr algn="l">
              <a:defRPr sz="825" b="1">
                <a:solidFill>
                  <a:srgbClr val="6D28D9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6D28D9"/>
                </a:solidFill>
              </a:defRPr>
            </a:pPr>
            <a:r>
              <a:rPr sz="825" b="1">
                <a:solidFill>
                  <a:srgbClr val="6D28D9"/>
                </a:solidFill>
              </a:rPr>
              <a:t>CONFIGURED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66B82-A975-4AB9-987A-7FA9464E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0F172A"/>
                </a:solidFill>
              </a:defRPr>
            </a:defPPr>
            <a:lvl1pPr algn="l">
              <a:defRPr sz="2250" b="1">
                <a:solidFill>
                  <a:srgbClr val="0F172A"/>
                </a:solidFill>
              </a:defRPr>
            </a:lvl1pPr>
            <a:lvl2pPr algn="l">
              <a:defRPr sz="2250" b="1">
                <a:solidFill>
                  <a:srgbClr val="0F172A"/>
                </a:solidFill>
              </a:defRPr>
            </a:lvl2pPr>
            <a:lvl3pPr algn="l">
              <a:defRPr sz="2250" b="1">
                <a:solidFill>
                  <a:srgbClr val="0F172A"/>
                </a:solidFill>
              </a:defRPr>
            </a:lvl3pPr>
            <a:lvl4pPr algn="l">
              <a:defRPr sz="2250" b="1">
                <a:solidFill>
                  <a:srgbClr val="0F172A"/>
                </a:solidFill>
              </a:defRPr>
            </a:lvl4pPr>
            <a:lvl5pPr algn="l">
              <a:defRPr sz="2250" b="1">
                <a:solidFill>
                  <a:srgbClr val="0F172A"/>
                </a:solidFill>
              </a:defRPr>
            </a:lvl5pPr>
            <a:lvl6pPr algn="l">
              <a:defRPr sz="2250" b="1">
                <a:solidFill>
                  <a:srgbClr val="0F172A"/>
                </a:solidFill>
              </a:defRPr>
            </a:lvl6pPr>
            <a:lvl7pPr algn="l">
              <a:defRPr sz="2250" b="1">
                <a:solidFill>
                  <a:srgbClr val="0F172A"/>
                </a:solidFill>
              </a:defRPr>
            </a:lvl7pPr>
            <a:lvl8pPr algn="l">
              <a:defRPr sz="2250" b="1">
                <a:solidFill>
                  <a:srgbClr val="0F172A"/>
                </a:solidFill>
              </a:defRPr>
            </a:lvl8pPr>
            <a:lvl9pPr algn="l">
              <a:defRPr sz="22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Current local-first registry; live qualification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4C0D4-19B7-4D77-8376-4B62FD7E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B6475"/>
                </a:solidFill>
              </a:defRPr>
            </a:defPPr>
            <a:lvl1pPr algn="l">
              <a:defRPr sz="1050" b="0">
                <a:solidFill>
                  <a:srgbClr val="5B6475"/>
                </a:solidFill>
              </a:defRPr>
            </a:lvl1pPr>
            <a:lvl2pPr algn="l">
              <a:defRPr sz="1050" b="0">
                <a:solidFill>
                  <a:srgbClr val="5B6475"/>
                </a:solidFill>
              </a:defRPr>
            </a:lvl2pPr>
            <a:lvl3pPr algn="l">
              <a:defRPr sz="1050" b="0">
                <a:solidFill>
                  <a:srgbClr val="5B6475"/>
                </a:solidFill>
              </a:defRPr>
            </a:lvl3pPr>
            <a:lvl4pPr algn="l">
              <a:defRPr sz="1050" b="0">
                <a:solidFill>
                  <a:srgbClr val="5B6475"/>
                </a:solidFill>
              </a:defRPr>
            </a:lvl4pPr>
            <a:lvl5pPr algn="l">
              <a:defRPr sz="1050" b="0">
                <a:solidFill>
                  <a:srgbClr val="5B6475"/>
                </a:solidFill>
              </a:defRPr>
            </a:lvl5pPr>
            <a:lvl6pPr algn="l">
              <a:defRPr sz="1050" b="0">
                <a:solidFill>
                  <a:srgbClr val="5B6475"/>
                </a:solidFill>
              </a:defRPr>
            </a:lvl6pPr>
            <a:lvl7pPr algn="l">
              <a:defRPr sz="1050" b="0">
                <a:solidFill>
                  <a:srgbClr val="5B6475"/>
                </a:solidFill>
              </a:defRPr>
            </a:lvl7pPr>
            <a:lvl8pPr algn="l">
              <a:defRPr sz="1050" b="0">
                <a:solidFill>
                  <a:srgbClr val="5B6475"/>
                </a:solidFill>
              </a:defRPr>
            </a:lvl8pPr>
            <a:lvl9pPr algn="l">
              <a:defRPr sz="10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The repository defines routes and fallbacks, but available credentials/model tags and representative evals are still required.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DC9E60-CF0A-453E-A3EA-0EC50775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F"/>
          </a:solidFill>
          <a:ln xmlns:a="http://schemas.openxmlformats.org/drawingml/2006/main" w="0">
            <a:solidFill>
              <a:srgbClr val="EEE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683863-55B5-414C-9ADB-0ED943F4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75" b="0">
                <a:solidFill>
                  <a:srgbClr val="7A8291"/>
                </a:solidFill>
              </a:defRPr>
            </a:defPPr>
            <a:lvl1pPr algn="l">
              <a:defRPr sz="675" b="0">
                <a:solidFill>
                  <a:srgbClr val="7A8291"/>
                </a:solidFill>
              </a:defRPr>
            </a:lvl1pPr>
            <a:lvl2pPr algn="l">
              <a:defRPr sz="675" b="0">
                <a:solidFill>
                  <a:srgbClr val="7A8291"/>
                </a:solidFill>
              </a:defRPr>
            </a:lvl2pPr>
            <a:lvl3pPr algn="l">
              <a:defRPr sz="675" b="0">
                <a:solidFill>
                  <a:srgbClr val="7A8291"/>
                </a:solidFill>
              </a:defRPr>
            </a:lvl3pPr>
            <a:lvl4pPr algn="l">
              <a:defRPr sz="675" b="0">
                <a:solidFill>
                  <a:srgbClr val="7A8291"/>
                </a:solidFill>
              </a:defRPr>
            </a:lvl4pPr>
            <a:lvl5pPr algn="l">
              <a:defRPr sz="675" b="0">
                <a:solidFill>
                  <a:srgbClr val="7A8291"/>
                </a:solidFill>
              </a:defRPr>
            </a:lvl5pPr>
            <a:lvl6pPr algn="l">
              <a:defRPr sz="675" b="0">
                <a:solidFill>
                  <a:srgbClr val="7A8291"/>
                </a:solidFill>
              </a:defRPr>
            </a:lvl6pPr>
            <a:lvl7pPr algn="l">
              <a:defRPr sz="675" b="0">
                <a:solidFill>
                  <a:srgbClr val="7A8291"/>
                </a:solidFill>
              </a:defRPr>
            </a:lvl7pPr>
            <a:lvl8pPr algn="l">
              <a:defRPr sz="675" b="0">
                <a:solidFill>
                  <a:srgbClr val="7A8291"/>
                </a:solidFill>
              </a:defRPr>
            </a:lvl8pPr>
            <a:lvl9pPr algn="l">
              <a:defRPr sz="675" b="0">
                <a:solidFill>
                  <a:srgbClr val="7A8291"/>
                </a:solidFill>
              </a:defRPr>
            </a:lvl9pPr>
          </a:lstStyle>
          <a:p xmlns:a="http://schemas.openxmlformats.org/drawingml/2006/main">
            <a:pPr algn="l">
              <a:defRPr sz="675" b="0">
                <a:solidFill>
                  <a:srgbClr val="7A8291"/>
                </a:solidFill>
              </a:defRPr>
            </a:pPr>
            <a:r>
              <a:rPr sz="675" b="0">
                <a:solidFill>
                  <a:srgbClr val="7A8291"/>
                </a:solidFill>
              </a:rPr>
              <a:t>MGT SKIN CARE · PRODUCT &amp; PRODUCTION BLUEPRINT · 25 OCT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DAFCA1-2284-4CD4-A711-73FA4E86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1">
                <a:solidFill>
                  <a:srgbClr val="7A8291"/>
                </a:solidFill>
              </a:defRPr>
            </a:defPPr>
            <a:lvl1pPr algn="r">
              <a:defRPr sz="750" b="1">
                <a:solidFill>
                  <a:srgbClr val="7A8291"/>
                </a:solidFill>
              </a:defRPr>
            </a:lvl1pPr>
            <a:lvl2pPr algn="r">
              <a:defRPr sz="750" b="1">
                <a:solidFill>
                  <a:srgbClr val="7A8291"/>
                </a:solidFill>
              </a:defRPr>
            </a:lvl2pPr>
            <a:lvl3pPr algn="r">
              <a:defRPr sz="750" b="1">
                <a:solidFill>
                  <a:srgbClr val="7A8291"/>
                </a:solidFill>
              </a:defRPr>
            </a:lvl3pPr>
            <a:lvl4pPr algn="r">
              <a:defRPr sz="750" b="1">
                <a:solidFill>
                  <a:srgbClr val="7A8291"/>
                </a:solidFill>
              </a:defRPr>
            </a:lvl4pPr>
            <a:lvl5pPr algn="r">
              <a:defRPr sz="750" b="1">
                <a:solidFill>
                  <a:srgbClr val="7A8291"/>
                </a:solidFill>
              </a:defRPr>
            </a:lvl5pPr>
            <a:lvl6pPr algn="r">
              <a:defRPr sz="750" b="1">
                <a:solidFill>
                  <a:srgbClr val="7A8291"/>
                </a:solidFill>
              </a:defRPr>
            </a:lvl6pPr>
            <a:lvl7pPr algn="r">
              <a:defRPr sz="750" b="1">
                <a:solidFill>
                  <a:srgbClr val="7A8291"/>
                </a:solidFill>
              </a:defRPr>
            </a:lvl7pPr>
            <a:lvl8pPr algn="r">
              <a:defRPr sz="750" b="1">
                <a:solidFill>
                  <a:srgbClr val="7A8291"/>
                </a:solidFill>
              </a:defRPr>
            </a:lvl8pPr>
            <a:lvl9pPr algn="r">
              <a:defRPr sz="750" b="1">
                <a:solidFill>
                  <a:srgbClr val="7A8291"/>
                </a:solidFill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7A8291"/>
                </a:solidFill>
              </a:defRPr>
            </a:pPr>
            <a:r>
              <a:rPr sz="750" b="1">
                <a:solidFill>
                  <a:srgbClr val="7A8291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CDD3B-811B-48D5-AF3D-F3975AD9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762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43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3E960D-2093-4932-90D0-EE3DCB51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43075"/>
            <a:ext cx="16287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FFFFFF"/>
                </a:solidFill>
              </a:defRPr>
            </a:defPPr>
            <a:lvl1pPr algn="l">
              <a:defRPr sz="825" b="1">
                <a:solidFill>
                  <a:srgbClr val="FFFFFF"/>
                </a:solidFill>
              </a:defRPr>
            </a:lvl1pPr>
            <a:lvl2pPr algn="l">
              <a:defRPr sz="825" b="1">
                <a:solidFill>
                  <a:srgbClr val="FFFFFF"/>
                </a:solidFill>
              </a:defRPr>
            </a:lvl2pPr>
            <a:lvl3pPr algn="l">
              <a:defRPr sz="825" b="1">
                <a:solidFill>
                  <a:srgbClr val="FFFFFF"/>
                </a:solidFill>
              </a:defRPr>
            </a:lvl3pPr>
            <a:lvl4pPr algn="l">
              <a:defRPr sz="825" b="1">
                <a:solidFill>
                  <a:srgbClr val="FFFFFF"/>
                </a:solidFill>
              </a:defRPr>
            </a:lvl4pPr>
            <a:lvl5pPr algn="l">
              <a:defRPr sz="825" b="1">
                <a:solidFill>
                  <a:srgbClr val="FFFFFF"/>
                </a:solidFill>
              </a:defRPr>
            </a:lvl5pPr>
            <a:lvl6pPr algn="l">
              <a:defRPr sz="825" b="1">
                <a:solidFill>
                  <a:srgbClr val="FFFFFF"/>
                </a:solidFill>
              </a:defRPr>
            </a:lvl6pPr>
            <a:lvl7pPr algn="l">
              <a:defRPr sz="825" b="1">
                <a:solidFill>
                  <a:srgbClr val="FFFFFF"/>
                </a:solidFill>
              </a:defRPr>
            </a:lvl7pPr>
            <a:lvl8pPr algn="l">
              <a:defRPr sz="825" b="1">
                <a:solidFill>
                  <a:srgbClr val="FFFFFF"/>
                </a:solidFill>
              </a:defRPr>
            </a:lvl8pPr>
            <a:lvl9pPr algn="l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6D699A-B563-4DB1-8F40-319BB629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714500"/>
            <a:ext cx="2047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43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843064-FD96-418B-A289-5516AAE5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743075"/>
            <a:ext cx="19145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FFFFFF"/>
                </a:solidFill>
              </a:defRPr>
            </a:defPPr>
            <a:lvl1pPr algn="l">
              <a:defRPr sz="825" b="1">
                <a:solidFill>
                  <a:srgbClr val="FFFFFF"/>
                </a:solidFill>
              </a:defRPr>
            </a:lvl1pPr>
            <a:lvl2pPr algn="l">
              <a:defRPr sz="825" b="1">
                <a:solidFill>
                  <a:srgbClr val="FFFFFF"/>
                </a:solidFill>
              </a:defRPr>
            </a:lvl2pPr>
            <a:lvl3pPr algn="l">
              <a:defRPr sz="825" b="1">
                <a:solidFill>
                  <a:srgbClr val="FFFFFF"/>
                </a:solidFill>
              </a:defRPr>
            </a:lvl3pPr>
            <a:lvl4pPr algn="l">
              <a:defRPr sz="825" b="1">
                <a:solidFill>
                  <a:srgbClr val="FFFFFF"/>
                </a:solidFill>
              </a:defRPr>
            </a:lvl4pPr>
            <a:lvl5pPr algn="l">
              <a:defRPr sz="825" b="1">
                <a:solidFill>
                  <a:srgbClr val="FFFFFF"/>
                </a:solidFill>
              </a:defRPr>
            </a:lvl5pPr>
            <a:lvl6pPr algn="l">
              <a:defRPr sz="825" b="1">
                <a:solidFill>
                  <a:srgbClr val="FFFFFF"/>
                </a:solidFill>
              </a:defRPr>
            </a:lvl6pPr>
            <a:lvl7pPr algn="l">
              <a:defRPr sz="825" b="1">
                <a:solidFill>
                  <a:srgbClr val="FFFFFF"/>
                </a:solidFill>
              </a:defRPr>
            </a:lvl7pPr>
            <a:lvl8pPr algn="l">
              <a:defRPr sz="825" b="1">
                <a:solidFill>
                  <a:srgbClr val="FFFFFF"/>
                </a:solidFill>
              </a:defRPr>
            </a:lvl8pPr>
            <a:lvl9pPr algn="l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Configured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5AD74E-AC4A-472D-B440-F014023A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145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43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58758B-4426-451F-A993-820642C2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743075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FFFFFF"/>
                </a:solidFill>
              </a:defRPr>
            </a:defPPr>
            <a:lvl1pPr algn="l">
              <a:defRPr sz="825" b="1">
                <a:solidFill>
                  <a:srgbClr val="FFFFFF"/>
                </a:solidFill>
              </a:defRPr>
            </a:lvl1pPr>
            <a:lvl2pPr algn="l">
              <a:defRPr sz="825" b="1">
                <a:solidFill>
                  <a:srgbClr val="FFFFFF"/>
                </a:solidFill>
              </a:defRPr>
            </a:lvl2pPr>
            <a:lvl3pPr algn="l">
              <a:defRPr sz="825" b="1">
                <a:solidFill>
                  <a:srgbClr val="FFFFFF"/>
                </a:solidFill>
              </a:defRPr>
            </a:lvl3pPr>
            <a:lvl4pPr algn="l">
              <a:defRPr sz="825" b="1">
                <a:solidFill>
                  <a:srgbClr val="FFFFFF"/>
                </a:solidFill>
              </a:defRPr>
            </a:lvl4pPr>
            <a:lvl5pPr algn="l">
              <a:defRPr sz="825" b="1">
                <a:solidFill>
                  <a:srgbClr val="FFFFFF"/>
                </a:solidFill>
              </a:defRPr>
            </a:lvl5pPr>
            <a:lvl6pPr algn="l">
              <a:defRPr sz="825" b="1">
                <a:solidFill>
                  <a:srgbClr val="FFFFFF"/>
                </a:solidFill>
              </a:defRPr>
            </a:lvl6pPr>
            <a:lvl7pPr algn="l">
              <a:defRPr sz="825" b="1">
                <a:solidFill>
                  <a:srgbClr val="FFFFFF"/>
                </a:solidFill>
              </a:defRPr>
            </a:lvl7pPr>
            <a:lvl8pPr algn="l">
              <a:defRPr sz="825" b="1">
                <a:solidFill>
                  <a:srgbClr val="FFFFFF"/>
                </a:solidFill>
              </a:defRPr>
            </a:lvl8pPr>
            <a:lvl9pPr algn="l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Workload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96C3B0-5004-447C-9CD7-6C417CFF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1450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43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86F26E-FEE5-480E-A809-0E6719EF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743075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FFFFFF"/>
                </a:solidFill>
              </a:defRPr>
            </a:defPPr>
            <a:lvl1pPr algn="l">
              <a:defRPr sz="825" b="1">
                <a:solidFill>
                  <a:srgbClr val="FFFFFF"/>
                </a:solidFill>
              </a:defRPr>
            </a:lvl1pPr>
            <a:lvl2pPr algn="l">
              <a:defRPr sz="825" b="1">
                <a:solidFill>
                  <a:srgbClr val="FFFFFF"/>
                </a:solidFill>
              </a:defRPr>
            </a:lvl2pPr>
            <a:lvl3pPr algn="l">
              <a:defRPr sz="825" b="1">
                <a:solidFill>
                  <a:srgbClr val="FFFFFF"/>
                </a:solidFill>
              </a:defRPr>
            </a:lvl3pPr>
            <a:lvl4pPr algn="l">
              <a:defRPr sz="825" b="1">
                <a:solidFill>
                  <a:srgbClr val="FFFFFF"/>
                </a:solidFill>
              </a:defRPr>
            </a:lvl4pPr>
            <a:lvl5pPr algn="l">
              <a:defRPr sz="825" b="1">
                <a:solidFill>
                  <a:srgbClr val="FFFFFF"/>
                </a:solidFill>
              </a:defRPr>
            </a:lvl5pPr>
            <a:lvl6pPr algn="l">
              <a:defRPr sz="825" b="1">
                <a:solidFill>
                  <a:srgbClr val="FFFFFF"/>
                </a:solidFill>
              </a:defRPr>
            </a:lvl6pPr>
            <a:lvl7pPr algn="l">
              <a:defRPr sz="825" b="1">
                <a:solidFill>
                  <a:srgbClr val="FFFFFF"/>
                </a:solidFill>
              </a:defRPr>
            </a:lvl7pPr>
            <a:lvl8pPr algn="l">
              <a:defRPr sz="825" b="1">
                <a:solidFill>
                  <a:srgbClr val="FFFFFF"/>
                </a:solidFill>
              </a:defRPr>
            </a:lvl8pPr>
            <a:lvl9pPr algn="l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Strength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5C3002-5510-473C-BE6D-1C3C04BB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14500"/>
            <a:ext cx="2362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43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053A40-61E5-46AE-94E7-70C19805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743075"/>
            <a:ext cx="2228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FFFFFF"/>
                </a:solidFill>
              </a:defRPr>
            </a:defPPr>
            <a:lvl1pPr algn="l">
              <a:defRPr sz="825" b="1">
                <a:solidFill>
                  <a:srgbClr val="FFFFFF"/>
                </a:solidFill>
              </a:defRPr>
            </a:lvl1pPr>
            <a:lvl2pPr algn="l">
              <a:defRPr sz="825" b="1">
                <a:solidFill>
                  <a:srgbClr val="FFFFFF"/>
                </a:solidFill>
              </a:defRPr>
            </a:lvl2pPr>
            <a:lvl3pPr algn="l">
              <a:defRPr sz="825" b="1">
                <a:solidFill>
                  <a:srgbClr val="FFFFFF"/>
                </a:solidFill>
              </a:defRPr>
            </a:lvl3pPr>
            <a:lvl4pPr algn="l">
              <a:defRPr sz="825" b="1">
                <a:solidFill>
                  <a:srgbClr val="FFFFFF"/>
                </a:solidFill>
              </a:defRPr>
            </a:lvl4pPr>
            <a:lvl5pPr algn="l">
              <a:defRPr sz="825" b="1">
                <a:solidFill>
                  <a:srgbClr val="FFFFFF"/>
                </a:solidFill>
              </a:defRPr>
            </a:lvl5pPr>
            <a:lvl6pPr algn="l">
              <a:defRPr sz="825" b="1">
                <a:solidFill>
                  <a:srgbClr val="FFFFFF"/>
                </a:solidFill>
              </a:defRPr>
            </a:lvl6pPr>
            <a:lvl7pPr algn="l">
              <a:defRPr sz="825" b="1">
                <a:solidFill>
                  <a:srgbClr val="FFFFFF"/>
                </a:solidFill>
              </a:defRPr>
            </a:lvl7pPr>
            <a:lvl8pPr algn="l">
              <a:defRPr sz="825" b="1">
                <a:solidFill>
                  <a:srgbClr val="FFFFFF"/>
                </a:solidFill>
              </a:defRPr>
            </a:lvl8pPr>
            <a:lvl9pPr algn="l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28D743-6CD8-429B-A5CF-FE516A39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1762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1B8E9B-E77B-4599-805B-C116E382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333625"/>
            <a:ext cx="16287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0F172A"/>
                </a:solidFill>
              </a:defRPr>
            </a:defPPr>
            <a:lvl1pPr algn="l">
              <a:defRPr sz="750" b="1">
                <a:solidFill>
                  <a:srgbClr val="0F172A"/>
                </a:solidFill>
              </a:defRPr>
            </a:lvl1pPr>
            <a:lvl2pPr algn="l">
              <a:defRPr sz="750" b="1">
                <a:solidFill>
                  <a:srgbClr val="0F172A"/>
                </a:solidFill>
              </a:defRPr>
            </a:lvl2pPr>
            <a:lvl3pPr algn="l">
              <a:defRPr sz="750" b="1">
                <a:solidFill>
                  <a:srgbClr val="0F172A"/>
                </a:solidFill>
              </a:defRPr>
            </a:lvl3pPr>
            <a:lvl4pPr algn="l">
              <a:defRPr sz="750" b="1">
                <a:solidFill>
                  <a:srgbClr val="0F172A"/>
                </a:solidFill>
              </a:defRPr>
            </a:lvl4pPr>
            <a:lvl5pPr algn="l">
              <a:defRPr sz="750" b="1">
                <a:solidFill>
                  <a:srgbClr val="0F172A"/>
                </a:solidFill>
              </a:defRPr>
            </a:lvl5pPr>
            <a:lvl6pPr algn="l">
              <a:defRPr sz="750" b="1">
                <a:solidFill>
                  <a:srgbClr val="0F172A"/>
                </a:solidFill>
              </a:defRPr>
            </a:lvl6pPr>
            <a:lvl7pPr algn="l">
              <a:defRPr sz="750" b="1">
                <a:solidFill>
                  <a:srgbClr val="0F172A"/>
                </a:solidFill>
              </a:defRPr>
            </a:lvl7pPr>
            <a:lvl8pPr algn="l">
              <a:defRPr sz="750" b="1">
                <a:solidFill>
                  <a:srgbClr val="0F172A"/>
                </a:solidFill>
              </a:defRPr>
            </a:lvl8pPr>
            <a:lvl9pPr algn="l">
              <a:defRPr sz="7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0F172A"/>
                </a:solidFill>
              </a:defRPr>
            </a:pPr>
            <a:r>
              <a:rPr sz="750" b="1">
                <a:solidFill>
                  <a:srgbClr val="0F172A"/>
                </a:solidFill>
              </a:rPr>
              <a:t>Local volume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1EB6F9-9190-4F55-A11B-25D470E9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305050"/>
            <a:ext cx="2047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D0D810-7FCD-4CDA-84C0-06348B98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333625"/>
            <a:ext cx="19145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llama3.2:3b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8553DE-0F9B-4A57-85C3-246FC45A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1D0623-A42C-48EB-A546-4A06600D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333625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classification, rewrite, FAQ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7275FB-33E7-4D8B-A574-28F8C10B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0505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FEC7F0-76FD-4803-9DD4-0F277A51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333625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private; low marginal cost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E73A01-86F8-4AEC-84FF-79AE6662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05050"/>
            <a:ext cx="2362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54676A-955A-4DFE-88C6-A14F301A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333625"/>
            <a:ext cx="2228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model tag required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154525-FFE8-4DB7-BAC7-978B9083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95600"/>
            <a:ext cx="1762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92E7C7-427A-4CD4-A257-2B532B8A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924175"/>
            <a:ext cx="16287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0F172A"/>
                </a:solidFill>
              </a:defRPr>
            </a:defPPr>
            <a:lvl1pPr algn="l">
              <a:defRPr sz="750" b="1">
                <a:solidFill>
                  <a:srgbClr val="0F172A"/>
                </a:solidFill>
              </a:defRPr>
            </a:lvl1pPr>
            <a:lvl2pPr algn="l">
              <a:defRPr sz="750" b="1">
                <a:solidFill>
                  <a:srgbClr val="0F172A"/>
                </a:solidFill>
              </a:defRPr>
            </a:lvl2pPr>
            <a:lvl3pPr algn="l">
              <a:defRPr sz="750" b="1">
                <a:solidFill>
                  <a:srgbClr val="0F172A"/>
                </a:solidFill>
              </a:defRPr>
            </a:lvl3pPr>
            <a:lvl4pPr algn="l">
              <a:defRPr sz="750" b="1">
                <a:solidFill>
                  <a:srgbClr val="0F172A"/>
                </a:solidFill>
              </a:defRPr>
            </a:lvl4pPr>
            <a:lvl5pPr algn="l">
              <a:defRPr sz="750" b="1">
                <a:solidFill>
                  <a:srgbClr val="0F172A"/>
                </a:solidFill>
              </a:defRPr>
            </a:lvl5pPr>
            <a:lvl6pPr algn="l">
              <a:defRPr sz="750" b="1">
                <a:solidFill>
                  <a:srgbClr val="0F172A"/>
                </a:solidFill>
              </a:defRPr>
            </a:lvl6pPr>
            <a:lvl7pPr algn="l">
              <a:defRPr sz="750" b="1">
                <a:solidFill>
                  <a:srgbClr val="0F172A"/>
                </a:solidFill>
              </a:defRPr>
            </a:lvl7pPr>
            <a:lvl8pPr algn="l">
              <a:defRPr sz="750" b="1">
                <a:solidFill>
                  <a:srgbClr val="0F172A"/>
                </a:solidFill>
              </a:defRPr>
            </a:lvl8pPr>
            <a:lvl9pPr algn="l">
              <a:defRPr sz="7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0F172A"/>
                </a:solidFill>
              </a:defRPr>
            </a:pPr>
            <a:r>
              <a:rPr sz="750" b="1">
                <a:solidFill>
                  <a:srgbClr val="0F172A"/>
                </a:solidFill>
              </a:rPr>
              <a:t>Local reasoning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47F16E-E634-48D2-B182-EB5B5B66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895600"/>
            <a:ext cx="2047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9DCD63-5D25-45EB-B14D-FB75608E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924175"/>
            <a:ext cx="19145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deepseek-r1:8b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6BED31-B527-4E6D-A9B0-97FEF212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956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988047-422B-4E39-97C9-4705E61C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924175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reasoning fallback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9A5FF1-7AC0-49D8-9BAA-D07995CB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9560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39FB30-7C08-42DB-BEC4-D2A524D0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924175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local control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FDE987-D9D4-4A7B-8383-8C716F4D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95600"/>
            <a:ext cx="2362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3541C2-8E91-452E-AB99-0334EE1B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924175"/>
            <a:ext cx="2228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model tag required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00A24F-8784-4EEE-A062-5CC438A1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86150"/>
            <a:ext cx="1762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02C94A-3A46-4494-9D4B-CE423AB0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514725"/>
            <a:ext cx="16287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0F172A"/>
                </a:solidFill>
              </a:defRPr>
            </a:defPPr>
            <a:lvl1pPr algn="l">
              <a:defRPr sz="750" b="1">
                <a:solidFill>
                  <a:srgbClr val="0F172A"/>
                </a:solidFill>
              </a:defRPr>
            </a:lvl1pPr>
            <a:lvl2pPr algn="l">
              <a:defRPr sz="750" b="1">
                <a:solidFill>
                  <a:srgbClr val="0F172A"/>
                </a:solidFill>
              </a:defRPr>
            </a:lvl2pPr>
            <a:lvl3pPr algn="l">
              <a:defRPr sz="750" b="1">
                <a:solidFill>
                  <a:srgbClr val="0F172A"/>
                </a:solidFill>
              </a:defRPr>
            </a:lvl3pPr>
            <a:lvl4pPr algn="l">
              <a:defRPr sz="750" b="1">
                <a:solidFill>
                  <a:srgbClr val="0F172A"/>
                </a:solidFill>
              </a:defRPr>
            </a:lvl4pPr>
            <a:lvl5pPr algn="l">
              <a:defRPr sz="750" b="1">
                <a:solidFill>
                  <a:srgbClr val="0F172A"/>
                </a:solidFill>
              </a:defRPr>
            </a:lvl5pPr>
            <a:lvl6pPr algn="l">
              <a:defRPr sz="750" b="1">
                <a:solidFill>
                  <a:srgbClr val="0F172A"/>
                </a:solidFill>
              </a:defRPr>
            </a:lvl6pPr>
            <a:lvl7pPr algn="l">
              <a:defRPr sz="750" b="1">
                <a:solidFill>
                  <a:srgbClr val="0F172A"/>
                </a:solidFill>
              </a:defRPr>
            </a:lvl7pPr>
            <a:lvl8pPr algn="l">
              <a:defRPr sz="750" b="1">
                <a:solidFill>
                  <a:srgbClr val="0F172A"/>
                </a:solidFill>
              </a:defRPr>
            </a:lvl8pPr>
            <a:lvl9pPr algn="l">
              <a:defRPr sz="7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0F172A"/>
                </a:solidFill>
              </a:defRPr>
            </a:pPr>
            <a:r>
              <a:rPr sz="750" b="1">
                <a:solidFill>
                  <a:srgbClr val="0F172A"/>
                </a:solidFill>
              </a:rPr>
              <a:t>Local vision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2D8357-0FF3-489C-9EC9-1002C275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486150"/>
            <a:ext cx="2047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AC10F9-ED77-45D1-BD6A-FBB1295D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14725"/>
            <a:ext cx="19145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llava:latest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54ADCC-B7C2-4108-A3A6-67BDB721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8615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06612B-6266-4E4F-BB8A-EA91183F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514725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consented image description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F66355-5429-4FF2-A9D2-0A2D8A5D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8615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912F7E-0693-4DB4-BCD0-60E889B1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514725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no hosted transfer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C2F53F-EA13-41D7-AB3B-864C5942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86150"/>
            <a:ext cx="2362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FE1CEC-4019-41B1-A5AB-9AFA7FA7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514725"/>
            <a:ext cx="2228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not skin diagnosis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7058E2-67EB-4852-ADC3-1076B9AD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76700"/>
            <a:ext cx="1762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9CF5B3A-8536-450F-8284-2CB07CEC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105275"/>
            <a:ext cx="16287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0F172A"/>
                </a:solidFill>
              </a:defRPr>
            </a:defPPr>
            <a:lvl1pPr algn="l">
              <a:defRPr sz="750" b="1">
                <a:solidFill>
                  <a:srgbClr val="0F172A"/>
                </a:solidFill>
              </a:defRPr>
            </a:lvl1pPr>
            <a:lvl2pPr algn="l">
              <a:defRPr sz="750" b="1">
                <a:solidFill>
                  <a:srgbClr val="0F172A"/>
                </a:solidFill>
              </a:defRPr>
            </a:lvl2pPr>
            <a:lvl3pPr algn="l">
              <a:defRPr sz="750" b="1">
                <a:solidFill>
                  <a:srgbClr val="0F172A"/>
                </a:solidFill>
              </a:defRPr>
            </a:lvl3pPr>
            <a:lvl4pPr algn="l">
              <a:defRPr sz="750" b="1">
                <a:solidFill>
                  <a:srgbClr val="0F172A"/>
                </a:solidFill>
              </a:defRPr>
            </a:lvl4pPr>
            <a:lvl5pPr algn="l">
              <a:defRPr sz="750" b="1">
                <a:solidFill>
                  <a:srgbClr val="0F172A"/>
                </a:solidFill>
              </a:defRPr>
            </a:lvl5pPr>
            <a:lvl6pPr algn="l">
              <a:defRPr sz="750" b="1">
                <a:solidFill>
                  <a:srgbClr val="0F172A"/>
                </a:solidFill>
              </a:defRPr>
            </a:lvl6pPr>
            <a:lvl7pPr algn="l">
              <a:defRPr sz="750" b="1">
                <a:solidFill>
                  <a:srgbClr val="0F172A"/>
                </a:solidFill>
              </a:defRPr>
            </a:lvl7pPr>
            <a:lvl8pPr algn="l">
              <a:defRPr sz="750" b="1">
                <a:solidFill>
                  <a:srgbClr val="0F172A"/>
                </a:solidFill>
              </a:defRPr>
            </a:lvl8pPr>
            <a:lvl9pPr algn="l">
              <a:defRPr sz="7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0F172A"/>
                </a:solidFill>
              </a:defRPr>
            </a:pPr>
            <a:r>
              <a:rPr sz="750" b="1">
                <a:solidFill>
                  <a:srgbClr val="0F172A"/>
                </a:solidFill>
              </a:rPr>
              <a:t>Embeddings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64DCF07-0D22-4E7C-85DA-7802FE41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076700"/>
            <a:ext cx="2047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E032DDF-E811-4E05-9F8C-8C2F1CB1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105275"/>
            <a:ext cx="19145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nomic-embed-text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1151D55-E7A9-4A6C-9A84-24A8D0B2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767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AC235DC-547F-4B76-BEC8-B12E7889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105275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retrieval/vector search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F0AA1CC-A831-48AE-9A22-85020637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7670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EB88DFE-4FB3-49BA-9F7D-BB32996C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105275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local and inexpensive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CFFE527-A94A-4B2B-8463-9A9BB0B9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76700"/>
            <a:ext cx="2362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D860B44-A7E2-4790-BFC4-4BD4F31B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105275"/>
            <a:ext cx="2228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index evidence required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E529A4F-A34D-4270-96C6-CC2C825B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0"/>
            <a:ext cx="1762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1D81D52-1CB2-4BCB-8BD0-CFF569B1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695825"/>
            <a:ext cx="16287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0F172A"/>
                </a:solidFill>
              </a:defRPr>
            </a:defPPr>
            <a:lvl1pPr algn="l">
              <a:defRPr sz="750" b="1">
                <a:solidFill>
                  <a:srgbClr val="0F172A"/>
                </a:solidFill>
              </a:defRPr>
            </a:lvl1pPr>
            <a:lvl2pPr algn="l">
              <a:defRPr sz="750" b="1">
                <a:solidFill>
                  <a:srgbClr val="0F172A"/>
                </a:solidFill>
              </a:defRPr>
            </a:lvl2pPr>
            <a:lvl3pPr algn="l">
              <a:defRPr sz="750" b="1">
                <a:solidFill>
                  <a:srgbClr val="0F172A"/>
                </a:solidFill>
              </a:defRPr>
            </a:lvl3pPr>
            <a:lvl4pPr algn="l">
              <a:defRPr sz="750" b="1">
                <a:solidFill>
                  <a:srgbClr val="0F172A"/>
                </a:solidFill>
              </a:defRPr>
            </a:lvl4pPr>
            <a:lvl5pPr algn="l">
              <a:defRPr sz="750" b="1">
                <a:solidFill>
                  <a:srgbClr val="0F172A"/>
                </a:solidFill>
              </a:defRPr>
            </a:lvl5pPr>
            <a:lvl6pPr algn="l">
              <a:defRPr sz="750" b="1">
                <a:solidFill>
                  <a:srgbClr val="0F172A"/>
                </a:solidFill>
              </a:defRPr>
            </a:lvl6pPr>
            <a:lvl7pPr algn="l">
              <a:defRPr sz="750" b="1">
                <a:solidFill>
                  <a:srgbClr val="0F172A"/>
                </a:solidFill>
              </a:defRPr>
            </a:lvl7pPr>
            <a:lvl8pPr algn="l">
              <a:defRPr sz="750" b="1">
                <a:solidFill>
                  <a:srgbClr val="0F172A"/>
                </a:solidFill>
              </a:defRPr>
            </a:lvl8pPr>
            <a:lvl9pPr algn="l">
              <a:defRPr sz="7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0F172A"/>
                </a:solidFill>
              </a:defRPr>
            </a:pPr>
            <a:r>
              <a:rPr sz="750" b="1">
                <a:solidFill>
                  <a:srgbClr val="0F172A"/>
                </a:solidFill>
              </a:rPr>
              <a:t>Hosted synthesis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194B559-94A0-4EFC-8D57-A5F6EEA2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667250"/>
            <a:ext cx="2047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CD58E10-DBD9-4226-A373-F6CF13DD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695825"/>
            <a:ext cx="19145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gpt-5.6-sol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99E95BF-5FD0-4B50-AF00-250D98F4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6725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9743AB0-87A4-43B7-AF25-96158314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695825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premium consultation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05E8699-D70F-48E9-A018-C340E5BF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6725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C55F2BF-B8F2-4528-A83F-DE58F7EE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695825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structured synthesis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F5C7165-F35C-4CBB-AE6D-21FC4067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667250"/>
            <a:ext cx="2362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039FEC0-7A7F-438B-9996-4B8ACAA5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695825"/>
            <a:ext cx="2228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credential/live eval pending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FAD25C0-7985-430F-ADD9-8C242FD6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1762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8ABA67F-1B5C-43F5-9468-B7565382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286375"/>
            <a:ext cx="16287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0F172A"/>
                </a:solidFill>
              </a:defRPr>
            </a:defPPr>
            <a:lvl1pPr algn="l">
              <a:defRPr sz="750" b="1">
                <a:solidFill>
                  <a:srgbClr val="0F172A"/>
                </a:solidFill>
              </a:defRPr>
            </a:lvl1pPr>
            <a:lvl2pPr algn="l">
              <a:defRPr sz="750" b="1">
                <a:solidFill>
                  <a:srgbClr val="0F172A"/>
                </a:solidFill>
              </a:defRPr>
            </a:lvl2pPr>
            <a:lvl3pPr algn="l">
              <a:defRPr sz="750" b="1">
                <a:solidFill>
                  <a:srgbClr val="0F172A"/>
                </a:solidFill>
              </a:defRPr>
            </a:lvl3pPr>
            <a:lvl4pPr algn="l">
              <a:defRPr sz="750" b="1">
                <a:solidFill>
                  <a:srgbClr val="0F172A"/>
                </a:solidFill>
              </a:defRPr>
            </a:lvl4pPr>
            <a:lvl5pPr algn="l">
              <a:defRPr sz="750" b="1">
                <a:solidFill>
                  <a:srgbClr val="0F172A"/>
                </a:solidFill>
              </a:defRPr>
            </a:lvl5pPr>
            <a:lvl6pPr algn="l">
              <a:defRPr sz="750" b="1">
                <a:solidFill>
                  <a:srgbClr val="0F172A"/>
                </a:solidFill>
              </a:defRPr>
            </a:lvl6pPr>
            <a:lvl7pPr algn="l">
              <a:defRPr sz="750" b="1">
                <a:solidFill>
                  <a:srgbClr val="0F172A"/>
                </a:solidFill>
              </a:defRPr>
            </a:lvl7pPr>
            <a:lvl8pPr algn="l">
              <a:defRPr sz="750" b="1">
                <a:solidFill>
                  <a:srgbClr val="0F172A"/>
                </a:solidFill>
              </a:defRPr>
            </a:lvl8pPr>
            <a:lvl9pPr algn="l">
              <a:defRPr sz="7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0F172A"/>
                </a:solidFill>
              </a:defRPr>
            </a:pPr>
            <a:r>
              <a:rPr sz="750" b="1">
                <a:solidFill>
                  <a:srgbClr val="0F172A"/>
                </a:solidFill>
              </a:rPr>
              <a:t>Qualification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F9703F7-5C34-4AA2-89E0-DB2D56A4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5257800"/>
            <a:ext cx="2047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C2A9CE5-F1EB-47C9-8E4D-EF3AED63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286375"/>
            <a:ext cx="19145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GPT-6 Luna / 6.1 Sol / Astra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6200EB4-1338-4790-B301-9CF99FA6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2578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6031273-6939-47F9-A802-DA6C66E5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286375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volume / balanced / exceptional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D4DA729-925B-4326-BA3A-6C6D99BA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25780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8733EE6-EDEF-4FE3-9937-24F29079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286375"/>
            <a:ext cx="196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capability-cost ladder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5B81EFB-789C-4EA7-98BE-F5250C25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57800"/>
            <a:ext cx="2362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070A438-82B9-42A1-BDA5-468B4437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5286375"/>
            <a:ext cx="2228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registered; no switch approved</a:t>
            </a:r>
          </a:p>
        </p:txBody>
      </p:sp>
    </p:spTree>
    <p:extLst>
      <p:ext uri="{BB962C8B-B14F-4D97-AF65-F5344CB8AC3E}">
        <p14:creationId xmlns:p14="http://schemas.microsoft.com/office/powerpoint/2010/main" val="16412390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981680C-8304-4438-9634-3995FB1E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6D28D9"/>
                </a:solidFill>
              </a:defRPr>
            </a:defPPr>
            <a:lvl1pPr algn="l">
              <a:defRPr sz="825" b="1">
                <a:solidFill>
                  <a:srgbClr val="6D28D9"/>
                </a:solidFill>
              </a:defRPr>
            </a:lvl1pPr>
            <a:lvl2pPr algn="l">
              <a:defRPr sz="825" b="1">
                <a:solidFill>
                  <a:srgbClr val="6D28D9"/>
                </a:solidFill>
              </a:defRPr>
            </a:lvl2pPr>
            <a:lvl3pPr algn="l">
              <a:defRPr sz="825" b="1">
                <a:solidFill>
                  <a:srgbClr val="6D28D9"/>
                </a:solidFill>
              </a:defRPr>
            </a:lvl3pPr>
            <a:lvl4pPr algn="l">
              <a:defRPr sz="825" b="1">
                <a:solidFill>
                  <a:srgbClr val="6D28D9"/>
                </a:solidFill>
              </a:defRPr>
            </a:lvl4pPr>
            <a:lvl5pPr algn="l">
              <a:defRPr sz="825" b="1">
                <a:solidFill>
                  <a:srgbClr val="6D28D9"/>
                </a:solidFill>
              </a:defRPr>
            </a:lvl5pPr>
            <a:lvl6pPr algn="l">
              <a:defRPr sz="825" b="1">
                <a:solidFill>
                  <a:srgbClr val="6D28D9"/>
                </a:solidFill>
              </a:defRPr>
            </a:lvl6pPr>
            <a:lvl7pPr algn="l">
              <a:defRPr sz="825" b="1">
                <a:solidFill>
                  <a:srgbClr val="6D28D9"/>
                </a:solidFill>
              </a:defRPr>
            </a:lvl7pPr>
            <a:lvl8pPr algn="l">
              <a:defRPr sz="825" b="1">
                <a:solidFill>
                  <a:srgbClr val="6D28D9"/>
                </a:solidFill>
              </a:defRPr>
            </a:lvl8pPr>
            <a:lvl9pPr algn="l">
              <a:defRPr sz="825" b="1">
                <a:solidFill>
                  <a:srgbClr val="6D28D9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6D28D9"/>
                </a:solidFill>
              </a:defRPr>
            </a:pPr>
            <a:r>
              <a:rPr sz="825" b="1">
                <a:solidFill>
                  <a:srgbClr val="6D28D9"/>
                </a:solidFill>
              </a:rPr>
              <a:t>RECOMMENDED AI ALTERNATIVE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3BFB69-C49F-4F91-AD14-EE6DF197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0F172A"/>
                </a:solidFill>
              </a:defRPr>
            </a:defPPr>
            <a:lvl1pPr algn="l">
              <a:defRPr sz="2250" b="1">
                <a:solidFill>
                  <a:srgbClr val="0F172A"/>
                </a:solidFill>
              </a:defRPr>
            </a:lvl1pPr>
            <a:lvl2pPr algn="l">
              <a:defRPr sz="2250" b="1">
                <a:solidFill>
                  <a:srgbClr val="0F172A"/>
                </a:solidFill>
              </a:defRPr>
            </a:lvl2pPr>
            <a:lvl3pPr algn="l">
              <a:defRPr sz="2250" b="1">
                <a:solidFill>
                  <a:srgbClr val="0F172A"/>
                </a:solidFill>
              </a:defRPr>
            </a:lvl3pPr>
            <a:lvl4pPr algn="l">
              <a:defRPr sz="2250" b="1">
                <a:solidFill>
                  <a:srgbClr val="0F172A"/>
                </a:solidFill>
              </a:defRPr>
            </a:lvl4pPr>
            <a:lvl5pPr algn="l">
              <a:defRPr sz="2250" b="1">
                <a:solidFill>
                  <a:srgbClr val="0F172A"/>
                </a:solidFill>
              </a:defRPr>
            </a:lvl5pPr>
            <a:lvl6pPr algn="l">
              <a:defRPr sz="2250" b="1">
                <a:solidFill>
                  <a:srgbClr val="0F172A"/>
                </a:solidFill>
              </a:defRPr>
            </a:lvl6pPr>
            <a:lvl7pPr algn="l">
              <a:defRPr sz="2250" b="1">
                <a:solidFill>
                  <a:srgbClr val="0F172A"/>
                </a:solidFill>
              </a:defRPr>
            </a:lvl7pPr>
            <a:lvl8pPr algn="l">
              <a:defRPr sz="2250" b="1">
                <a:solidFill>
                  <a:srgbClr val="0F172A"/>
                </a:solidFill>
              </a:defRPr>
            </a:lvl8pPr>
            <a:lvl9pPr algn="l">
              <a:defRPr sz="22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Use a measured router—not one universal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C8165-0605-40FB-9039-913A9FCC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B6475"/>
                </a:solidFill>
              </a:defRPr>
            </a:defPPr>
            <a:lvl1pPr algn="l">
              <a:defRPr sz="1050" b="0">
                <a:solidFill>
                  <a:srgbClr val="5B6475"/>
                </a:solidFill>
              </a:defRPr>
            </a:lvl1pPr>
            <a:lvl2pPr algn="l">
              <a:defRPr sz="1050" b="0">
                <a:solidFill>
                  <a:srgbClr val="5B6475"/>
                </a:solidFill>
              </a:defRPr>
            </a:lvl2pPr>
            <a:lvl3pPr algn="l">
              <a:defRPr sz="1050" b="0">
                <a:solidFill>
                  <a:srgbClr val="5B6475"/>
                </a:solidFill>
              </a:defRPr>
            </a:lvl3pPr>
            <a:lvl4pPr algn="l">
              <a:defRPr sz="1050" b="0">
                <a:solidFill>
                  <a:srgbClr val="5B6475"/>
                </a:solidFill>
              </a:defRPr>
            </a:lvl4pPr>
            <a:lvl5pPr algn="l">
              <a:defRPr sz="1050" b="0">
                <a:solidFill>
                  <a:srgbClr val="5B6475"/>
                </a:solidFill>
              </a:defRPr>
            </a:lvl5pPr>
            <a:lvl6pPr algn="l">
              <a:defRPr sz="1050" b="0">
                <a:solidFill>
                  <a:srgbClr val="5B6475"/>
                </a:solidFill>
              </a:defRPr>
            </a:lvl6pPr>
            <a:lvl7pPr algn="l">
              <a:defRPr sz="1050" b="0">
                <a:solidFill>
                  <a:srgbClr val="5B6475"/>
                </a:solidFill>
              </a:defRPr>
            </a:lvl7pPr>
            <a:lvl8pPr algn="l">
              <a:defRPr sz="1050" b="0">
                <a:solidFill>
                  <a:srgbClr val="5B6475"/>
                </a:solidFill>
              </a:defRPr>
            </a:lvl8pPr>
            <a:lvl9pPr algn="l">
              <a:defRPr sz="10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Start hosted for operational simplicity; retain deterministic engines and add local inference only when scale/privacy economics justify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AA8CEE-88A8-4E3D-BB2A-6E93D223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F"/>
          </a:solidFill>
          <a:ln xmlns:a="http://schemas.openxmlformats.org/drawingml/2006/main" w="0">
            <a:solidFill>
              <a:srgbClr val="EEE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3FD82F-E53D-4553-A692-CFE85371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75" b="0">
                <a:solidFill>
                  <a:srgbClr val="7A8291"/>
                </a:solidFill>
              </a:defRPr>
            </a:defPPr>
            <a:lvl1pPr algn="l">
              <a:defRPr sz="675" b="0">
                <a:solidFill>
                  <a:srgbClr val="7A8291"/>
                </a:solidFill>
              </a:defRPr>
            </a:lvl1pPr>
            <a:lvl2pPr algn="l">
              <a:defRPr sz="675" b="0">
                <a:solidFill>
                  <a:srgbClr val="7A8291"/>
                </a:solidFill>
              </a:defRPr>
            </a:lvl2pPr>
            <a:lvl3pPr algn="l">
              <a:defRPr sz="675" b="0">
                <a:solidFill>
                  <a:srgbClr val="7A8291"/>
                </a:solidFill>
              </a:defRPr>
            </a:lvl3pPr>
            <a:lvl4pPr algn="l">
              <a:defRPr sz="675" b="0">
                <a:solidFill>
                  <a:srgbClr val="7A8291"/>
                </a:solidFill>
              </a:defRPr>
            </a:lvl4pPr>
            <a:lvl5pPr algn="l">
              <a:defRPr sz="675" b="0">
                <a:solidFill>
                  <a:srgbClr val="7A8291"/>
                </a:solidFill>
              </a:defRPr>
            </a:lvl5pPr>
            <a:lvl6pPr algn="l">
              <a:defRPr sz="675" b="0">
                <a:solidFill>
                  <a:srgbClr val="7A8291"/>
                </a:solidFill>
              </a:defRPr>
            </a:lvl6pPr>
            <a:lvl7pPr algn="l">
              <a:defRPr sz="675" b="0">
                <a:solidFill>
                  <a:srgbClr val="7A8291"/>
                </a:solidFill>
              </a:defRPr>
            </a:lvl7pPr>
            <a:lvl8pPr algn="l">
              <a:defRPr sz="675" b="0">
                <a:solidFill>
                  <a:srgbClr val="7A8291"/>
                </a:solidFill>
              </a:defRPr>
            </a:lvl8pPr>
            <a:lvl9pPr algn="l">
              <a:defRPr sz="675" b="0">
                <a:solidFill>
                  <a:srgbClr val="7A8291"/>
                </a:solidFill>
              </a:defRPr>
            </a:lvl9pPr>
          </a:lstStyle>
          <a:p xmlns:a="http://schemas.openxmlformats.org/drawingml/2006/main">
            <a:pPr algn="l">
              <a:defRPr sz="675" b="0">
                <a:solidFill>
                  <a:srgbClr val="7A8291"/>
                </a:solidFill>
              </a:defRPr>
            </a:pPr>
            <a:r>
              <a:rPr sz="675" b="0">
                <a:solidFill>
                  <a:srgbClr val="7A8291"/>
                </a:solidFill>
              </a:rPr>
              <a:t>MGT SKIN CARE · PRODUCT &amp; PRODUCTION BLUEPRINT · 25 OCT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5EC075-7AFF-4BA4-875D-29BAEDA5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1">
                <a:solidFill>
                  <a:srgbClr val="7A8291"/>
                </a:solidFill>
              </a:defRPr>
            </a:defPPr>
            <a:lvl1pPr algn="r">
              <a:defRPr sz="750" b="1">
                <a:solidFill>
                  <a:srgbClr val="7A8291"/>
                </a:solidFill>
              </a:defRPr>
            </a:lvl1pPr>
            <a:lvl2pPr algn="r">
              <a:defRPr sz="750" b="1">
                <a:solidFill>
                  <a:srgbClr val="7A8291"/>
                </a:solidFill>
              </a:defRPr>
            </a:lvl2pPr>
            <a:lvl3pPr algn="r">
              <a:defRPr sz="750" b="1">
                <a:solidFill>
                  <a:srgbClr val="7A8291"/>
                </a:solidFill>
              </a:defRPr>
            </a:lvl3pPr>
            <a:lvl4pPr algn="r">
              <a:defRPr sz="750" b="1">
                <a:solidFill>
                  <a:srgbClr val="7A8291"/>
                </a:solidFill>
              </a:defRPr>
            </a:lvl4pPr>
            <a:lvl5pPr algn="r">
              <a:defRPr sz="750" b="1">
                <a:solidFill>
                  <a:srgbClr val="7A8291"/>
                </a:solidFill>
              </a:defRPr>
            </a:lvl5pPr>
            <a:lvl6pPr algn="r">
              <a:defRPr sz="750" b="1">
                <a:solidFill>
                  <a:srgbClr val="7A8291"/>
                </a:solidFill>
              </a:defRPr>
            </a:lvl6pPr>
            <a:lvl7pPr algn="r">
              <a:defRPr sz="750" b="1">
                <a:solidFill>
                  <a:srgbClr val="7A8291"/>
                </a:solidFill>
              </a:defRPr>
            </a:lvl7pPr>
            <a:lvl8pPr algn="r">
              <a:defRPr sz="750" b="1">
                <a:solidFill>
                  <a:srgbClr val="7A8291"/>
                </a:solidFill>
              </a:defRPr>
            </a:lvl8pPr>
            <a:lvl9pPr algn="r">
              <a:defRPr sz="750" b="1">
                <a:solidFill>
                  <a:srgbClr val="7A8291"/>
                </a:solidFill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7A8291"/>
                </a:solidFill>
              </a:defRPr>
            </a:pPr>
            <a:r>
              <a:rPr sz="750" b="1">
                <a:solidFill>
                  <a:srgbClr val="7A8291"/>
                </a:solidFill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8BEAA4-87A9-4268-B9BC-A1A2C54C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666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43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9680B6-790E-4711-9B51-252A016B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43075"/>
            <a:ext cx="15335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FFFFFF"/>
                </a:solidFill>
              </a:defRPr>
            </a:defPPr>
            <a:lvl1pPr algn="l">
              <a:defRPr sz="825" b="1">
                <a:solidFill>
                  <a:srgbClr val="FFFFFF"/>
                </a:solidFill>
              </a:defRPr>
            </a:lvl1pPr>
            <a:lvl2pPr algn="l">
              <a:defRPr sz="825" b="1">
                <a:solidFill>
                  <a:srgbClr val="FFFFFF"/>
                </a:solidFill>
              </a:defRPr>
            </a:lvl2pPr>
            <a:lvl3pPr algn="l">
              <a:defRPr sz="825" b="1">
                <a:solidFill>
                  <a:srgbClr val="FFFFFF"/>
                </a:solidFill>
              </a:defRPr>
            </a:lvl3pPr>
            <a:lvl4pPr algn="l">
              <a:defRPr sz="825" b="1">
                <a:solidFill>
                  <a:srgbClr val="FFFFFF"/>
                </a:solidFill>
              </a:defRPr>
            </a:lvl4pPr>
            <a:lvl5pPr algn="l">
              <a:defRPr sz="825" b="1">
                <a:solidFill>
                  <a:srgbClr val="FFFFFF"/>
                </a:solidFill>
              </a:defRPr>
            </a:lvl5pPr>
            <a:lvl6pPr algn="l">
              <a:defRPr sz="825" b="1">
                <a:solidFill>
                  <a:srgbClr val="FFFFFF"/>
                </a:solidFill>
              </a:defRPr>
            </a:lvl6pPr>
            <a:lvl7pPr algn="l">
              <a:defRPr sz="825" b="1">
                <a:solidFill>
                  <a:srgbClr val="FFFFFF"/>
                </a:solidFill>
              </a:defRPr>
            </a:lvl7pPr>
            <a:lvl8pPr algn="l">
              <a:defRPr sz="825" b="1">
                <a:solidFill>
                  <a:srgbClr val="FFFFFF"/>
                </a:solidFill>
              </a:defRPr>
            </a:lvl8pPr>
            <a:lvl9pPr algn="l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Route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0FEF3-48D2-41CC-A8D3-D612B2F3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1714500"/>
            <a:ext cx="2428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43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1FE1AB-7AED-42F5-ABA1-F0386A10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743075"/>
            <a:ext cx="22955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FFFFFF"/>
                </a:solidFill>
              </a:defRPr>
            </a:defPPr>
            <a:lvl1pPr algn="l">
              <a:defRPr sz="825" b="1">
                <a:solidFill>
                  <a:srgbClr val="FFFFFF"/>
                </a:solidFill>
              </a:defRPr>
            </a:lvl1pPr>
            <a:lvl2pPr algn="l">
              <a:defRPr sz="825" b="1">
                <a:solidFill>
                  <a:srgbClr val="FFFFFF"/>
                </a:solidFill>
              </a:defRPr>
            </a:lvl2pPr>
            <a:lvl3pPr algn="l">
              <a:defRPr sz="825" b="1">
                <a:solidFill>
                  <a:srgbClr val="FFFFFF"/>
                </a:solidFill>
              </a:defRPr>
            </a:lvl3pPr>
            <a:lvl4pPr algn="l">
              <a:defRPr sz="825" b="1">
                <a:solidFill>
                  <a:srgbClr val="FFFFFF"/>
                </a:solidFill>
              </a:defRPr>
            </a:lvl4pPr>
            <a:lvl5pPr algn="l">
              <a:defRPr sz="825" b="1">
                <a:solidFill>
                  <a:srgbClr val="FFFFFF"/>
                </a:solidFill>
              </a:defRPr>
            </a:lvl5pPr>
            <a:lvl6pPr algn="l">
              <a:defRPr sz="825" b="1">
                <a:solidFill>
                  <a:srgbClr val="FFFFFF"/>
                </a:solidFill>
              </a:defRPr>
            </a:lvl6pPr>
            <a:lvl7pPr algn="l">
              <a:defRPr sz="825" b="1">
                <a:solidFill>
                  <a:srgbClr val="FFFFFF"/>
                </a:solidFill>
              </a:defRPr>
            </a:lvl7pPr>
            <a:lvl8pPr algn="l">
              <a:defRPr sz="825" b="1">
                <a:solidFill>
                  <a:srgbClr val="FFFFFF"/>
                </a:solidFill>
              </a:defRPr>
            </a:lvl8pPr>
            <a:lvl9pPr algn="l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Suggested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A76795-5B84-4AB0-9462-88E4D667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14500"/>
            <a:ext cx="2714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43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EA0536-A4EC-4FC1-B892-58469819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743075"/>
            <a:ext cx="2581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FFFFFF"/>
                </a:solidFill>
              </a:defRPr>
            </a:defPPr>
            <a:lvl1pPr algn="l">
              <a:defRPr sz="825" b="1">
                <a:solidFill>
                  <a:srgbClr val="FFFFFF"/>
                </a:solidFill>
              </a:defRPr>
            </a:lvl1pPr>
            <a:lvl2pPr algn="l">
              <a:defRPr sz="825" b="1">
                <a:solidFill>
                  <a:srgbClr val="FFFFFF"/>
                </a:solidFill>
              </a:defRPr>
            </a:lvl2pPr>
            <a:lvl3pPr algn="l">
              <a:defRPr sz="825" b="1">
                <a:solidFill>
                  <a:srgbClr val="FFFFFF"/>
                </a:solidFill>
              </a:defRPr>
            </a:lvl3pPr>
            <a:lvl4pPr algn="l">
              <a:defRPr sz="825" b="1">
                <a:solidFill>
                  <a:srgbClr val="FFFFFF"/>
                </a:solidFill>
              </a:defRPr>
            </a:lvl4pPr>
            <a:lvl5pPr algn="l">
              <a:defRPr sz="825" b="1">
                <a:solidFill>
                  <a:srgbClr val="FFFFFF"/>
                </a:solidFill>
              </a:defRPr>
            </a:lvl5pPr>
            <a:lvl6pPr algn="l">
              <a:defRPr sz="825" b="1">
                <a:solidFill>
                  <a:srgbClr val="FFFFFF"/>
                </a:solidFill>
              </a:defRPr>
            </a:lvl6pPr>
            <a:lvl7pPr algn="l">
              <a:defRPr sz="825" b="1">
                <a:solidFill>
                  <a:srgbClr val="FFFFFF"/>
                </a:solidFill>
              </a:defRPr>
            </a:lvl7pPr>
            <a:lvl8pPr algn="l">
              <a:defRPr sz="825" b="1">
                <a:solidFill>
                  <a:srgbClr val="FFFFFF"/>
                </a:solidFill>
              </a:defRPr>
            </a:lvl8pPr>
            <a:lvl9pPr algn="l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Examples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CDDFAF-D2AD-4A13-8400-A98CA75B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7145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43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1B0A94-C1C3-4284-9210-D64847F1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743075"/>
            <a:ext cx="1581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FFFFFF"/>
                </a:solidFill>
              </a:defRPr>
            </a:defPPr>
            <a:lvl1pPr algn="l">
              <a:defRPr sz="825" b="1">
                <a:solidFill>
                  <a:srgbClr val="FFFFFF"/>
                </a:solidFill>
              </a:defRPr>
            </a:lvl1pPr>
            <a:lvl2pPr algn="l">
              <a:defRPr sz="825" b="1">
                <a:solidFill>
                  <a:srgbClr val="FFFFFF"/>
                </a:solidFill>
              </a:defRPr>
            </a:lvl2pPr>
            <a:lvl3pPr algn="l">
              <a:defRPr sz="825" b="1">
                <a:solidFill>
                  <a:srgbClr val="FFFFFF"/>
                </a:solidFill>
              </a:defRPr>
            </a:lvl3pPr>
            <a:lvl4pPr algn="l">
              <a:defRPr sz="825" b="1">
                <a:solidFill>
                  <a:srgbClr val="FFFFFF"/>
                </a:solidFill>
              </a:defRPr>
            </a:lvl4pPr>
            <a:lvl5pPr algn="l">
              <a:defRPr sz="825" b="1">
                <a:solidFill>
                  <a:srgbClr val="FFFFFF"/>
                </a:solidFill>
              </a:defRPr>
            </a:lvl5pPr>
            <a:lvl6pPr algn="l">
              <a:defRPr sz="825" b="1">
                <a:solidFill>
                  <a:srgbClr val="FFFFFF"/>
                </a:solidFill>
              </a:defRPr>
            </a:lvl6pPr>
            <a:lvl7pPr algn="l">
              <a:defRPr sz="825" b="1">
                <a:solidFill>
                  <a:srgbClr val="FFFFFF"/>
                </a:solidFill>
              </a:defRPr>
            </a:lvl7pPr>
            <a:lvl8pPr algn="l">
              <a:defRPr sz="825" b="1">
                <a:solidFill>
                  <a:srgbClr val="FFFFFF"/>
                </a:solidFill>
              </a:defRPr>
            </a:lvl8pPr>
            <a:lvl9pPr algn="l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Effort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4C6031-E188-43FB-B68E-FD4C21DE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714500"/>
            <a:ext cx="26003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43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7E133C-E51C-4569-AD39-68A489CD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43075"/>
            <a:ext cx="24669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FFFFFF"/>
                </a:solidFill>
              </a:defRPr>
            </a:defPPr>
            <a:lvl1pPr algn="l">
              <a:defRPr sz="825" b="1">
                <a:solidFill>
                  <a:srgbClr val="FFFFFF"/>
                </a:solidFill>
              </a:defRPr>
            </a:lvl1pPr>
            <a:lvl2pPr algn="l">
              <a:defRPr sz="825" b="1">
                <a:solidFill>
                  <a:srgbClr val="FFFFFF"/>
                </a:solidFill>
              </a:defRPr>
            </a:lvl2pPr>
            <a:lvl3pPr algn="l">
              <a:defRPr sz="825" b="1">
                <a:solidFill>
                  <a:srgbClr val="FFFFFF"/>
                </a:solidFill>
              </a:defRPr>
            </a:lvl3pPr>
            <a:lvl4pPr algn="l">
              <a:defRPr sz="825" b="1">
                <a:solidFill>
                  <a:srgbClr val="FFFFFF"/>
                </a:solidFill>
              </a:defRPr>
            </a:lvl4pPr>
            <a:lvl5pPr algn="l">
              <a:defRPr sz="825" b="1">
                <a:solidFill>
                  <a:srgbClr val="FFFFFF"/>
                </a:solidFill>
              </a:defRPr>
            </a:lvl5pPr>
            <a:lvl6pPr algn="l">
              <a:defRPr sz="825" b="1">
                <a:solidFill>
                  <a:srgbClr val="FFFFFF"/>
                </a:solidFill>
              </a:defRPr>
            </a:lvl6pPr>
            <a:lvl7pPr algn="l">
              <a:defRPr sz="825" b="1">
                <a:solidFill>
                  <a:srgbClr val="FFFFFF"/>
                </a:solidFill>
              </a:defRPr>
            </a:lvl7pPr>
            <a:lvl8pPr algn="l">
              <a:defRPr sz="825" b="1">
                <a:solidFill>
                  <a:srgbClr val="FFFFFF"/>
                </a:solidFill>
              </a:defRPr>
            </a:lvl8pPr>
            <a:lvl9pPr algn="l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Economics / guardrail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3FC2F0-42D1-4B39-A100-E18ED8BE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1666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AFC733-6F13-4E70-B76C-F7E1EBC3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371725"/>
            <a:ext cx="15335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0F172A"/>
                </a:solidFill>
              </a:defRPr>
            </a:defPPr>
            <a:lvl1pPr algn="l">
              <a:defRPr sz="750" b="1">
                <a:solidFill>
                  <a:srgbClr val="0F172A"/>
                </a:solidFill>
              </a:defRPr>
            </a:lvl1pPr>
            <a:lvl2pPr algn="l">
              <a:defRPr sz="750" b="1">
                <a:solidFill>
                  <a:srgbClr val="0F172A"/>
                </a:solidFill>
              </a:defRPr>
            </a:lvl2pPr>
            <a:lvl3pPr algn="l">
              <a:defRPr sz="750" b="1">
                <a:solidFill>
                  <a:srgbClr val="0F172A"/>
                </a:solidFill>
              </a:defRPr>
            </a:lvl3pPr>
            <a:lvl4pPr algn="l">
              <a:defRPr sz="750" b="1">
                <a:solidFill>
                  <a:srgbClr val="0F172A"/>
                </a:solidFill>
              </a:defRPr>
            </a:lvl4pPr>
            <a:lvl5pPr algn="l">
              <a:defRPr sz="750" b="1">
                <a:solidFill>
                  <a:srgbClr val="0F172A"/>
                </a:solidFill>
              </a:defRPr>
            </a:lvl5pPr>
            <a:lvl6pPr algn="l">
              <a:defRPr sz="750" b="1">
                <a:solidFill>
                  <a:srgbClr val="0F172A"/>
                </a:solidFill>
              </a:defRPr>
            </a:lvl6pPr>
            <a:lvl7pPr algn="l">
              <a:defRPr sz="750" b="1">
                <a:solidFill>
                  <a:srgbClr val="0F172A"/>
                </a:solidFill>
              </a:defRPr>
            </a:lvl7pPr>
            <a:lvl8pPr algn="l">
              <a:defRPr sz="750" b="1">
                <a:solidFill>
                  <a:srgbClr val="0F172A"/>
                </a:solidFill>
              </a:defRPr>
            </a:lvl8pPr>
            <a:lvl9pPr algn="l">
              <a:defRPr sz="7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0F172A"/>
                </a:solidFill>
              </a:defRPr>
            </a:pPr>
            <a:r>
              <a:rPr sz="750" b="1">
                <a:solidFill>
                  <a:srgbClr val="0F172A"/>
                </a:solidFill>
              </a:rPr>
              <a:t>Fast path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2756EC-5529-49AA-9230-37DEEC79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343150"/>
            <a:ext cx="2428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196273-6316-4430-99F1-1111142A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371725"/>
            <a:ext cx="22955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GPT-6 Luna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FAEA3C-E8C7-4183-92D1-5E8E54A4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43150"/>
            <a:ext cx="2714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B5A4C2-1B19-4824-98D4-F645C30D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371725"/>
            <a:ext cx="2581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classification, normalization, short variants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1B8137-2F6B-4887-8B4F-EABD4635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3431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8683D7-A9F1-41EB-8660-AF6A1DBD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71725"/>
            <a:ext cx="1581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none / 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937048-4268-4B23-AAA5-679F2625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343150"/>
            <a:ext cx="26003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6306AE-4EEB-425A-9E57-D6DF1629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71725"/>
            <a:ext cx="24669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$0.10 in / $0.50 out per MTok; schema + audit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C87130-EB78-40C1-B4A8-515A48BA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1666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96F41F-6219-438A-8866-87A14FEC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000375"/>
            <a:ext cx="15335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0F172A"/>
                </a:solidFill>
              </a:defRPr>
            </a:defPPr>
            <a:lvl1pPr algn="l">
              <a:defRPr sz="750" b="1">
                <a:solidFill>
                  <a:srgbClr val="0F172A"/>
                </a:solidFill>
              </a:defRPr>
            </a:lvl1pPr>
            <a:lvl2pPr algn="l">
              <a:defRPr sz="750" b="1">
                <a:solidFill>
                  <a:srgbClr val="0F172A"/>
                </a:solidFill>
              </a:defRPr>
            </a:lvl2pPr>
            <a:lvl3pPr algn="l">
              <a:defRPr sz="750" b="1">
                <a:solidFill>
                  <a:srgbClr val="0F172A"/>
                </a:solidFill>
              </a:defRPr>
            </a:lvl3pPr>
            <a:lvl4pPr algn="l">
              <a:defRPr sz="750" b="1">
                <a:solidFill>
                  <a:srgbClr val="0F172A"/>
                </a:solidFill>
              </a:defRPr>
            </a:lvl4pPr>
            <a:lvl5pPr algn="l">
              <a:defRPr sz="750" b="1">
                <a:solidFill>
                  <a:srgbClr val="0F172A"/>
                </a:solidFill>
              </a:defRPr>
            </a:lvl5pPr>
            <a:lvl6pPr algn="l">
              <a:defRPr sz="750" b="1">
                <a:solidFill>
                  <a:srgbClr val="0F172A"/>
                </a:solidFill>
              </a:defRPr>
            </a:lvl6pPr>
            <a:lvl7pPr algn="l">
              <a:defRPr sz="750" b="1">
                <a:solidFill>
                  <a:srgbClr val="0F172A"/>
                </a:solidFill>
              </a:defRPr>
            </a:lvl7pPr>
            <a:lvl8pPr algn="l">
              <a:defRPr sz="750" b="1">
                <a:solidFill>
                  <a:srgbClr val="0F172A"/>
                </a:solidFill>
              </a:defRPr>
            </a:lvl8pPr>
            <a:lvl9pPr algn="l">
              <a:defRPr sz="7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0F172A"/>
                </a:solidFill>
              </a:defRPr>
            </a:pPr>
            <a:r>
              <a:rPr sz="750" b="1">
                <a:solidFill>
                  <a:srgbClr val="0F172A"/>
                </a:solidFill>
              </a:rPr>
              <a:t>Core synthesis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299B18-88D6-4B2F-B772-DBF6F96A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71800"/>
            <a:ext cx="2428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C0BAA5-9FD9-4DA9-9395-52AC0AB8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00375"/>
            <a:ext cx="22955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GPT-6.1 Sol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B7B66E-8660-4736-8FB8-A825E70B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71800"/>
            <a:ext cx="2714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0451F0-25A4-42CC-9491-D2061A06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000375"/>
            <a:ext cx="2581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profile, routine/style explanation, support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0D6F4B-FF9B-417D-90A4-68C66B9B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9718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DD3AB2-FA6D-4770-9F8D-833D721E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00375"/>
            <a:ext cx="1581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low / medium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340D64-5498-4C16-89D3-00791FA0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971800"/>
            <a:ext cx="26003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EBE4C9-A2FF-452D-A3DB-E355E244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00375"/>
            <a:ext cx="24669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$2 in / $10 out; default candidate after eval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93A351-F063-46BF-BA94-BE4C7F99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0450"/>
            <a:ext cx="1666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2210B2-15B6-4A67-8F03-4B1F6506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629025"/>
            <a:ext cx="15335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0F172A"/>
                </a:solidFill>
              </a:defRPr>
            </a:defPPr>
            <a:lvl1pPr algn="l">
              <a:defRPr sz="750" b="1">
                <a:solidFill>
                  <a:srgbClr val="0F172A"/>
                </a:solidFill>
              </a:defRPr>
            </a:lvl1pPr>
            <a:lvl2pPr algn="l">
              <a:defRPr sz="750" b="1">
                <a:solidFill>
                  <a:srgbClr val="0F172A"/>
                </a:solidFill>
              </a:defRPr>
            </a:lvl2pPr>
            <a:lvl3pPr algn="l">
              <a:defRPr sz="750" b="1">
                <a:solidFill>
                  <a:srgbClr val="0F172A"/>
                </a:solidFill>
              </a:defRPr>
            </a:lvl3pPr>
            <a:lvl4pPr algn="l">
              <a:defRPr sz="750" b="1">
                <a:solidFill>
                  <a:srgbClr val="0F172A"/>
                </a:solidFill>
              </a:defRPr>
            </a:lvl4pPr>
            <a:lvl5pPr algn="l">
              <a:defRPr sz="750" b="1">
                <a:solidFill>
                  <a:srgbClr val="0F172A"/>
                </a:solidFill>
              </a:defRPr>
            </a:lvl5pPr>
            <a:lvl6pPr algn="l">
              <a:defRPr sz="750" b="1">
                <a:solidFill>
                  <a:srgbClr val="0F172A"/>
                </a:solidFill>
              </a:defRPr>
            </a:lvl6pPr>
            <a:lvl7pPr algn="l">
              <a:defRPr sz="750" b="1">
                <a:solidFill>
                  <a:srgbClr val="0F172A"/>
                </a:solidFill>
              </a:defRPr>
            </a:lvl7pPr>
            <a:lvl8pPr algn="l">
              <a:defRPr sz="750" b="1">
                <a:solidFill>
                  <a:srgbClr val="0F172A"/>
                </a:solidFill>
              </a:defRPr>
            </a:lvl8pPr>
            <a:lvl9pPr algn="l">
              <a:defRPr sz="7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0F172A"/>
                </a:solidFill>
              </a:defRPr>
            </a:pPr>
            <a:r>
              <a:rPr sz="750" b="1">
                <a:solidFill>
                  <a:srgbClr val="0F172A"/>
                </a:solidFill>
              </a:rPr>
              <a:t>Escalation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4E21EC-865E-49E5-9EBB-3502AB35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600450"/>
            <a:ext cx="2428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FD1028-77FC-47A4-9D27-8F30DBF5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29025"/>
            <a:ext cx="22955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GPT-6 Astra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0AA0CC-3DC2-4DE7-ADFB-C6D25F67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00450"/>
            <a:ext cx="2714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67191D-9693-481C-89FB-CC8D7E80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629025"/>
            <a:ext cx="2581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complex conflicts and operator investigation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310E5D6-4D9D-4188-90A7-956C8DE0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6004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51B1D5-70D4-4997-BF39-A6BA658C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29025"/>
            <a:ext cx="1581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medium / high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61A887-C54A-4770-99AA-DFA62FF4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600450"/>
            <a:ext cx="26003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2362A68-358E-49CD-A2B1-EA0BEC27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29025"/>
            <a:ext cx="24669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$10 in / $50 out; budget cap + review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77814AA-3621-4CD6-99A6-54827A95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29100"/>
            <a:ext cx="1666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3F4FE56-9CC8-42BF-BC16-92D6CBA0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257675"/>
            <a:ext cx="15335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0F172A"/>
                </a:solidFill>
              </a:defRPr>
            </a:defPPr>
            <a:lvl1pPr algn="l">
              <a:defRPr sz="750" b="1">
                <a:solidFill>
                  <a:srgbClr val="0F172A"/>
                </a:solidFill>
              </a:defRPr>
            </a:lvl1pPr>
            <a:lvl2pPr algn="l">
              <a:defRPr sz="750" b="1">
                <a:solidFill>
                  <a:srgbClr val="0F172A"/>
                </a:solidFill>
              </a:defRPr>
            </a:lvl2pPr>
            <a:lvl3pPr algn="l">
              <a:defRPr sz="750" b="1">
                <a:solidFill>
                  <a:srgbClr val="0F172A"/>
                </a:solidFill>
              </a:defRPr>
            </a:lvl3pPr>
            <a:lvl4pPr algn="l">
              <a:defRPr sz="750" b="1">
                <a:solidFill>
                  <a:srgbClr val="0F172A"/>
                </a:solidFill>
              </a:defRPr>
            </a:lvl4pPr>
            <a:lvl5pPr algn="l">
              <a:defRPr sz="750" b="1">
                <a:solidFill>
                  <a:srgbClr val="0F172A"/>
                </a:solidFill>
              </a:defRPr>
            </a:lvl5pPr>
            <a:lvl6pPr algn="l">
              <a:defRPr sz="750" b="1">
                <a:solidFill>
                  <a:srgbClr val="0F172A"/>
                </a:solidFill>
              </a:defRPr>
            </a:lvl6pPr>
            <a:lvl7pPr algn="l">
              <a:defRPr sz="750" b="1">
                <a:solidFill>
                  <a:srgbClr val="0F172A"/>
                </a:solidFill>
              </a:defRPr>
            </a:lvl7pPr>
            <a:lvl8pPr algn="l">
              <a:defRPr sz="750" b="1">
                <a:solidFill>
                  <a:srgbClr val="0F172A"/>
                </a:solidFill>
              </a:defRPr>
            </a:lvl8pPr>
            <a:lvl9pPr algn="l">
              <a:defRPr sz="7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0F172A"/>
                </a:solidFill>
              </a:defRPr>
            </a:pPr>
            <a:r>
              <a:rPr sz="750" b="1">
                <a:solidFill>
                  <a:srgbClr val="0F172A"/>
                </a:solidFill>
              </a:rPr>
              <a:t>Retrieval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AEB4EB0-2EA9-436C-92FC-925B0772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229100"/>
            <a:ext cx="2428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3D4AB56-690C-4099-9D4F-80A1EA13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57675"/>
            <a:ext cx="22955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local embedding + approved records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20B93CA-F624-43E7-B11F-01FAA7AA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29100"/>
            <a:ext cx="2714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651B043-83BD-48DB-865E-D5AD5601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257675"/>
            <a:ext cx="2581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catalog and knowledge grounding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609CB9E-A782-4471-8538-ED6774D0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2291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215256E-24C7-4AD3-AFE8-75198BFD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257675"/>
            <a:ext cx="1581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n/a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61160DD-E75E-467A-BEF5-79D7EED1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229100"/>
            <a:ext cx="26003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D9E798D-E203-4C94-A6E2-06B5571D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57675"/>
            <a:ext cx="24669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versioned index; no open-web medical synthesis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6EAE7EA-16DC-40B7-A596-1B8085DC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666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D29F2BB-AA06-4E0C-A8EE-85B91D9A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886325"/>
            <a:ext cx="15335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0F172A"/>
                </a:solidFill>
              </a:defRPr>
            </a:defPPr>
            <a:lvl1pPr algn="l">
              <a:defRPr sz="750" b="1">
                <a:solidFill>
                  <a:srgbClr val="0F172A"/>
                </a:solidFill>
              </a:defRPr>
            </a:lvl1pPr>
            <a:lvl2pPr algn="l">
              <a:defRPr sz="750" b="1">
                <a:solidFill>
                  <a:srgbClr val="0F172A"/>
                </a:solidFill>
              </a:defRPr>
            </a:lvl2pPr>
            <a:lvl3pPr algn="l">
              <a:defRPr sz="750" b="1">
                <a:solidFill>
                  <a:srgbClr val="0F172A"/>
                </a:solidFill>
              </a:defRPr>
            </a:lvl3pPr>
            <a:lvl4pPr algn="l">
              <a:defRPr sz="750" b="1">
                <a:solidFill>
                  <a:srgbClr val="0F172A"/>
                </a:solidFill>
              </a:defRPr>
            </a:lvl4pPr>
            <a:lvl5pPr algn="l">
              <a:defRPr sz="750" b="1">
                <a:solidFill>
                  <a:srgbClr val="0F172A"/>
                </a:solidFill>
              </a:defRPr>
            </a:lvl5pPr>
            <a:lvl6pPr algn="l">
              <a:defRPr sz="750" b="1">
                <a:solidFill>
                  <a:srgbClr val="0F172A"/>
                </a:solidFill>
              </a:defRPr>
            </a:lvl6pPr>
            <a:lvl7pPr algn="l">
              <a:defRPr sz="750" b="1">
                <a:solidFill>
                  <a:srgbClr val="0F172A"/>
                </a:solidFill>
              </a:defRPr>
            </a:lvl7pPr>
            <a:lvl8pPr algn="l">
              <a:defRPr sz="750" b="1">
                <a:solidFill>
                  <a:srgbClr val="0F172A"/>
                </a:solidFill>
              </a:defRPr>
            </a:lvl8pPr>
            <a:lvl9pPr algn="l">
              <a:defRPr sz="7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0F172A"/>
                </a:solidFill>
              </a:defRPr>
            </a:pPr>
            <a:r>
              <a:rPr sz="750" b="1">
                <a:solidFill>
                  <a:srgbClr val="0F172A"/>
                </a:solidFill>
              </a:rPr>
              <a:t>Vision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2BA2411-E58F-42F9-86C6-06D5F039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857750"/>
            <a:ext cx="2428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BD87C8B-9B52-40E8-8E2E-2A2A7F1A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86325"/>
            <a:ext cx="22955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separate consented route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1323FCF-61C6-48AA-90D2-7D8612E0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857750"/>
            <a:ext cx="2714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9E9ACE2-EBC2-4BB3-B803-FDD8D1DF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886325"/>
            <a:ext cx="2581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quality/non-diagnostic description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5F84833-2BBF-4896-8415-89C54C99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8577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6AF2869-0195-4CEC-A6F0-747F15C7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886325"/>
            <a:ext cx="1581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task-specific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0241B1F-7925-41F1-AB2F-F6212869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857750"/>
            <a:ext cx="26003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12276DD-F5CE-4063-93EF-68316B07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886325"/>
            <a:ext cx="24669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redaction; short retention; no trait inference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1E382CE-9217-45D0-AAC6-BF3D2695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111252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1143B"/>
          </a:solidFill>
          <a:ln xmlns:a="http://schemas.openxmlformats.org/drawingml/2006/main" w="9525">
            <a:solidFill>
              <a:srgbClr val="21143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68E51D1-83B5-450E-8A3F-CC17F802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74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defRPr sz="975" b="1">
                <a:solidFill>
                  <a:srgbClr val="FFFFFF"/>
                </a:solidFill>
              </a:defRPr>
            </a:lvl1pPr>
            <a:lvl2pPr algn="ctr">
              <a:defRPr sz="975" b="1">
                <a:solidFill>
                  <a:srgbClr val="FFFFFF"/>
                </a:solidFill>
              </a:defRPr>
            </a:lvl2pPr>
            <a:lvl3pPr algn="ctr">
              <a:defRPr sz="975" b="1">
                <a:solidFill>
                  <a:srgbClr val="FFFFFF"/>
                </a:solidFill>
              </a:defRPr>
            </a:lvl3pPr>
            <a:lvl4pPr algn="ctr">
              <a:defRPr sz="975" b="1">
                <a:solidFill>
                  <a:srgbClr val="FFFFFF"/>
                </a:solidFill>
              </a:defRPr>
            </a:lvl4pPr>
            <a:lvl5pPr algn="ctr">
              <a:defRPr sz="975" b="1">
                <a:solidFill>
                  <a:srgbClr val="FFFFFF"/>
                </a:solidFill>
              </a:defRPr>
            </a:lvl5pPr>
            <a:lvl6pPr algn="ctr">
              <a:defRPr sz="975" b="1">
                <a:solidFill>
                  <a:srgbClr val="FFFFFF"/>
                </a:solidFill>
              </a:defRPr>
            </a:lvl6pPr>
            <a:lvl7pPr algn="ctr">
              <a:defRPr sz="975" b="1">
                <a:solidFill>
                  <a:srgbClr val="FFFFFF"/>
                </a:solidFill>
              </a:defRPr>
            </a:lvl7pPr>
            <a:lvl8pPr algn="ctr">
              <a:defRPr sz="975" b="1">
                <a:solidFill>
                  <a:srgbClr val="FFFFFF"/>
                </a:solidFill>
              </a:defRPr>
            </a:lvl8pPr>
            <a:lvl9pPr algn="ctr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Promote only when representative evals pass: task success · safety · p50/p95 latency · cost per successful task · refusal quality · schema validity.</a:t>
            </a:r>
          </a:p>
        </p:txBody>
      </p:sp>
    </p:spTree>
    <p:extLst>
      <p:ext uri="{BB962C8B-B14F-4D97-AF65-F5344CB8AC3E}">
        <p14:creationId xmlns:p14="http://schemas.microsoft.com/office/powerpoint/2010/main" val="20589696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6EFC1AF-7B26-4C89-87F4-A90CAAFC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6D28D9"/>
                </a:solidFill>
              </a:defRPr>
            </a:defPPr>
            <a:lvl1pPr algn="l">
              <a:defRPr sz="825" b="1">
                <a:solidFill>
                  <a:srgbClr val="6D28D9"/>
                </a:solidFill>
              </a:defRPr>
            </a:lvl1pPr>
            <a:lvl2pPr algn="l">
              <a:defRPr sz="825" b="1">
                <a:solidFill>
                  <a:srgbClr val="6D28D9"/>
                </a:solidFill>
              </a:defRPr>
            </a:lvl2pPr>
            <a:lvl3pPr algn="l">
              <a:defRPr sz="825" b="1">
                <a:solidFill>
                  <a:srgbClr val="6D28D9"/>
                </a:solidFill>
              </a:defRPr>
            </a:lvl3pPr>
            <a:lvl4pPr algn="l">
              <a:defRPr sz="825" b="1">
                <a:solidFill>
                  <a:srgbClr val="6D28D9"/>
                </a:solidFill>
              </a:defRPr>
            </a:lvl4pPr>
            <a:lvl5pPr algn="l">
              <a:defRPr sz="825" b="1">
                <a:solidFill>
                  <a:srgbClr val="6D28D9"/>
                </a:solidFill>
              </a:defRPr>
            </a:lvl5pPr>
            <a:lvl6pPr algn="l">
              <a:defRPr sz="825" b="1">
                <a:solidFill>
                  <a:srgbClr val="6D28D9"/>
                </a:solidFill>
              </a:defRPr>
            </a:lvl6pPr>
            <a:lvl7pPr algn="l">
              <a:defRPr sz="825" b="1">
                <a:solidFill>
                  <a:srgbClr val="6D28D9"/>
                </a:solidFill>
              </a:defRPr>
            </a:lvl7pPr>
            <a:lvl8pPr algn="l">
              <a:defRPr sz="825" b="1">
                <a:solidFill>
                  <a:srgbClr val="6D28D9"/>
                </a:solidFill>
              </a:defRPr>
            </a:lvl8pPr>
            <a:lvl9pPr algn="l">
              <a:defRPr sz="825" b="1">
                <a:solidFill>
                  <a:srgbClr val="6D28D9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6D28D9"/>
                </a:solidFill>
              </a:defRPr>
            </a:pPr>
            <a:r>
              <a:rPr sz="825" b="1">
                <a:solidFill>
                  <a:srgbClr val="6D28D9"/>
                </a:solidFill>
              </a:rPr>
              <a:t>PAYMENTS &amp; ENTITLEMENT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BADC7-7052-45FA-A90A-559EB09F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0F172A"/>
                </a:solidFill>
              </a:defRPr>
            </a:defPPr>
            <a:lvl1pPr algn="l">
              <a:defRPr sz="2250" b="1">
                <a:solidFill>
                  <a:srgbClr val="0F172A"/>
                </a:solidFill>
              </a:defRPr>
            </a:lvl1pPr>
            <a:lvl2pPr algn="l">
              <a:defRPr sz="2250" b="1">
                <a:solidFill>
                  <a:srgbClr val="0F172A"/>
                </a:solidFill>
              </a:defRPr>
            </a:lvl2pPr>
            <a:lvl3pPr algn="l">
              <a:defRPr sz="2250" b="1">
                <a:solidFill>
                  <a:srgbClr val="0F172A"/>
                </a:solidFill>
              </a:defRPr>
            </a:lvl3pPr>
            <a:lvl4pPr algn="l">
              <a:defRPr sz="2250" b="1">
                <a:solidFill>
                  <a:srgbClr val="0F172A"/>
                </a:solidFill>
              </a:defRPr>
            </a:lvl4pPr>
            <a:lvl5pPr algn="l">
              <a:defRPr sz="2250" b="1">
                <a:solidFill>
                  <a:srgbClr val="0F172A"/>
                </a:solidFill>
              </a:defRPr>
            </a:lvl5pPr>
            <a:lvl6pPr algn="l">
              <a:defRPr sz="2250" b="1">
                <a:solidFill>
                  <a:srgbClr val="0F172A"/>
                </a:solidFill>
              </a:defRPr>
            </a:lvl6pPr>
            <a:lvl7pPr algn="l">
              <a:defRPr sz="2250" b="1">
                <a:solidFill>
                  <a:srgbClr val="0F172A"/>
                </a:solidFill>
              </a:defRPr>
            </a:lvl7pPr>
            <a:lvl8pPr algn="l">
              <a:defRPr sz="2250" b="1">
                <a:solidFill>
                  <a:srgbClr val="0F172A"/>
                </a:solidFill>
              </a:defRPr>
            </a:lvl8pPr>
            <a:lvl9pPr algn="l">
              <a:defRPr sz="22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Stripe bills; MGT projects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EA6063-30FC-476E-A9DE-AAF12195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B6475"/>
                </a:solidFill>
              </a:defRPr>
            </a:defPPr>
            <a:lvl1pPr algn="l">
              <a:defRPr sz="1050" b="0">
                <a:solidFill>
                  <a:srgbClr val="5B6475"/>
                </a:solidFill>
              </a:defRPr>
            </a:lvl1pPr>
            <a:lvl2pPr algn="l">
              <a:defRPr sz="1050" b="0">
                <a:solidFill>
                  <a:srgbClr val="5B6475"/>
                </a:solidFill>
              </a:defRPr>
            </a:lvl2pPr>
            <a:lvl3pPr algn="l">
              <a:defRPr sz="1050" b="0">
                <a:solidFill>
                  <a:srgbClr val="5B6475"/>
                </a:solidFill>
              </a:defRPr>
            </a:lvl3pPr>
            <a:lvl4pPr algn="l">
              <a:defRPr sz="1050" b="0">
                <a:solidFill>
                  <a:srgbClr val="5B6475"/>
                </a:solidFill>
              </a:defRPr>
            </a:lvl4pPr>
            <a:lvl5pPr algn="l">
              <a:defRPr sz="1050" b="0">
                <a:solidFill>
                  <a:srgbClr val="5B6475"/>
                </a:solidFill>
              </a:defRPr>
            </a:lvl5pPr>
            <a:lvl6pPr algn="l">
              <a:defRPr sz="1050" b="0">
                <a:solidFill>
                  <a:srgbClr val="5B6475"/>
                </a:solidFill>
              </a:defRPr>
            </a:lvl6pPr>
            <a:lvl7pPr algn="l">
              <a:defRPr sz="1050" b="0">
                <a:solidFill>
                  <a:srgbClr val="5B6475"/>
                </a:solidFill>
              </a:defRPr>
            </a:lvl7pPr>
            <a:lvl8pPr algn="l">
              <a:defRPr sz="1050" b="0">
                <a:solidFill>
                  <a:srgbClr val="5B6475"/>
                </a:solidFill>
              </a:defRPr>
            </a:lvl8pPr>
            <a:lvl9pPr algn="l">
              <a:defRPr sz="10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Never grant access from the redirect. Provision only after verified, idempotently processed server-side events.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44932F-0A33-4854-8C21-4EECF76A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F"/>
          </a:solidFill>
          <a:ln xmlns:a="http://schemas.openxmlformats.org/drawingml/2006/main" w="0">
            <a:solidFill>
              <a:srgbClr val="EEE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921226-476B-4DB2-BE01-7B4EC72F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75" b="0">
                <a:solidFill>
                  <a:srgbClr val="7A8291"/>
                </a:solidFill>
              </a:defRPr>
            </a:defPPr>
            <a:lvl1pPr algn="l">
              <a:defRPr sz="675" b="0">
                <a:solidFill>
                  <a:srgbClr val="7A8291"/>
                </a:solidFill>
              </a:defRPr>
            </a:lvl1pPr>
            <a:lvl2pPr algn="l">
              <a:defRPr sz="675" b="0">
                <a:solidFill>
                  <a:srgbClr val="7A8291"/>
                </a:solidFill>
              </a:defRPr>
            </a:lvl2pPr>
            <a:lvl3pPr algn="l">
              <a:defRPr sz="675" b="0">
                <a:solidFill>
                  <a:srgbClr val="7A8291"/>
                </a:solidFill>
              </a:defRPr>
            </a:lvl3pPr>
            <a:lvl4pPr algn="l">
              <a:defRPr sz="675" b="0">
                <a:solidFill>
                  <a:srgbClr val="7A8291"/>
                </a:solidFill>
              </a:defRPr>
            </a:lvl4pPr>
            <a:lvl5pPr algn="l">
              <a:defRPr sz="675" b="0">
                <a:solidFill>
                  <a:srgbClr val="7A8291"/>
                </a:solidFill>
              </a:defRPr>
            </a:lvl5pPr>
            <a:lvl6pPr algn="l">
              <a:defRPr sz="675" b="0">
                <a:solidFill>
                  <a:srgbClr val="7A8291"/>
                </a:solidFill>
              </a:defRPr>
            </a:lvl6pPr>
            <a:lvl7pPr algn="l">
              <a:defRPr sz="675" b="0">
                <a:solidFill>
                  <a:srgbClr val="7A8291"/>
                </a:solidFill>
              </a:defRPr>
            </a:lvl7pPr>
            <a:lvl8pPr algn="l">
              <a:defRPr sz="675" b="0">
                <a:solidFill>
                  <a:srgbClr val="7A8291"/>
                </a:solidFill>
              </a:defRPr>
            </a:lvl8pPr>
            <a:lvl9pPr algn="l">
              <a:defRPr sz="675" b="0">
                <a:solidFill>
                  <a:srgbClr val="7A8291"/>
                </a:solidFill>
              </a:defRPr>
            </a:lvl9pPr>
          </a:lstStyle>
          <a:p xmlns:a="http://schemas.openxmlformats.org/drawingml/2006/main">
            <a:pPr algn="l">
              <a:defRPr sz="675" b="0">
                <a:solidFill>
                  <a:srgbClr val="7A8291"/>
                </a:solidFill>
              </a:defRPr>
            </a:pPr>
            <a:r>
              <a:rPr sz="675" b="0">
                <a:solidFill>
                  <a:srgbClr val="7A8291"/>
                </a:solidFill>
              </a:rPr>
              <a:t>MGT SKIN CARE · PRODUCT &amp; PRODUCTION BLUEPRINT · 25 OCT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7AF341-013D-402B-A3C2-0093ECAF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1">
                <a:solidFill>
                  <a:srgbClr val="7A8291"/>
                </a:solidFill>
              </a:defRPr>
            </a:defPPr>
            <a:lvl1pPr algn="r">
              <a:defRPr sz="750" b="1">
                <a:solidFill>
                  <a:srgbClr val="7A8291"/>
                </a:solidFill>
              </a:defRPr>
            </a:lvl1pPr>
            <a:lvl2pPr algn="r">
              <a:defRPr sz="750" b="1">
                <a:solidFill>
                  <a:srgbClr val="7A8291"/>
                </a:solidFill>
              </a:defRPr>
            </a:lvl2pPr>
            <a:lvl3pPr algn="r">
              <a:defRPr sz="750" b="1">
                <a:solidFill>
                  <a:srgbClr val="7A8291"/>
                </a:solidFill>
              </a:defRPr>
            </a:lvl3pPr>
            <a:lvl4pPr algn="r">
              <a:defRPr sz="750" b="1">
                <a:solidFill>
                  <a:srgbClr val="7A8291"/>
                </a:solidFill>
              </a:defRPr>
            </a:lvl4pPr>
            <a:lvl5pPr algn="r">
              <a:defRPr sz="750" b="1">
                <a:solidFill>
                  <a:srgbClr val="7A8291"/>
                </a:solidFill>
              </a:defRPr>
            </a:lvl5pPr>
            <a:lvl6pPr algn="r">
              <a:defRPr sz="750" b="1">
                <a:solidFill>
                  <a:srgbClr val="7A8291"/>
                </a:solidFill>
              </a:defRPr>
            </a:lvl6pPr>
            <a:lvl7pPr algn="r">
              <a:defRPr sz="750" b="1">
                <a:solidFill>
                  <a:srgbClr val="7A8291"/>
                </a:solidFill>
              </a:defRPr>
            </a:lvl7pPr>
            <a:lvl8pPr algn="r">
              <a:defRPr sz="750" b="1">
                <a:solidFill>
                  <a:srgbClr val="7A8291"/>
                </a:solidFill>
              </a:defRPr>
            </a:lvl8pPr>
            <a:lvl9pPr algn="r">
              <a:defRPr sz="750" b="1">
                <a:solidFill>
                  <a:srgbClr val="7A8291"/>
                </a:solidFill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7A8291"/>
                </a:solidFill>
              </a:defRPr>
            </a:pPr>
            <a:r>
              <a:rPr sz="750" b="1">
                <a:solidFill>
                  <a:srgbClr val="7A8291"/>
                </a:solidFill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6D6C51-35BC-4DCA-89BE-F96B1AD7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19050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348F52-3549-44E2-A5AE-26BB3F39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85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3B4D87-B45D-4114-BDBE-015D4FD0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0F172A"/>
                </a:solidFill>
              </a:defRPr>
            </a:defPPr>
            <a:lvl1pPr algn="l">
              <a:defRPr sz="1200" b="1">
                <a:solidFill>
                  <a:srgbClr val="0F172A"/>
                </a:solidFill>
              </a:defRPr>
            </a:lvl1pPr>
            <a:lvl2pPr algn="l">
              <a:defRPr sz="1200" b="1">
                <a:solidFill>
                  <a:srgbClr val="0F172A"/>
                </a:solidFill>
              </a:defRPr>
            </a:lvl2pPr>
            <a:lvl3pPr algn="l">
              <a:defRPr sz="1200" b="1">
                <a:solidFill>
                  <a:srgbClr val="0F172A"/>
                </a:solidFill>
              </a:defRPr>
            </a:lvl3pPr>
            <a:lvl4pPr algn="l">
              <a:defRPr sz="1200" b="1">
                <a:solidFill>
                  <a:srgbClr val="0F172A"/>
                </a:solidFill>
              </a:defRPr>
            </a:lvl4pPr>
            <a:lvl5pPr algn="l">
              <a:defRPr sz="1200" b="1">
                <a:solidFill>
                  <a:srgbClr val="0F172A"/>
                </a:solidFill>
              </a:defRPr>
            </a:lvl5pPr>
            <a:lvl6pPr algn="l">
              <a:defRPr sz="1200" b="1">
                <a:solidFill>
                  <a:srgbClr val="0F172A"/>
                </a:solidFill>
              </a:defRPr>
            </a:lvl6pPr>
            <a:lvl7pPr algn="l">
              <a:defRPr sz="1200" b="1">
                <a:solidFill>
                  <a:srgbClr val="0F172A"/>
                </a:solidFill>
              </a:defRPr>
            </a:lvl7pPr>
            <a:lvl8pPr algn="l">
              <a:defRPr sz="1200" b="1">
                <a:solidFill>
                  <a:srgbClr val="0F172A"/>
                </a:solidFill>
              </a:defRPr>
            </a:lvl8pPr>
            <a:lvl9pPr algn="l">
              <a:defRPr sz="120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Choose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6FC467-FFE7-4F98-AA25-02352711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600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B6475"/>
                </a:solidFill>
              </a:defRPr>
            </a:defPPr>
            <a:lvl1pPr algn="l">
              <a:defRPr sz="825" b="0">
                <a:solidFill>
                  <a:srgbClr val="5B6475"/>
                </a:solidFill>
              </a:defRPr>
            </a:lvl1pPr>
            <a:lvl2pPr algn="l">
              <a:defRPr sz="825" b="0">
                <a:solidFill>
                  <a:srgbClr val="5B6475"/>
                </a:solidFill>
              </a:defRPr>
            </a:lvl2pPr>
            <a:lvl3pPr algn="l">
              <a:defRPr sz="825" b="0">
                <a:solidFill>
                  <a:srgbClr val="5B6475"/>
                </a:solidFill>
              </a:defRPr>
            </a:lvl3pPr>
            <a:lvl4pPr algn="l">
              <a:defRPr sz="825" b="0">
                <a:solidFill>
                  <a:srgbClr val="5B6475"/>
                </a:solidFill>
              </a:defRPr>
            </a:lvl4pPr>
            <a:lvl5pPr algn="l">
              <a:defRPr sz="825" b="0">
                <a:solidFill>
                  <a:srgbClr val="5B6475"/>
                </a:solidFill>
              </a:defRPr>
            </a:lvl5pPr>
            <a:lvl6pPr algn="l">
              <a:defRPr sz="825" b="0">
                <a:solidFill>
                  <a:srgbClr val="5B6475"/>
                </a:solidFill>
              </a:defRPr>
            </a:lvl6pPr>
            <a:lvl7pPr algn="l">
              <a:defRPr sz="825" b="0">
                <a:solidFill>
                  <a:srgbClr val="5B6475"/>
                </a:solidFill>
              </a:defRPr>
            </a:lvl7pPr>
            <a:lvl8pPr algn="l">
              <a:defRPr sz="825" b="0">
                <a:solidFill>
                  <a:srgbClr val="5B6475"/>
                </a:solidFill>
              </a:defRPr>
            </a:lvl8pPr>
            <a:lvl9pPr algn="l">
              <a:defRPr sz="825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B6475"/>
                </a:solidFill>
              </a:defRPr>
            </a:pPr>
            <a:r>
              <a:rPr sz="825" b="0">
                <a:solidFill>
                  <a:srgbClr val="5B6475"/>
                </a:solidFill>
              </a:rPr>
              <a:t>plan + cycle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D7ABFE-518D-48A2-9CEC-898D2DA8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9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6D28D9"/>
                </a:solidFill>
              </a:defRPr>
            </a:defPPr>
            <a:lvl1pPr algn="ctr">
              <a:defRPr sz="1800" b="1">
                <a:solidFill>
                  <a:srgbClr val="6D28D9"/>
                </a:solidFill>
              </a:defRPr>
            </a:lvl1pPr>
            <a:lvl2pPr algn="ctr">
              <a:defRPr sz="1800" b="1">
                <a:solidFill>
                  <a:srgbClr val="6D28D9"/>
                </a:solidFill>
              </a:defRPr>
            </a:lvl2pPr>
            <a:lvl3pPr algn="ctr">
              <a:defRPr sz="1800" b="1">
                <a:solidFill>
                  <a:srgbClr val="6D28D9"/>
                </a:solidFill>
              </a:defRPr>
            </a:lvl3pPr>
            <a:lvl4pPr algn="ctr">
              <a:defRPr sz="1800" b="1">
                <a:solidFill>
                  <a:srgbClr val="6D28D9"/>
                </a:solidFill>
              </a:defRPr>
            </a:lvl4pPr>
            <a:lvl5pPr algn="ctr">
              <a:defRPr sz="1800" b="1">
                <a:solidFill>
                  <a:srgbClr val="6D28D9"/>
                </a:solidFill>
              </a:defRPr>
            </a:lvl5pPr>
            <a:lvl6pPr algn="ctr">
              <a:defRPr sz="1800" b="1">
                <a:solidFill>
                  <a:srgbClr val="6D28D9"/>
                </a:solidFill>
              </a:defRPr>
            </a:lvl6pPr>
            <a:lvl7pPr algn="ctr">
              <a:defRPr sz="1800" b="1">
                <a:solidFill>
                  <a:srgbClr val="6D28D9"/>
                </a:solidFill>
              </a:defRPr>
            </a:lvl7pPr>
            <a:lvl8pPr algn="ctr">
              <a:defRPr sz="1800" b="1">
                <a:solidFill>
                  <a:srgbClr val="6D28D9"/>
                </a:solidFill>
              </a:defRPr>
            </a:lvl8pPr>
            <a:lvl9pPr algn="ctr">
              <a:defRPr sz="1800" b="1">
                <a:solidFill>
                  <a:srgbClr val="6D28D9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6D28D9"/>
                </a:solidFill>
              </a:defRPr>
            </a:pPr>
            <a:r>
              <a:rPr sz="1800" b="1">
                <a:solidFill>
                  <a:srgbClr val="6D28D9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8B7EF6-4830-4835-957E-7849E50D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905000"/>
            <a:ext cx="19050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A45CD6-9A96-4B7A-8965-0927B8A6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85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1FD940-F90D-493A-BEB2-66FF65FF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76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0F172A"/>
                </a:solidFill>
              </a:defRPr>
            </a:defPPr>
            <a:lvl1pPr algn="l">
              <a:defRPr sz="1200" b="1">
                <a:solidFill>
                  <a:srgbClr val="0F172A"/>
                </a:solidFill>
              </a:defRPr>
            </a:lvl1pPr>
            <a:lvl2pPr algn="l">
              <a:defRPr sz="1200" b="1">
                <a:solidFill>
                  <a:srgbClr val="0F172A"/>
                </a:solidFill>
              </a:defRPr>
            </a:lvl2pPr>
            <a:lvl3pPr algn="l">
              <a:defRPr sz="1200" b="1">
                <a:solidFill>
                  <a:srgbClr val="0F172A"/>
                </a:solidFill>
              </a:defRPr>
            </a:lvl3pPr>
            <a:lvl4pPr algn="l">
              <a:defRPr sz="1200" b="1">
                <a:solidFill>
                  <a:srgbClr val="0F172A"/>
                </a:solidFill>
              </a:defRPr>
            </a:lvl4pPr>
            <a:lvl5pPr algn="l">
              <a:defRPr sz="1200" b="1">
                <a:solidFill>
                  <a:srgbClr val="0F172A"/>
                </a:solidFill>
              </a:defRPr>
            </a:lvl5pPr>
            <a:lvl6pPr algn="l">
              <a:defRPr sz="1200" b="1">
                <a:solidFill>
                  <a:srgbClr val="0F172A"/>
                </a:solidFill>
              </a:defRPr>
            </a:lvl6pPr>
            <a:lvl7pPr algn="l">
              <a:defRPr sz="1200" b="1">
                <a:solidFill>
                  <a:srgbClr val="0F172A"/>
                </a:solidFill>
              </a:defRPr>
            </a:lvl7pPr>
            <a:lvl8pPr algn="l">
              <a:defRPr sz="1200" b="1">
                <a:solidFill>
                  <a:srgbClr val="0F172A"/>
                </a:solidFill>
              </a:defRPr>
            </a:lvl8pPr>
            <a:lvl9pPr algn="l">
              <a:defRPr sz="120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Checkout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0621D3-DF98-4BB1-9D01-B5FA75BA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57500"/>
            <a:ext cx="1600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B6475"/>
                </a:solidFill>
              </a:defRPr>
            </a:defPPr>
            <a:lvl1pPr algn="l">
              <a:defRPr sz="825" b="0">
                <a:solidFill>
                  <a:srgbClr val="5B6475"/>
                </a:solidFill>
              </a:defRPr>
            </a:lvl1pPr>
            <a:lvl2pPr algn="l">
              <a:defRPr sz="825" b="0">
                <a:solidFill>
                  <a:srgbClr val="5B6475"/>
                </a:solidFill>
              </a:defRPr>
            </a:lvl2pPr>
            <a:lvl3pPr algn="l">
              <a:defRPr sz="825" b="0">
                <a:solidFill>
                  <a:srgbClr val="5B6475"/>
                </a:solidFill>
              </a:defRPr>
            </a:lvl3pPr>
            <a:lvl4pPr algn="l">
              <a:defRPr sz="825" b="0">
                <a:solidFill>
                  <a:srgbClr val="5B6475"/>
                </a:solidFill>
              </a:defRPr>
            </a:lvl4pPr>
            <a:lvl5pPr algn="l">
              <a:defRPr sz="825" b="0">
                <a:solidFill>
                  <a:srgbClr val="5B6475"/>
                </a:solidFill>
              </a:defRPr>
            </a:lvl5pPr>
            <a:lvl6pPr algn="l">
              <a:defRPr sz="825" b="0">
                <a:solidFill>
                  <a:srgbClr val="5B6475"/>
                </a:solidFill>
              </a:defRPr>
            </a:lvl6pPr>
            <a:lvl7pPr algn="l">
              <a:defRPr sz="825" b="0">
                <a:solidFill>
                  <a:srgbClr val="5B6475"/>
                </a:solidFill>
              </a:defRPr>
            </a:lvl7pPr>
            <a:lvl8pPr algn="l">
              <a:defRPr sz="825" b="0">
                <a:solidFill>
                  <a:srgbClr val="5B6475"/>
                </a:solidFill>
              </a:defRPr>
            </a:lvl8pPr>
            <a:lvl9pPr algn="l">
              <a:defRPr sz="825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B6475"/>
                </a:solidFill>
              </a:defRPr>
            </a:pPr>
            <a:r>
              <a:rPr sz="825" b="0">
                <a:solidFill>
                  <a:srgbClr val="5B6475"/>
                </a:solidFill>
              </a:rPr>
              <a:t>hosted session + terms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ECC0F7-D8F3-4C94-97B1-7AFE3A01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9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6D28D9"/>
                </a:solidFill>
              </a:defRPr>
            </a:defPPr>
            <a:lvl1pPr algn="ctr">
              <a:defRPr sz="1800" b="1">
                <a:solidFill>
                  <a:srgbClr val="6D28D9"/>
                </a:solidFill>
              </a:defRPr>
            </a:lvl1pPr>
            <a:lvl2pPr algn="ctr">
              <a:defRPr sz="1800" b="1">
                <a:solidFill>
                  <a:srgbClr val="6D28D9"/>
                </a:solidFill>
              </a:defRPr>
            </a:lvl2pPr>
            <a:lvl3pPr algn="ctr">
              <a:defRPr sz="1800" b="1">
                <a:solidFill>
                  <a:srgbClr val="6D28D9"/>
                </a:solidFill>
              </a:defRPr>
            </a:lvl3pPr>
            <a:lvl4pPr algn="ctr">
              <a:defRPr sz="1800" b="1">
                <a:solidFill>
                  <a:srgbClr val="6D28D9"/>
                </a:solidFill>
              </a:defRPr>
            </a:lvl4pPr>
            <a:lvl5pPr algn="ctr">
              <a:defRPr sz="1800" b="1">
                <a:solidFill>
                  <a:srgbClr val="6D28D9"/>
                </a:solidFill>
              </a:defRPr>
            </a:lvl5pPr>
            <a:lvl6pPr algn="ctr">
              <a:defRPr sz="1800" b="1">
                <a:solidFill>
                  <a:srgbClr val="6D28D9"/>
                </a:solidFill>
              </a:defRPr>
            </a:lvl6pPr>
            <a:lvl7pPr algn="ctr">
              <a:defRPr sz="1800" b="1">
                <a:solidFill>
                  <a:srgbClr val="6D28D9"/>
                </a:solidFill>
              </a:defRPr>
            </a:lvl7pPr>
            <a:lvl8pPr algn="ctr">
              <a:defRPr sz="1800" b="1">
                <a:solidFill>
                  <a:srgbClr val="6D28D9"/>
                </a:solidFill>
              </a:defRPr>
            </a:lvl8pPr>
            <a:lvl9pPr algn="ctr">
              <a:defRPr sz="1800" b="1">
                <a:solidFill>
                  <a:srgbClr val="6D28D9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6D28D9"/>
                </a:solidFill>
              </a:defRPr>
            </a:pPr>
            <a:r>
              <a:rPr sz="1800" b="1">
                <a:solidFill>
                  <a:srgbClr val="6D28D9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1DF335-FF07-40C7-BECF-BDE19E6A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05000"/>
            <a:ext cx="19050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14FA51-E674-4479-A8D8-D697D769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57400"/>
            <a:ext cx="285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5B4B03-906D-481E-A76B-BAD59D2E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76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0F172A"/>
                </a:solidFill>
              </a:defRPr>
            </a:defPPr>
            <a:lvl1pPr algn="l">
              <a:defRPr sz="1200" b="1">
                <a:solidFill>
                  <a:srgbClr val="0F172A"/>
                </a:solidFill>
              </a:defRPr>
            </a:lvl1pPr>
            <a:lvl2pPr algn="l">
              <a:defRPr sz="1200" b="1">
                <a:solidFill>
                  <a:srgbClr val="0F172A"/>
                </a:solidFill>
              </a:defRPr>
            </a:lvl2pPr>
            <a:lvl3pPr algn="l">
              <a:defRPr sz="1200" b="1">
                <a:solidFill>
                  <a:srgbClr val="0F172A"/>
                </a:solidFill>
              </a:defRPr>
            </a:lvl3pPr>
            <a:lvl4pPr algn="l">
              <a:defRPr sz="1200" b="1">
                <a:solidFill>
                  <a:srgbClr val="0F172A"/>
                </a:solidFill>
              </a:defRPr>
            </a:lvl4pPr>
            <a:lvl5pPr algn="l">
              <a:defRPr sz="1200" b="1">
                <a:solidFill>
                  <a:srgbClr val="0F172A"/>
                </a:solidFill>
              </a:defRPr>
            </a:lvl5pPr>
            <a:lvl6pPr algn="l">
              <a:defRPr sz="1200" b="1">
                <a:solidFill>
                  <a:srgbClr val="0F172A"/>
                </a:solidFill>
              </a:defRPr>
            </a:lvl6pPr>
            <a:lvl7pPr algn="l">
              <a:defRPr sz="1200" b="1">
                <a:solidFill>
                  <a:srgbClr val="0F172A"/>
                </a:solidFill>
              </a:defRPr>
            </a:lvl7pPr>
            <a:lvl8pPr algn="l">
              <a:defRPr sz="1200" b="1">
                <a:solidFill>
                  <a:srgbClr val="0F172A"/>
                </a:solidFill>
              </a:defRPr>
            </a:lvl8pPr>
            <a:lvl9pPr algn="l">
              <a:defRPr sz="120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Webhook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B04AE6-AAC3-44F0-A417-E204E82F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57500"/>
            <a:ext cx="1600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B6475"/>
                </a:solidFill>
              </a:defRPr>
            </a:defPPr>
            <a:lvl1pPr algn="l">
              <a:defRPr sz="825" b="0">
                <a:solidFill>
                  <a:srgbClr val="5B6475"/>
                </a:solidFill>
              </a:defRPr>
            </a:lvl1pPr>
            <a:lvl2pPr algn="l">
              <a:defRPr sz="825" b="0">
                <a:solidFill>
                  <a:srgbClr val="5B6475"/>
                </a:solidFill>
              </a:defRPr>
            </a:lvl2pPr>
            <a:lvl3pPr algn="l">
              <a:defRPr sz="825" b="0">
                <a:solidFill>
                  <a:srgbClr val="5B6475"/>
                </a:solidFill>
              </a:defRPr>
            </a:lvl3pPr>
            <a:lvl4pPr algn="l">
              <a:defRPr sz="825" b="0">
                <a:solidFill>
                  <a:srgbClr val="5B6475"/>
                </a:solidFill>
              </a:defRPr>
            </a:lvl4pPr>
            <a:lvl5pPr algn="l">
              <a:defRPr sz="825" b="0">
                <a:solidFill>
                  <a:srgbClr val="5B6475"/>
                </a:solidFill>
              </a:defRPr>
            </a:lvl5pPr>
            <a:lvl6pPr algn="l">
              <a:defRPr sz="825" b="0">
                <a:solidFill>
                  <a:srgbClr val="5B6475"/>
                </a:solidFill>
              </a:defRPr>
            </a:lvl6pPr>
            <a:lvl7pPr algn="l">
              <a:defRPr sz="825" b="0">
                <a:solidFill>
                  <a:srgbClr val="5B6475"/>
                </a:solidFill>
              </a:defRPr>
            </a:lvl7pPr>
            <a:lvl8pPr algn="l">
              <a:defRPr sz="825" b="0">
                <a:solidFill>
                  <a:srgbClr val="5B6475"/>
                </a:solidFill>
              </a:defRPr>
            </a:lvl8pPr>
            <a:lvl9pPr algn="l">
              <a:defRPr sz="825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B6475"/>
                </a:solidFill>
              </a:defRPr>
            </a:pPr>
            <a:r>
              <a:rPr sz="825" b="0">
                <a:solidFill>
                  <a:srgbClr val="5B6475"/>
                </a:solidFill>
              </a:rPr>
              <a:t>signature + event 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896564-5D36-42F7-B593-88081687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9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6D28D9"/>
                </a:solidFill>
              </a:defRPr>
            </a:defPPr>
            <a:lvl1pPr algn="ctr">
              <a:defRPr sz="1800" b="1">
                <a:solidFill>
                  <a:srgbClr val="6D28D9"/>
                </a:solidFill>
              </a:defRPr>
            </a:lvl1pPr>
            <a:lvl2pPr algn="ctr">
              <a:defRPr sz="1800" b="1">
                <a:solidFill>
                  <a:srgbClr val="6D28D9"/>
                </a:solidFill>
              </a:defRPr>
            </a:lvl2pPr>
            <a:lvl3pPr algn="ctr">
              <a:defRPr sz="1800" b="1">
                <a:solidFill>
                  <a:srgbClr val="6D28D9"/>
                </a:solidFill>
              </a:defRPr>
            </a:lvl3pPr>
            <a:lvl4pPr algn="ctr">
              <a:defRPr sz="1800" b="1">
                <a:solidFill>
                  <a:srgbClr val="6D28D9"/>
                </a:solidFill>
              </a:defRPr>
            </a:lvl4pPr>
            <a:lvl5pPr algn="ctr">
              <a:defRPr sz="1800" b="1">
                <a:solidFill>
                  <a:srgbClr val="6D28D9"/>
                </a:solidFill>
              </a:defRPr>
            </a:lvl5pPr>
            <a:lvl6pPr algn="ctr">
              <a:defRPr sz="1800" b="1">
                <a:solidFill>
                  <a:srgbClr val="6D28D9"/>
                </a:solidFill>
              </a:defRPr>
            </a:lvl6pPr>
            <a:lvl7pPr algn="ctr">
              <a:defRPr sz="1800" b="1">
                <a:solidFill>
                  <a:srgbClr val="6D28D9"/>
                </a:solidFill>
              </a:defRPr>
            </a:lvl7pPr>
            <a:lvl8pPr algn="ctr">
              <a:defRPr sz="1800" b="1">
                <a:solidFill>
                  <a:srgbClr val="6D28D9"/>
                </a:solidFill>
              </a:defRPr>
            </a:lvl8pPr>
            <a:lvl9pPr algn="ctr">
              <a:defRPr sz="1800" b="1">
                <a:solidFill>
                  <a:srgbClr val="6D28D9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6D28D9"/>
                </a:solidFill>
              </a:defRPr>
            </a:pPr>
            <a:r>
              <a:rPr sz="1800" b="1">
                <a:solidFill>
                  <a:srgbClr val="6D28D9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50C4A2-51AA-4F22-B35E-F78C616C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905000"/>
            <a:ext cx="19050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4496F7-93D0-4215-B6CB-B5DA22A2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57400"/>
            <a:ext cx="285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84128F-5DB9-403E-A032-0FB2B261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76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0F172A"/>
                </a:solidFill>
              </a:defRPr>
            </a:defPPr>
            <a:lvl1pPr algn="l">
              <a:defRPr sz="1200" b="1">
                <a:solidFill>
                  <a:srgbClr val="0F172A"/>
                </a:solidFill>
              </a:defRPr>
            </a:lvl1pPr>
            <a:lvl2pPr algn="l">
              <a:defRPr sz="1200" b="1">
                <a:solidFill>
                  <a:srgbClr val="0F172A"/>
                </a:solidFill>
              </a:defRPr>
            </a:lvl2pPr>
            <a:lvl3pPr algn="l">
              <a:defRPr sz="1200" b="1">
                <a:solidFill>
                  <a:srgbClr val="0F172A"/>
                </a:solidFill>
              </a:defRPr>
            </a:lvl3pPr>
            <a:lvl4pPr algn="l">
              <a:defRPr sz="1200" b="1">
                <a:solidFill>
                  <a:srgbClr val="0F172A"/>
                </a:solidFill>
              </a:defRPr>
            </a:lvl4pPr>
            <a:lvl5pPr algn="l">
              <a:defRPr sz="1200" b="1">
                <a:solidFill>
                  <a:srgbClr val="0F172A"/>
                </a:solidFill>
              </a:defRPr>
            </a:lvl5pPr>
            <a:lvl6pPr algn="l">
              <a:defRPr sz="1200" b="1">
                <a:solidFill>
                  <a:srgbClr val="0F172A"/>
                </a:solidFill>
              </a:defRPr>
            </a:lvl6pPr>
            <a:lvl7pPr algn="l">
              <a:defRPr sz="1200" b="1">
                <a:solidFill>
                  <a:srgbClr val="0F172A"/>
                </a:solidFill>
              </a:defRPr>
            </a:lvl7pPr>
            <a:lvl8pPr algn="l">
              <a:defRPr sz="1200" b="1">
                <a:solidFill>
                  <a:srgbClr val="0F172A"/>
                </a:solidFill>
              </a:defRPr>
            </a:lvl8pPr>
            <a:lvl9pPr algn="l">
              <a:defRPr sz="120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Entitle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25D4CD-895F-4E7B-9AC4-46FC6C9B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57500"/>
            <a:ext cx="1600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B6475"/>
                </a:solidFill>
              </a:defRPr>
            </a:defPPr>
            <a:lvl1pPr algn="l">
              <a:defRPr sz="825" b="0">
                <a:solidFill>
                  <a:srgbClr val="5B6475"/>
                </a:solidFill>
              </a:defRPr>
            </a:lvl1pPr>
            <a:lvl2pPr algn="l">
              <a:defRPr sz="825" b="0">
                <a:solidFill>
                  <a:srgbClr val="5B6475"/>
                </a:solidFill>
              </a:defRPr>
            </a:lvl2pPr>
            <a:lvl3pPr algn="l">
              <a:defRPr sz="825" b="0">
                <a:solidFill>
                  <a:srgbClr val="5B6475"/>
                </a:solidFill>
              </a:defRPr>
            </a:lvl3pPr>
            <a:lvl4pPr algn="l">
              <a:defRPr sz="825" b="0">
                <a:solidFill>
                  <a:srgbClr val="5B6475"/>
                </a:solidFill>
              </a:defRPr>
            </a:lvl4pPr>
            <a:lvl5pPr algn="l">
              <a:defRPr sz="825" b="0">
                <a:solidFill>
                  <a:srgbClr val="5B6475"/>
                </a:solidFill>
              </a:defRPr>
            </a:lvl5pPr>
            <a:lvl6pPr algn="l">
              <a:defRPr sz="825" b="0">
                <a:solidFill>
                  <a:srgbClr val="5B6475"/>
                </a:solidFill>
              </a:defRPr>
            </a:lvl6pPr>
            <a:lvl7pPr algn="l">
              <a:defRPr sz="825" b="0">
                <a:solidFill>
                  <a:srgbClr val="5B6475"/>
                </a:solidFill>
              </a:defRPr>
            </a:lvl7pPr>
            <a:lvl8pPr algn="l">
              <a:defRPr sz="825" b="0">
                <a:solidFill>
                  <a:srgbClr val="5B6475"/>
                </a:solidFill>
              </a:defRPr>
            </a:lvl8pPr>
            <a:lvl9pPr algn="l">
              <a:defRPr sz="825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B6475"/>
                </a:solidFill>
              </a:defRPr>
            </a:pPr>
            <a:r>
              <a:rPr sz="825" b="0">
                <a:solidFill>
                  <a:srgbClr val="5B6475"/>
                </a:solidFill>
              </a:rPr>
              <a:t>subscription → access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AF2CBD-4661-4160-B403-B1436FFA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9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6D28D9"/>
                </a:solidFill>
              </a:defRPr>
            </a:defPPr>
            <a:lvl1pPr algn="ctr">
              <a:defRPr sz="1800" b="1">
                <a:solidFill>
                  <a:srgbClr val="6D28D9"/>
                </a:solidFill>
              </a:defRPr>
            </a:lvl1pPr>
            <a:lvl2pPr algn="ctr">
              <a:defRPr sz="1800" b="1">
                <a:solidFill>
                  <a:srgbClr val="6D28D9"/>
                </a:solidFill>
              </a:defRPr>
            </a:lvl2pPr>
            <a:lvl3pPr algn="ctr">
              <a:defRPr sz="1800" b="1">
                <a:solidFill>
                  <a:srgbClr val="6D28D9"/>
                </a:solidFill>
              </a:defRPr>
            </a:lvl3pPr>
            <a:lvl4pPr algn="ctr">
              <a:defRPr sz="1800" b="1">
                <a:solidFill>
                  <a:srgbClr val="6D28D9"/>
                </a:solidFill>
              </a:defRPr>
            </a:lvl4pPr>
            <a:lvl5pPr algn="ctr">
              <a:defRPr sz="1800" b="1">
                <a:solidFill>
                  <a:srgbClr val="6D28D9"/>
                </a:solidFill>
              </a:defRPr>
            </a:lvl5pPr>
            <a:lvl6pPr algn="ctr">
              <a:defRPr sz="1800" b="1">
                <a:solidFill>
                  <a:srgbClr val="6D28D9"/>
                </a:solidFill>
              </a:defRPr>
            </a:lvl6pPr>
            <a:lvl7pPr algn="ctr">
              <a:defRPr sz="1800" b="1">
                <a:solidFill>
                  <a:srgbClr val="6D28D9"/>
                </a:solidFill>
              </a:defRPr>
            </a:lvl7pPr>
            <a:lvl8pPr algn="ctr">
              <a:defRPr sz="1800" b="1">
                <a:solidFill>
                  <a:srgbClr val="6D28D9"/>
                </a:solidFill>
              </a:defRPr>
            </a:lvl8pPr>
            <a:lvl9pPr algn="ctr">
              <a:defRPr sz="1800" b="1">
                <a:solidFill>
                  <a:srgbClr val="6D28D9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6D28D9"/>
                </a:solidFill>
              </a:defRPr>
            </a:pPr>
            <a:r>
              <a:rPr sz="1800" b="1">
                <a:solidFill>
                  <a:srgbClr val="6D28D9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E383E7-E45D-4336-97AB-EB4A9B3F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905000"/>
            <a:ext cx="19050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FDE107-E50B-4E73-AB81-EEC03134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57400"/>
            <a:ext cx="285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58125B-372C-4C5F-B014-8CB536A7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0F172A"/>
                </a:solidFill>
              </a:defRPr>
            </a:defPPr>
            <a:lvl1pPr algn="l">
              <a:defRPr sz="1200" b="1">
                <a:solidFill>
                  <a:srgbClr val="0F172A"/>
                </a:solidFill>
              </a:defRPr>
            </a:lvl1pPr>
            <a:lvl2pPr algn="l">
              <a:defRPr sz="1200" b="1">
                <a:solidFill>
                  <a:srgbClr val="0F172A"/>
                </a:solidFill>
              </a:defRPr>
            </a:lvl2pPr>
            <a:lvl3pPr algn="l">
              <a:defRPr sz="1200" b="1">
                <a:solidFill>
                  <a:srgbClr val="0F172A"/>
                </a:solidFill>
              </a:defRPr>
            </a:lvl3pPr>
            <a:lvl4pPr algn="l">
              <a:defRPr sz="1200" b="1">
                <a:solidFill>
                  <a:srgbClr val="0F172A"/>
                </a:solidFill>
              </a:defRPr>
            </a:lvl4pPr>
            <a:lvl5pPr algn="l">
              <a:defRPr sz="1200" b="1">
                <a:solidFill>
                  <a:srgbClr val="0F172A"/>
                </a:solidFill>
              </a:defRPr>
            </a:lvl5pPr>
            <a:lvl6pPr algn="l">
              <a:defRPr sz="1200" b="1">
                <a:solidFill>
                  <a:srgbClr val="0F172A"/>
                </a:solidFill>
              </a:defRPr>
            </a:lvl6pPr>
            <a:lvl7pPr algn="l">
              <a:defRPr sz="1200" b="1">
                <a:solidFill>
                  <a:srgbClr val="0F172A"/>
                </a:solidFill>
              </a:defRPr>
            </a:lvl7pPr>
            <a:lvl8pPr algn="l">
              <a:defRPr sz="1200" b="1">
                <a:solidFill>
                  <a:srgbClr val="0F172A"/>
                </a:solidFill>
              </a:defRPr>
            </a:lvl8pPr>
            <a:lvl9pPr algn="l">
              <a:defRPr sz="120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Portal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66457B-4766-482B-A4CF-706C55EB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57500"/>
            <a:ext cx="1600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B6475"/>
                </a:solidFill>
              </a:defRPr>
            </a:defPPr>
            <a:lvl1pPr algn="l">
              <a:defRPr sz="825" b="0">
                <a:solidFill>
                  <a:srgbClr val="5B6475"/>
                </a:solidFill>
              </a:defRPr>
            </a:lvl1pPr>
            <a:lvl2pPr algn="l">
              <a:defRPr sz="825" b="0">
                <a:solidFill>
                  <a:srgbClr val="5B6475"/>
                </a:solidFill>
              </a:defRPr>
            </a:lvl2pPr>
            <a:lvl3pPr algn="l">
              <a:defRPr sz="825" b="0">
                <a:solidFill>
                  <a:srgbClr val="5B6475"/>
                </a:solidFill>
              </a:defRPr>
            </a:lvl3pPr>
            <a:lvl4pPr algn="l">
              <a:defRPr sz="825" b="0">
                <a:solidFill>
                  <a:srgbClr val="5B6475"/>
                </a:solidFill>
              </a:defRPr>
            </a:lvl4pPr>
            <a:lvl5pPr algn="l">
              <a:defRPr sz="825" b="0">
                <a:solidFill>
                  <a:srgbClr val="5B6475"/>
                </a:solidFill>
              </a:defRPr>
            </a:lvl5pPr>
            <a:lvl6pPr algn="l">
              <a:defRPr sz="825" b="0">
                <a:solidFill>
                  <a:srgbClr val="5B6475"/>
                </a:solidFill>
              </a:defRPr>
            </a:lvl6pPr>
            <a:lvl7pPr algn="l">
              <a:defRPr sz="825" b="0">
                <a:solidFill>
                  <a:srgbClr val="5B6475"/>
                </a:solidFill>
              </a:defRPr>
            </a:lvl7pPr>
            <a:lvl8pPr algn="l">
              <a:defRPr sz="825" b="0">
                <a:solidFill>
                  <a:srgbClr val="5B6475"/>
                </a:solidFill>
              </a:defRPr>
            </a:lvl8pPr>
            <a:lvl9pPr algn="l">
              <a:defRPr sz="825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B6475"/>
                </a:solidFill>
              </a:defRPr>
            </a:pPr>
            <a:r>
              <a:rPr sz="825" b="0">
                <a:solidFill>
                  <a:srgbClr val="5B6475"/>
                </a:solidFill>
              </a:rPr>
              <a:t>payment, invoice, cancel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7747BB-3EBA-4AF4-8CF0-E98395AE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3429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929B0E-85AB-47B2-9741-840750A5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143375"/>
            <a:ext cx="5715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78"/>
          </a:solidFill>
          <a:ln xmlns:a="http://schemas.openxmlformats.org/drawingml/2006/main" w="0">
            <a:solidFill>
              <a:srgbClr val="0F9D7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1884A8-096C-4E97-A28D-E9DB9448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F172A"/>
                </a:solidFill>
              </a:defRPr>
            </a:defPPr>
            <a:lvl1pPr algn="l">
              <a:defRPr sz="1125" b="1">
                <a:solidFill>
                  <a:srgbClr val="0F172A"/>
                </a:solidFill>
              </a:defRPr>
            </a:lvl1pPr>
            <a:lvl2pPr algn="l">
              <a:defRPr sz="1125" b="1">
                <a:solidFill>
                  <a:srgbClr val="0F172A"/>
                </a:solidFill>
              </a:defRPr>
            </a:lvl2pPr>
            <a:lvl3pPr algn="l">
              <a:defRPr sz="1125" b="1">
                <a:solidFill>
                  <a:srgbClr val="0F172A"/>
                </a:solidFill>
              </a:defRPr>
            </a:lvl3pPr>
            <a:lvl4pPr algn="l">
              <a:defRPr sz="1125" b="1">
                <a:solidFill>
                  <a:srgbClr val="0F172A"/>
                </a:solidFill>
              </a:defRPr>
            </a:lvl4pPr>
            <a:lvl5pPr algn="l">
              <a:defRPr sz="1125" b="1">
                <a:solidFill>
                  <a:srgbClr val="0F172A"/>
                </a:solidFill>
              </a:defRPr>
            </a:lvl5pPr>
            <a:lvl6pPr algn="l">
              <a:defRPr sz="1125" b="1">
                <a:solidFill>
                  <a:srgbClr val="0F172A"/>
                </a:solidFill>
              </a:defRPr>
            </a:lvl6pPr>
            <a:lvl7pPr algn="l">
              <a:defRPr sz="1125" b="1">
                <a:solidFill>
                  <a:srgbClr val="0F172A"/>
                </a:solidFill>
              </a:defRPr>
            </a:lvl7pPr>
            <a:lvl8pPr algn="l">
              <a:defRPr sz="1125" b="1">
                <a:solidFill>
                  <a:srgbClr val="0F172A"/>
                </a:solidFill>
              </a:defRPr>
            </a:lvl8pPr>
            <a:lvl9pPr algn="l">
              <a:defRPr sz="1125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Configured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F1B35E-F3FC-4E8F-8DB2-852FB43E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29718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B6475"/>
                </a:solidFill>
              </a:defRPr>
            </a:defPPr>
            <a:lvl1pPr algn="l">
              <a:defRPr sz="900" b="0">
                <a:solidFill>
                  <a:srgbClr val="5B6475"/>
                </a:solidFill>
              </a:defRPr>
            </a:lvl1pPr>
            <a:lvl2pPr algn="l">
              <a:defRPr sz="900" b="0">
                <a:solidFill>
                  <a:srgbClr val="5B6475"/>
                </a:solidFill>
              </a:defRPr>
            </a:lvl2pPr>
            <a:lvl3pPr algn="l">
              <a:defRPr sz="900" b="0">
                <a:solidFill>
                  <a:srgbClr val="5B6475"/>
                </a:solidFill>
              </a:defRPr>
            </a:lvl3pPr>
            <a:lvl4pPr algn="l">
              <a:defRPr sz="900" b="0">
                <a:solidFill>
                  <a:srgbClr val="5B6475"/>
                </a:solidFill>
              </a:defRPr>
            </a:lvl4pPr>
            <a:lvl5pPr algn="l">
              <a:defRPr sz="900" b="0">
                <a:solidFill>
                  <a:srgbClr val="5B6475"/>
                </a:solidFill>
              </a:defRPr>
            </a:lvl5pPr>
            <a:lvl6pPr algn="l">
              <a:defRPr sz="900" b="0">
                <a:solidFill>
                  <a:srgbClr val="5B6475"/>
                </a:solidFill>
              </a:defRPr>
            </a:lvl6pPr>
            <a:lvl7pPr algn="l">
              <a:defRPr sz="900" b="0">
                <a:solidFill>
                  <a:srgbClr val="5B6475"/>
                </a:solidFill>
              </a:defRPr>
            </a:lvl7pPr>
            <a:lvl8pPr algn="l">
              <a:defRPr sz="900" b="0">
                <a:solidFill>
                  <a:srgbClr val="5B6475"/>
                </a:solidFill>
              </a:defRPr>
            </a:lvl8pPr>
            <a:lvl9pPr algn="l">
              <a:defRPr sz="90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Checkout Session, monthly/annual mapping, trial support, signed webhooks, billing activity, entitlement endpoint, retry and Customer Portal.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A73986-0461-45C9-B64C-FC2DD5A1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000500"/>
            <a:ext cx="3429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4EECED-D608-4F2E-B6E7-8B91DBA9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143375"/>
            <a:ext cx="5715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FFF162-3BA4-4253-92F7-CC6D0BE5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338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F172A"/>
                </a:solidFill>
              </a:defRPr>
            </a:defPPr>
            <a:lvl1pPr algn="l">
              <a:defRPr sz="1125" b="1">
                <a:solidFill>
                  <a:srgbClr val="0F172A"/>
                </a:solidFill>
              </a:defRPr>
            </a:lvl1pPr>
            <a:lvl2pPr algn="l">
              <a:defRPr sz="1125" b="1">
                <a:solidFill>
                  <a:srgbClr val="0F172A"/>
                </a:solidFill>
              </a:defRPr>
            </a:lvl2pPr>
            <a:lvl3pPr algn="l">
              <a:defRPr sz="1125" b="1">
                <a:solidFill>
                  <a:srgbClr val="0F172A"/>
                </a:solidFill>
              </a:defRPr>
            </a:lvl3pPr>
            <a:lvl4pPr algn="l">
              <a:defRPr sz="1125" b="1">
                <a:solidFill>
                  <a:srgbClr val="0F172A"/>
                </a:solidFill>
              </a:defRPr>
            </a:lvl4pPr>
            <a:lvl5pPr algn="l">
              <a:defRPr sz="1125" b="1">
                <a:solidFill>
                  <a:srgbClr val="0F172A"/>
                </a:solidFill>
              </a:defRPr>
            </a:lvl5pPr>
            <a:lvl6pPr algn="l">
              <a:defRPr sz="1125" b="1">
                <a:solidFill>
                  <a:srgbClr val="0F172A"/>
                </a:solidFill>
              </a:defRPr>
            </a:lvl6pPr>
            <a:lvl7pPr algn="l">
              <a:defRPr sz="1125" b="1">
                <a:solidFill>
                  <a:srgbClr val="0F172A"/>
                </a:solidFill>
              </a:defRPr>
            </a:lvl7pPr>
            <a:lvl8pPr algn="l">
              <a:defRPr sz="1125" b="1">
                <a:solidFill>
                  <a:srgbClr val="0F172A"/>
                </a:solidFill>
              </a:defRPr>
            </a:lvl8pPr>
            <a:lvl9pPr algn="l">
              <a:defRPr sz="1125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3-tier change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F05AC9-82F8-469E-8FA8-DFD9C7D2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38650"/>
            <a:ext cx="29718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B6475"/>
                </a:solidFill>
              </a:defRPr>
            </a:defPPr>
            <a:lvl1pPr algn="l">
              <a:defRPr sz="900" b="0">
                <a:solidFill>
                  <a:srgbClr val="5B6475"/>
                </a:solidFill>
              </a:defRPr>
            </a:lvl1pPr>
            <a:lvl2pPr algn="l">
              <a:defRPr sz="900" b="0">
                <a:solidFill>
                  <a:srgbClr val="5B6475"/>
                </a:solidFill>
              </a:defRPr>
            </a:lvl2pPr>
            <a:lvl3pPr algn="l">
              <a:defRPr sz="900" b="0">
                <a:solidFill>
                  <a:srgbClr val="5B6475"/>
                </a:solidFill>
              </a:defRPr>
            </a:lvl3pPr>
            <a:lvl4pPr algn="l">
              <a:defRPr sz="900" b="0">
                <a:solidFill>
                  <a:srgbClr val="5B6475"/>
                </a:solidFill>
              </a:defRPr>
            </a:lvl4pPr>
            <a:lvl5pPr algn="l">
              <a:defRPr sz="900" b="0">
                <a:solidFill>
                  <a:srgbClr val="5B6475"/>
                </a:solidFill>
              </a:defRPr>
            </a:lvl5pPr>
            <a:lvl6pPr algn="l">
              <a:defRPr sz="900" b="0">
                <a:solidFill>
                  <a:srgbClr val="5B6475"/>
                </a:solidFill>
              </a:defRPr>
            </a:lvl6pPr>
            <a:lvl7pPr algn="l">
              <a:defRPr sz="900" b="0">
                <a:solidFill>
                  <a:srgbClr val="5B6475"/>
                </a:solidFill>
              </a:defRPr>
            </a:lvl7pPr>
            <a:lvl8pPr algn="l">
              <a:defRPr sz="900" b="0">
                <a:solidFill>
                  <a:srgbClr val="5B6475"/>
                </a:solidFill>
              </a:defRPr>
            </a:lvl8pPr>
            <a:lvl9pPr algn="l">
              <a:defRPr sz="90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Add Guided and Studio monthly/annual price families, update entitlement matrix and define migration/downgrade behavior. Free is non-billable.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5FF9D7-7660-416B-BB16-F1D26408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00500"/>
            <a:ext cx="38862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388227-0D21-4F22-A0EF-1D371835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143375"/>
            <a:ext cx="5715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CD499D-0EE3-452A-B474-0F105613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3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F172A"/>
                </a:solidFill>
              </a:defRPr>
            </a:defPPr>
            <a:lvl1pPr algn="l">
              <a:defRPr sz="1125" b="1">
                <a:solidFill>
                  <a:srgbClr val="0F172A"/>
                </a:solidFill>
              </a:defRPr>
            </a:lvl1pPr>
            <a:lvl2pPr algn="l">
              <a:defRPr sz="1125" b="1">
                <a:solidFill>
                  <a:srgbClr val="0F172A"/>
                </a:solidFill>
              </a:defRPr>
            </a:lvl2pPr>
            <a:lvl3pPr algn="l">
              <a:defRPr sz="1125" b="1">
                <a:solidFill>
                  <a:srgbClr val="0F172A"/>
                </a:solidFill>
              </a:defRPr>
            </a:lvl3pPr>
            <a:lvl4pPr algn="l">
              <a:defRPr sz="1125" b="1">
                <a:solidFill>
                  <a:srgbClr val="0F172A"/>
                </a:solidFill>
              </a:defRPr>
            </a:lvl4pPr>
            <a:lvl5pPr algn="l">
              <a:defRPr sz="1125" b="1">
                <a:solidFill>
                  <a:srgbClr val="0F172A"/>
                </a:solidFill>
              </a:defRPr>
            </a:lvl5pPr>
            <a:lvl6pPr algn="l">
              <a:defRPr sz="1125" b="1">
                <a:solidFill>
                  <a:srgbClr val="0F172A"/>
                </a:solidFill>
              </a:defRPr>
            </a:lvl6pPr>
            <a:lvl7pPr algn="l">
              <a:defRPr sz="1125" b="1">
                <a:solidFill>
                  <a:srgbClr val="0F172A"/>
                </a:solidFill>
              </a:defRPr>
            </a:lvl7pPr>
            <a:lvl8pPr algn="l">
              <a:defRPr sz="1125" b="1">
                <a:solidFill>
                  <a:srgbClr val="0F172A"/>
                </a:solidFill>
              </a:defRPr>
            </a:lvl8pPr>
            <a:lvl9pPr algn="l">
              <a:defRPr sz="1125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Manual proof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7C8C1B-9A52-4FB8-8ADE-88967284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38650"/>
            <a:ext cx="34290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B6475"/>
                </a:solidFill>
              </a:defRPr>
            </a:defPPr>
            <a:lvl1pPr algn="l">
              <a:defRPr sz="900" b="0">
                <a:solidFill>
                  <a:srgbClr val="5B6475"/>
                </a:solidFill>
              </a:defRPr>
            </a:lvl1pPr>
            <a:lvl2pPr algn="l">
              <a:defRPr sz="900" b="0">
                <a:solidFill>
                  <a:srgbClr val="5B6475"/>
                </a:solidFill>
              </a:defRPr>
            </a:lvl2pPr>
            <a:lvl3pPr algn="l">
              <a:defRPr sz="900" b="0">
                <a:solidFill>
                  <a:srgbClr val="5B6475"/>
                </a:solidFill>
              </a:defRPr>
            </a:lvl3pPr>
            <a:lvl4pPr algn="l">
              <a:defRPr sz="900" b="0">
                <a:solidFill>
                  <a:srgbClr val="5B6475"/>
                </a:solidFill>
              </a:defRPr>
            </a:lvl4pPr>
            <a:lvl5pPr algn="l">
              <a:defRPr sz="900" b="0">
                <a:solidFill>
                  <a:srgbClr val="5B6475"/>
                </a:solidFill>
              </a:defRPr>
            </a:lvl5pPr>
            <a:lvl6pPr algn="l">
              <a:defRPr sz="900" b="0">
                <a:solidFill>
                  <a:srgbClr val="5B6475"/>
                </a:solidFill>
              </a:defRPr>
            </a:lvl6pPr>
            <a:lvl7pPr algn="l">
              <a:defRPr sz="900" b="0">
                <a:solidFill>
                  <a:srgbClr val="5B6475"/>
                </a:solidFill>
              </a:defRPr>
            </a:lvl7pPr>
            <a:lvl8pPr algn="l">
              <a:defRPr sz="900" b="0">
                <a:solidFill>
                  <a:srgbClr val="5B6475"/>
                </a:solidFill>
              </a:defRPr>
            </a:lvl8pPr>
            <a:lvl9pPr algn="l">
              <a:defRPr sz="90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Live IDs in Secret Manager; webhook replay; test trial, payment failure, cancel, refund/dispute and plan change; retain evidence.</a:t>
            </a:r>
          </a:p>
        </p:txBody>
      </p:sp>
    </p:spTree>
    <p:extLst>
      <p:ext uri="{BB962C8B-B14F-4D97-AF65-F5344CB8AC3E}">
        <p14:creationId xmlns:p14="http://schemas.microsoft.com/office/powerpoint/2010/main" val="8821968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87ED936-5340-4EA4-86D5-7877D6EF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6D28D9"/>
                </a:solidFill>
              </a:defRPr>
            </a:defPPr>
            <a:lvl1pPr algn="l">
              <a:defRPr sz="825" b="1">
                <a:solidFill>
                  <a:srgbClr val="6D28D9"/>
                </a:solidFill>
              </a:defRPr>
            </a:lvl1pPr>
            <a:lvl2pPr algn="l">
              <a:defRPr sz="825" b="1">
                <a:solidFill>
                  <a:srgbClr val="6D28D9"/>
                </a:solidFill>
              </a:defRPr>
            </a:lvl2pPr>
            <a:lvl3pPr algn="l">
              <a:defRPr sz="825" b="1">
                <a:solidFill>
                  <a:srgbClr val="6D28D9"/>
                </a:solidFill>
              </a:defRPr>
            </a:lvl3pPr>
            <a:lvl4pPr algn="l">
              <a:defRPr sz="825" b="1">
                <a:solidFill>
                  <a:srgbClr val="6D28D9"/>
                </a:solidFill>
              </a:defRPr>
            </a:lvl4pPr>
            <a:lvl5pPr algn="l">
              <a:defRPr sz="825" b="1">
                <a:solidFill>
                  <a:srgbClr val="6D28D9"/>
                </a:solidFill>
              </a:defRPr>
            </a:lvl5pPr>
            <a:lvl6pPr algn="l">
              <a:defRPr sz="825" b="1">
                <a:solidFill>
                  <a:srgbClr val="6D28D9"/>
                </a:solidFill>
              </a:defRPr>
            </a:lvl6pPr>
            <a:lvl7pPr algn="l">
              <a:defRPr sz="825" b="1">
                <a:solidFill>
                  <a:srgbClr val="6D28D9"/>
                </a:solidFill>
              </a:defRPr>
            </a:lvl7pPr>
            <a:lvl8pPr algn="l">
              <a:defRPr sz="825" b="1">
                <a:solidFill>
                  <a:srgbClr val="6D28D9"/>
                </a:solidFill>
              </a:defRPr>
            </a:lvl8pPr>
            <a:lvl9pPr algn="l">
              <a:defRPr sz="825" b="1">
                <a:solidFill>
                  <a:srgbClr val="6D28D9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6D28D9"/>
                </a:solidFill>
              </a:defRPr>
            </a:pPr>
            <a:r>
              <a:rPr sz="825" b="1">
                <a:solidFill>
                  <a:srgbClr val="6D28D9"/>
                </a:solidFill>
              </a:rPr>
              <a:t>GOOGLE BACKUP &amp; CLOUD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8FE35-3303-41A3-B204-DDF6A2C7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0F172A"/>
                </a:solidFill>
              </a:defRPr>
            </a:defPPr>
            <a:lvl1pPr algn="l">
              <a:defRPr sz="2250" b="1">
                <a:solidFill>
                  <a:srgbClr val="0F172A"/>
                </a:solidFill>
              </a:defRPr>
            </a:lvl1pPr>
            <a:lvl2pPr algn="l">
              <a:defRPr sz="2250" b="1">
                <a:solidFill>
                  <a:srgbClr val="0F172A"/>
                </a:solidFill>
              </a:defRPr>
            </a:lvl2pPr>
            <a:lvl3pPr algn="l">
              <a:defRPr sz="2250" b="1">
                <a:solidFill>
                  <a:srgbClr val="0F172A"/>
                </a:solidFill>
              </a:defRPr>
            </a:lvl3pPr>
            <a:lvl4pPr algn="l">
              <a:defRPr sz="2250" b="1">
                <a:solidFill>
                  <a:srgbClr val="0F172A"/>
                </a:solidFill>
              </a:defRPr>
            </a:lvl4pPr>
            <a:lvl5pPr algn="l">
              <a:defRPr sz="2250" b="1">
                <a:solidFill>
                  <a:srgbClr val="0F172A"/>
                </a:solidFill>
              </a:defRPr>
            </a:lvl5pPr>
            <a:lvl6pPr algn="l">
              <a:defRPr sz="2250" b="1">
                <a:solidFill>
                  <a:srgbClr val="0F172A"/>
                </a:solidFill>
              </a:defRPr>
            </a:lvl6pPr>
            <a:lvl7pPr algn="l">
              <a:defRPr sz="2250" b="1">
                <a:solidFill>
                  <a:srgbClr val="0F172A"/>
                </a:solidFill>
              </a:defRPr>
            </a:lvl7pPr>
            <a:lvl8pPr algn="l">
              <a:defRPr sz="2250" b="1">
                <a:solidFill>
                  <a:srgbClr val="0F172A"/>
                </a:solidFill>
              </a:defRPr>
            </a:lvl8pPr>
            <a:lvl9pPr algn="l">
              <a:defRPr sz="22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Recovery first; Drive visibility second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E206EE-F693-4B47-AF9D-C4F07DC9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B6475"/>
                </a:solidFill>
              </a:defRPr>
            </a:defPPr>
            <a:lvl1pPr algn="l">
              <a:defRPr sz="1050" b="0">
                <a:solidFill>
                  <a:srgbClr val="5B6475"/>
                </a:solidFill>
              </a:defRPr>
            </a:lvl1pPr>
            <a:lvl2pPr algn="l">
              <a:defRPr sz="1050" b="0">
                <a:solidFill>
                  <a:srgbClr val="5B6475"/>
                </a:solidFill>
              </a:defRPr>
            </a:lvl2pPr>
            <a:lvl3pPr algn="l">
              <a:defRPr sz="1050" b="0">
                <a:solidFill>
                  <a:srgbClr val="5B6475"/>
                </a:solidFill>
              </a:defRPr>
            </a:lvl3pPr>
            <a:lvl4pPr algn="l">
              <a:defRPr sz="1050" b="0">
                <a:solidFill>
                  <a:srgbClr val="5B6475"/>
                </a:solidFill>
              </a:defRPr>
            </a:lvl4pPr>
            <a:lvl5pPr algn="l">
              <a:defRPr sz="1050" b="0">
                <a:solidFill>
                  <a:srgbClr val="5B6475"/>
                </a:solidFill>
              </a:defRPr>
            </a:lvl5pPr>
            <a:lvl6pPr algn="l">
              <a:defRPr sz="1050" b="0">
                <a:solidFill>
                  <a:srgbClr val="5B6475"/>
                </a:solidFill>
              </a:defRPr>
            </a:lvl6pPr>
            <a:lvl7pPr algn="l">
              <a:defRPr sz="1050" b="0">
                <a:solidFill>
                  <a:srgbClr val="5B6475"/>
                </a:solidFill>
              </a:defRPr>
            </a:lvl7pPr>
            <a:lvl8pPr algn="l">
              <a:defRPr sz="1050" b="0">
                <a:solidFill>
                  <a:srgbClr val="5B6475"/>
                </a:solidFill>
              </a:defRPr>
            </a:lvl8pPr>
            <a:lvl9pPr algn="l">
              <a:defRPr sz="10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A complete backup is a recoverable data/object system plus a readable evidence archive—not a single Drive folder.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51DA5E-3E8C-44F1-9311-1D0CEC7B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F"/>
          </a:solidFill>
          <a:ln xmlns:a="http://schemas.openxmlformats.org/drawingml/2006/main" w="0">
            <a:solidFill>
              <a:srgbClr val="EEE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108930-F6EC-49F2-A151-CB0E198C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75" b="0">
                <a:solidFill>
                  <a:srgbClr val="7A8291"/>
                </a:solidFill>
              </a:defRPr>
            </a:defPPr>
            <a:lvl1pPr algn="l">
              <a:defRPr sz="675" b="0">
                <a:solidFill>
                  <a:srgbClr val="7A8291"/>
                </a:solidFill>
              </a:defRPr>
            </a:lvl1pPr>
            <a:lvl2pPr algn="l">
              <a:defRPr sz="675" b="0">
                <a:solidFill>
                  <a:srgbClr val="7A8291"/>
                </a:solidFill>
              </a:defRPr>
            </a:lvl2pPr>
            <a:lvl3pPr algn="l">
              <a:defRPr sz="675" b="0">
                <a:solidFill>
                  <a:srgbClr val="7A8291"/>
                </a:solidFill>
              </a:defRPr>
            </a:lvl3pPr>
            <a:lvl4pPr algn="l">
              <a:defRPr sz="675" b="0">
                <a:solidFill>
                  <a:srgbClr val="7A8291"/>
                </a:solidFill>
              </a:defRPr>
            </a:lvl4pPr>
            <a:lvl5pPr algn="l">
              <a:defRPr sz="675" b="0">
                <a:solidFill>
                  <a:srgbClr val="7A8291"/>
                </a:solidFill>
              </a:defRPr>
            </a:lvl5pPr>
            <a:lvl6pPr algn="l">
              <a:defRPr sz="675" b="0">
                <a:solidFill>
                  <a:srgbClr val="7A8291"/>
                </a:solidFill>
              </a:defRPr>
            </a:lvl6pPr>
            <a:lvl7pPr algn="l">
              <a:defRPr sz="675" b="0">
                <a:solidFill>
                  <a:srgbClr val="7A8291"/>
                </a:solidFill>
              </a:defRPr>
            </a:lvl7pPr>
            <a:lvl8pPr algn="l">
              <a:defRPr sz="675" b="0">
                <a:solidFill>
                  <a:srgbClr val="7A8291"/>
                </a:solidFill>
              </a:defRPr>
            </a:lvl8pPr>
            <a:lvl9pPr algn="l">
              <a:defRPr sz="675" b="0">
                <a:solidFill>
                  <a:srgbClr val="7A8291"/>
                </a:solidFill>
              </a:defRPr>
            </a:lvl9pPr>
          </a:lstStyle>
          <a:p xmlns:a="http://schemas.openxmlformats.org/drawingml/2006/main">
            <a:pPr algn="l">
              <a:defRPr sz="675" b="0">
                <a:solidFill>
                  <a:srgbClr val="7A8291"/>
                </a:solidFill>
              </a:defRPr>
            </a:pPr>
            <a:r>
              <a:rPr sz="675" b="0">
                <a:solidFill>
                  <a:srgbClr val="7A8291"/>
                </a:solidFill>
              </a:rPr>
              <a:t>MGT SKIN CARE · PRODUCT &amp; PRODUCTION BLUEPRINT · 25 OCT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88703-F4D5-4991-8A3E-09417918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1">
                <a:solidFill>
                  <a:srgbClr val="7A8291"/>
                </a:solidFill>
              </a:defRPr>
            </a:defPPr>
            <a:lvl1pPr algn="r">
              <a:defRPr sz="750" b="1">
                <a:solidFill>
                  <a:srgbClr val="7A8291"/>
                </a:solidFill>
              </a:defRPr>
            </a:lvl1pPr>
            <a:lvl2pPr algn="r">
              <a:defRPr sz="750" b="1">
                <a:solidFill>
                  <a:srgbClr val="7A8291"/>
                </a:solidFill>
              </a:defRPr>
            </a:lvl2pPr>
            <a:lvl3pPr algn="r">
              <a:defRPr sz="750" b="1">
                <a:solidFill>
                  <a:srgbClr val="7A8291"/>
                </a:solidFill>
              </a:defRPr>
            </a:lvl3pPr>
            <a:lvl4pPr algn="r">
              <a:defRPr sz="750" b="1">
                <a:solidFill>
                  <a:srgbClr val="7A8291"/>
                </a:solidFill>
              </a:defRPr>
            </a:lvl4pPr>
            <a:lvl5pPr algn="r">
              <a:defRPr sz="750" b="1">
                <a:solidFill>
                  <a:srgbClr val="7A8291"/>
                </a:solidFill>
              </a:defRPr>
            </a:lvl5pPr>
            <a:lvl6pPr algn="r">
              <a:defRPr sz="750" b="1">
                <a:solidFill>
                  <a:srgbClr val="7A8291"/>
                </a:solidFill>
              </a:defRPr>
            </a:lvl6pPr>
            <a:lvl7pPr algn="r">
              <a:defRPr sz="750" b="1">
                <a:solidFill>
                  <a:srgbClr val="7A8291"/>
                </a:solidFill>
              </a:defRPr>
            </a:lvl7pPr>
            <a:lvl8pPr algn="r">
              <a:defRPr sz="750" b="1">
                <a:solidFill>
                  <a:srgbClr val="7A8291"/>
                </a:solidFill>
              </a:defRPr>
            </a:lvl8pPr>
            <a:lvl9pPr algn="r">
              <a:defRPr sz="750" b="1">
                <a:solidFill>
                  <a:srgbClr val="7A8291"/>
                </a:solidFill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7A8291"/>
                </a:solidFill>
              </a:defRPr>
            </a:pPr>
            <a:r>
              <a:rPr sz="750" b="1">
                <a:solidFill>
                  <a:srgbClr val="7A8291"/>
                </a:solidFill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7F3A4D-B069-49AB-A473-17D1B2D9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3371850" cy="42481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C62439-EBCA-4F9C-A8F7-7F0B0B35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3371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298FB3-B1D6-4D41-9DCB-1472CFD3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</a:defRPr>
            </a:defPPr>
            <a:lvl1pPr algn="l">
              <a:defRPr sz="1125" b="1">
                <a:solidFill>
                  <a:srgbClr val="FFFFFF"/>
                </a:solidFill>
              </a:defRPr>
            </a:lvl1pPr>
            <a:lvl2pPr algn="l">
              <a:defRPr sz="1125" b="1">
                <a:solidFill>
                  <a:srgbClr val="FFFFFF"/>
                </a:solidFill>
              </a:defRPr>
            </a:lvl2pPr>
            <a:lvl3pPr algn="l">
              <a:defRPr sz="1125" b="1">
                <a:solidFill>
                  <a:srgbClr val="FFFFFF"/>
                </a:solidFill>
              </a:defRPr>
            </a:lvl3pPr>
            <a:lvl4pPr algn="l">
              <a:defRPr sz="1125" b="1">
                <a:solidFill>
                  <a:srgbClr val="FFFFFF"/>
                </a:solidFill>
              </a:defRPr>
            </a:lvl4pPr>
            <a:lvl5pPr algn="l">
              <a:defRPr sz="1125" b="1">
                <a:solidFill>
                  <a:srgbClr val="FFFFFF"/>
                </a:solidFill>
              </a:defRPr>
            </a:lvl5pPr>
            <a:lvl6pPr algn="l">
              <a:defRPr sz="1125" b="1">
                <a:solidFill>
                  <a:srgbClr val="FFFFFF"/>
                </a:solidFill>
              </a:defRPr>
            </a:lvl6pPr>
            <a:lvl7pPr algn="l">
              <a:defRPr sz="1125" b="1">
                <a:solidFill>
                  <a:srgbClr val="FFFFFF"/>
                </a:solidFill>
              </a:defRPr>
            </a:lvl7pPr>
            <a:lvl8pPr algn="l">
              <a:defRPr sz="1125" b="1">
                <a:solidFill>
                  <a:srgbClr val="FFFFFF"/>
                </a:solidFill>
              </a:defRPr>
            </a:lvl8pPr>
            <a:lvl9pPr algn="l"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Cloud runtime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E6E9F2-7487-4EBD-83C1-CAB642A3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162DB7-7A24-4329-AFF9-13B74391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14575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0F172A"/>
                </a:solidFill>
              </a:defRPr>
            </a:defPPr>
            <a:lvl1pPr algn="l">
              <a:defRPr sz="900" b="1">
                <a:solidFill>
                  <a:srgbClr val="0F172A"/>
                </a:solidFill>
              </a:defRPr>
            </a:lvl1pPr>
            <a:lvl2pPr algn="l">
              <a:defRPr sz="900" b="1">
                <a:solidFill>
                  <a:srgbClr val="0F172A"/>
                </a:solidFill>
              </a:defRPr>
            </a:lvl2pPr>
            <a:lvl3pPr algn="l">
              <a:defRPr sz="900" b="1">
                <a:solidFill>
                  <a:srgbClr val="0F172A"/>
                </a:solidFill>
              </a:defRPr>
            </a:lvl3pPr>
            <a:lvl4pPr algn="l">
              <a:defRPr sz="900" b="1">
                <a:solidFill>
                  <a:srgbClr val="0F172A"/>
                </a:solidFill>
              </a:defRPr>
            </a:lvl4pPr>
            <a:lvl5pPr algn="l">
              <a:defRPr sz="900" b="1">
                <a:solidFill>
                  <a:srgbClr val="0F172A"/>
                </a:solidFill>
              </a:defRPr>
            </a:lvl5pPr>
            <a:lvl6pPr algn="l">
              <a:defRPr sz="900" b="1">
                <a:solidFill>
                  <a:srgbClr val="0F172A"/>
                </a:solidFill>
              </a:defRPr>
            </a:lvl6pPr>
            <a:lvl7pPr algn="l">
              <a:defRPr sz="900" b="1">
                <a:solidFill>
                  <a:srgbClr val="0F172A"/>
                </a:solidFill>
              </a:defRPr>
            </a:lvl7pPr>
            <a:lvl8pPr algn="l">
              <a:defRPr sz="900" b="1">
                <a:solidFill>
                  <a:srgbClr val="0F172A"/>
                </a:solidFill>
              </a:defRPr>
            </a:lvl8pPr>
            <a:lvl9pPr algn="l">
              <a:defRPr sz="90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F172A"/>
                </a:solidFill>
              </a:defRPr>
            </a:pPr>
            <a:r>
              <a:rPr sz="900" b="1">
                <a:solidFill>
                  <a:srgbClr val="0F172A"/>
                </a:solidFill>
              </a:rPr>
              <a:t>Artifact Registry: immutable images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FEECE1-4B41-423D-AD23-14EA6D57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D515D4-68EB-4BA4-9F6C-328E6616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33700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0F172A"/>
                </a:solidFill>
              </a:defRPr>
            </a:defPPr>
            <a:lvl1pPr algn="l">
              <a:defRPr sz="900" b="0">
                <a:solidFill>
                  <a:srgbClr val="0F172A"/>
                </a:solidFill>
              </a:defRPr>
            </a:lvl1pPr>
            <a:lvl2pPr algn="l">
              <a:defRPr sz="900" b="0">
                <a:solidFill>
                  <a:srgbClr val="0F172A"/>
                </a:solidFill>
              </a:defRPr>
            </a:lvl2pPr>
            <a:lvl3pPr algn="l">
              <a:defRPr sz="900" b="0">
                <a:solidFill>
                  <a:srgbClr val="0F172A"/>
                </a:solidFill>
              </a:defRPr>
            </a:lvl3pPr>
            <a:lvl4pPr algn="l">
              <a:defRPr sz="900" b="0">
                <a:solidFill>
                  <a:srgbClr val="0F172A"/>
                </a:solidFill>
              </a:defRPr>
            </a:lvl4pPr>
            <a:lvl5pPr algn="l">
              <a:defRPr sz="900" b="0">
                <a:solidFill>
                  <a:srgbClr val="0F172A"/>
                </a:solidFill>
              </a:defRPr>
            </a:lvl5pPr>
            <a:lvl6pPr algn="l">
              <a:defRPr sz="900" b="0">
                <a:solidFill>
                  <a:srgbClr val="0F172A"/>
                </a:solidFill>
              </a:defRPr>
            </a:lvl6pPr>
            <a:lvl7pPr algn="l">
              <a:defRPr sz="900" b="0">
                <a:solidFill>
                  <a:srgbClr val="0F172A"/>
                </a:solidFill>
              </a:defRPr>
            </a:lvl7pPr>
            <a:lvl8pPr algn="l">
              <a:defRPr sz="900" b="0">
                <a:solidFill>
                  <a:srgbClr val="0F172A"/>
                </a:solidFill>
              </a:defRPr>
            </a:lvl8pPr>
            <a:lvl9pPr algn="l">
              <a:defRPr sz="900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0F172A"/>
                </a:solidFill>
              </a:defRPr>
            </a:pPr>
            <a:r>
              <a:rPr sz="900" b="0">
                <a:solidFill>
                  <a:srgbClr val="0F172A"/>
                </a:solidFill>
              </a:rPr>
              <a:t>Cloud Run: web +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E1D292-0759-4DF2-BDD4-EDBC7F91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2AA7D6-D870-4EBF-9A51-73058867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52825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0F172A"/>
                </a:solidFill>
              </a:defRPr>
            </a:defPPr>
            <a:lvl1pPr algn="l">
              <a:defRPr sz="900" b="0">
                <a:solidFill>
                  <a:srgbClr val="0F172A"/>
                </a:solidFill>
              </a:defRPr>
            </a:lvl1pPr>
            <a:lvl2pPr algn="l">
              <a:defRPr sz="900" b="0">
                <a:solidFill>
                  <a:srgbClr val="0F172A"/>
                </a:solidFill>
              </a:defRPr>
            </a:lvl2pPr>
            <a:lvl3pPr algn="l">
              <a:defRPr sz="900" b="0">
                <a:solidFill>
                  <a:srgbClr val="0F172A"/>
                </a:solidFill>
              </a:defRPr>
            </a:lvl3pPr>
            <a:lvl4pPr algn="l">
              <a:defRPr sz="900" b="0">
                <a:solidFill>
                  <a:srgbClr val="0F172A"/>
                </a:solidFill>
              </a:defRPr>
            </a:lvl4pPr>
            <a:lvl5pPr algn="l">
              <a:defRPr sz="900" b="0">
                <a:solidFill>
                  <a:srgbClr val="0F172A"/>
                </a:solidFill>
              </a:defRPr>
            </a:lvl5pPr>
            <a:lvl6pPr algn="l">
              <a:defRPr sz="900" b="0">
                <a:solidFill>
                  <a:srgbClr val="0F172A"/>
                </a:solidFill>
              </a:defRPr>
            </a:lvl6pPr>
            <a:lvl7pPr algn="l">
              <a:defRPr sz="900" b="0">
                <a:solidFill>
                  <a:srgbClr val="0F172A"/>
                </a:solidFill>
              </a:defRPr>
            </a:lvl7pPr>
            <a:lvl8pPr algn="l">
              <a:defRPr sz="900" b="0">
                <a:solidFill>
                  <a:srgbClr val="0F172A"/>
                </a:solidFill>
              </a:defRPr>
            </a:lvl8pPr>
            <a:lvl9pPr algn="l">
              <a:defRPr sz="900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0F172A"/>
                </a:solidFill>
              </a:defRPr>
            </a:pPr>
            <a:r>
              <a:rPr sz="900" b="0">
                <a:solidFill>
                  <a:srgbClr val="0F172A"/>
                </a:solidFill>
              </a:rPr>
              <a:t>Job/worker: scheduled tasks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FF1430-09C9-44AE-A069-89274C2A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FAEB60-16F4-463A-ACEA-DC6B547C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0F172A"/>
                </a:solidFill>
              </a:defRPr>
            </a:defPPr>
            <a:lvl1pPr algn="l">
              <a:defRPr sz="900" b="0">
                <a:solidFill>
                  <a:srgbClr val="0F172A"/>
                </a:solidFill>
              </a:defRPr>
            </a:lvl1pPr>
            <a:lvl2pPr algn="l">
              <a:defRPr sz="900" b="0">
                <a:solidFill>
                  <a:srgbClr val="0F172A"/>
                </a:solidFill>
              </a:defRPr>
            </a:lvl2pPr>
            <a:lvl3pPr algn="l">
              <a:defRPr sz="900" b="0">
                <a:solidFill>
                  <a:srgbClr val="0F172A"/>
                </a:solidFill>
              </a:defRPr>
            </a:lvl3pPr>
            <a:lvl4pPr algn="l">
              <a:defRPr sz="900" b="0">
                <a:solidFill>
                  <a:srgbClr val="0F172A"/>
                </a:solidFill>
              </a:defRPr>
            </a:lvl4pPr>
            <a:lvl5pPr algn="l">
              <a:defRPr sz="900" b="0">
                <a:solidFill>
                  <a:srgbClr val="0F172A"/>
                </a:solidFill>
              </a:defRPr>
            </a:lvl5pPr>
            <a:lvl6pPr algn="l">
              <a:defRPr sz="900" b="0">
                <a:solidFill>
                  <a:srgbClr val="0F172A"/>
                </a:solidFill>
              </a:defRPr>
            </a:lvl6pPr>
            <a:lvl7pPr algn="l">
              <a:defRPr sz="900" b="0">
                <a:solidFill>
                  <a:srgbClr val="0F172A"/>
                </a:solidFill>
              </a:defRPr>
            </a:lvl7pPr>
            <a:lvl8pPr algn="l">
              <a:defRPr sz="900" b="0">
                <a:solidFill>
                  <a:srgbClr val="0F172A"/>
                </a:solidFill>
              </a:defRPr>
            </a:lvl8pPr>
            <a:lvl9pPr algn="l">
              <a:defRPr sz="900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0F172A"/>
                </a:solidFill>
              </a:defRPr>
            </a:pPr>
            <a:r>
              <a:rPr sz="900" b="0">
                <a:solidFill>
                  <a:srgbClr val="0F172A"/>
                </a:solidFill>
              </a:rPr>
              <a:t>Secret Manager + service IDs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F6C2DD-9DBF-4847-91CE-90A5E008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CFC193-BB6C-48A5-BA96-FAEE155F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91075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0F172A"/>
                </a:solidFill>
              </a:defRPr>
            </a:defPPr>
            <a:lvl1pPr algn="l">
              <a:defRPr sz="900" b="0">
                <a:solidFill>
                  <a:srgbClr val="0F172A"/>
                </a:solidFill>
              </a:defRPr>
            </a:lvl1pPr>
            <a:lvl2pPr algn="l">
              <a:defRPr sz="900" b="0">
                <a:solidFill>
                  <a:srgbClr val="0F172A"/>
                </a:solidFill>
              </a:defRPr>
            </a:lvl2pPr>
            <a:lvl3pPr algn="l">
              <a:defRPr sz="900" b="0">
                <a:solidFill>
                  <a:srgbClr val="0F172A"/>
                </a:solidFill>
              </a:defRPr>
            </a:lvl3pPr>
            <a:lvl4pPr algn="l">
              <a:defRPr sz="900" b="0">
                <a:solidFill>
                  <a:srgbClr val="0F172A"/>
                </a:solidFill>
              </a:defRPr>
            </a:lvl4pPr>
            <a:lvl5pPr algn="l">
              <a:defRPr sz="900" b="0">
                <a:solidFill>
                  <a:srgbClr val="0F172A"/>
                </a:solidFill>
              </a:defRPr>
            </a:lvl5pPr>
            <a:lvl6pPr algn="l">
              <a:defRPr sz="900" b="0">
                <a:solidFill>
                  <a:srgbClr val="0F172A"/>
                </a:solidFill>
              </a:defRPr>
            </a:lvl6pPr>
            <a:lvl7pPr algn="l">
              <a:defRPr sz="900" b="0">
                <a:solidFill>
                  <a:srgbClr val="0F172A"/>
                </a:solidFill>
              </a:defRPr>
            </a:lvl7pPr>
            <a:lvl8pPr algn="l">
              <a:defRPr sz="900" b="0">
                <a:solidFill>
                  <a:srgbClr val="0F172A"/>
                </a:solidFill>
              </a:defRPr>
            </a:lvl8pPr>
            <a:lvl9pPr algn="l">
              <a:defRPr sz="900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0F172A"/>
                </a:solidFill>
              </a:defRPr>
            </a:pPr>
            <a:r>
              <a:rPr sz="900" b="0">
                <a:solidFill>
                  <a:srgbClr val="0F172A"/>
                </a:solidFill>
              </a:rPr>
              <a:t>Logging, Monitoring and alerts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EFF78D-F8F6-4ABC-BEAD-6E33A054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76400"/>
            <a:ext cx="3371850" cy="42481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37C0CE-776B-4E61-AE71-F19513D4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76400"/>
            <a:ext cx="3371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78"/>
          </a:solidFill>
          <a:ln xmlns:a="http://schemas.openxmlformats.org/drawingml/2006/main" w="0">
            <a:solidFill>
              <a:srgbClr val="0F9D7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2CBC81-D348-4DE3-9F50-B55B1969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7165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</a:defRPr>
            </a:defPPr>
            <a:lvl1pPr algn="l">
              <a:defRPr sz="1125" b="1">
                <a:solidFill>
                  <a:srgbClr val="FFFFFF"/>
                </a:solidFill>
              </a:defRPr>
            </a:lvl1pPr>
            <a:lvl2pPr algn="l">
              <a:defRPr sz="1125" b="1">
                <a:solidFill>
                  <a:srgbClr val="FFFFFF"/>
                </a:solidFill>
              </a:defRPr>
            </a:lvl2pPr>
            <a:lvl3pPr algn="l">
              <a:defRPr sz="1125" b="1">
                <a:solidFill>
                  <a:srgbClr val="FFFFFF"/>
                </a:solidFill>
              </a:defRPr>
            </a:lvl3pPr>
            <a:lvl4pPr algn="l">
              <a:defRPr sz="1125" b="1">
                <a:solidFill>
                  <a:srgbClr val="FFFFFF"/>
                </a:solidFill>
              </a:defRPr>
            </a:lvl4pPr>
            <a:lvl5pPr algn="l">
              <a:defRPr sz="1125" b="1">
                <a:solidFill>
                  <a:srgbClr val="FFFFFF"/>
                </a:solidFill>
              </a:defRPr>
            </a:lvl5pPr>
            <a:lvl6pPr algn="l">
              <a:defRPr sz="1125" b="1">
                <a:solidFill>
                  <a:srgbClr val="FFFFFF"/>
                </a:solidFill>
              </a:defRPr>
            </a:lvl6pPr>
            <a:lvl7pPr algn="l">
              <a:defRPr sz="1125" b="1">
                <a:solidFill>
                  <a:srgbClr val="FFFFFF"/>
                </a:solidFill>
              </a:defRPr>
            </a:lvl7pPr>
            <a:lvl8pPr algn="l">
              <a:defRPr sz="1125" b="1">
                <a:solidFill>
                  <a:srgbClr val="FFFFFF"/>
                </a:solidFill>
              </a:defRPr>
            </a:lvl8pPr>
            <a:lvl9pPr algn="l"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Recovery plane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44E497-024F-4594-839F-FA8B794B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3362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78"/>
          </a:solidFill>
          <a:ln xmlns:a="http://schemas.openxmlformats.org/drawingml/2006/main" w="9525">
            <a:solidFill>
              <a:srgbClr val="0F9D7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745E85-7FF7-4520-BD46-C318A758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14575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0F172A"/>
                </a:solidFill>
              </a:defRPr>
            </a:defPPr>
            <a:lvl1pPr algn="l">
              <a:defRPr sz="900" b="1">
                <a:solidFill>
                  <a:srgbClr val="0F172A"/>
                </a:solidFill>
              </a:defRPr>
            </a:lvl1pPr>
            <a:lvl2pPr algn="l">
              <a:defRPr sz="900" b="1">
                <a:solidFill>
                  <a:srgbClr val="0F172A"/>
                </a:solidFill>
              </a:defRPr>
            </a:lvl2pPr>
            <a:lvl3pPr algn="l">
              <a:defRPr sz="900" b="1">
                <a:solidFill>
                  <a:srgbClr val="0F172A"/>
                </a:solidFill>
              </a:defRPr>
            </a:lvl3pPr>
            <a:lvl4pPr algn="l">
              <a:defRPr sz="900" b="1">
                <a:solidFill>
                  <a:srgbClr val="0F172A"/>
                </a:solidFill>
              </a:defRPr>
            </a:lvl4pPr>
            <a:lvl5pPr algn="l">
              <a:defRPr sz="900" b="1">
                <a:solidFill>
                  <a:srgbClr val="0F172A"/>
                </a:solidFill>
              </a:defRPr>
            </a:lvl5pPr>
            <a:lvl6pPr algn="l">
              <a:defRPr sz="900" b="1">
                <a:solidFill>
                  <a:srgbClr val="0F172A"/>
                </a:solidFill>
              </a:defRPr>
            </a:lvl6pPr>
            <a:lvl7pPr algn="l">
              <a:defRPr sz="900" b="1">
                <a:solidFill>
                  <a:srgbClr val="0F172A"/>
                </a:solidFill>
              </a:defRPr>
            </a:lvl7pPr>
            <a:lvl8pPr algn="l">
              <a:defRPr sz="900" b="1">
                <a:solidFill>
                  <a:srgbClr val="0F172A"/>
                </a:solidFill>
              </a:defRPr>
            </a:lvl8pPr>
            <a:lvl9pPr algn="l">
              <a:defRPr sz="90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F172A"/>
                </a:solidFill>
              </a:defRPr>
            </a:pPr>
            <a:r>
              <a:rPr sz="900" b="1">
                <a:solidFill>
                  <a:srgbClr val="0F172A"/>
                </a:solidFill>
              </a:rPr>
              <a:t>Choose Supabase or Cloud SQL primary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DCC716-EBF4-4C7E-AD86-B84C7615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527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78"/>
          </a:solidFill>
          <a:ln xmlns:a="http://schemas.openxmlformats.org/drawingml/2006/main" w="9525">
            <a:solidFill>
              <a:srgbClr val="0F9D7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AD33B0-45A5-4634-A713-6B44312E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33700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0F172A"/>
                </a:solidFill>
              </a:defRPr>
            </a:defPPr>
            <a:lvl1pPr algn="l">
              <a:defRPr sz="900" b="0">
                <a:solidFill>
                  <a:srgbClr val="0F172A"/>
                </a:solidFill>
              </a:defRPr>
            </a:lvl1pPr>
            <a:lvl2pPr algn="l">
              <a:defRPr sz="900" b="0">
                <a:solidFill>
                  <a:srgbClr val="0F172A"/>
                </a:solidFill>
              </a:defRPr>
            </a:lvl2pPr>
            <a:lvl3pPr algn="l">
              <a:defRPr sz="900" b="0">
                <a:solidFill>
                  <a:srgbClr val="0F172A"/>
                </a:solidFill>
              </a:defRPr>
            </a:lvl3pPr>
            <a:lvl4pPr algn="l">
              <a:defRPr sz="900" b="0">
                <a:solidFill>
                  <a:srgbClr val="0F172A"/>
                </a:solidFill>
              </a:defRPr>
            </a:lvl4pPr>
            <a:lvl5pPr algn="l">
              <a:defRPr sz="900" b="0">
                <a:solidFill>
                  <a:srgbClr val="0F172A"/>
                </a:solidFill>
              </a:defRPr>
            </a:lvl5pPr>
            <a:lvl6pPr algn="l">
              <a:defRPr sz="900" b="0">
                <a:solidFill>
                  <a:srgbClr val="0F172A"/>
                </a:solidFill>
              </a:defRPr>
            </a:lvl6pPr>
            <a:lvl7pPr algn="l">
              <a:defRPr sz="900" b="0">
                <a:solidFill>
                  <a:srgbClr val="0F172A"/>
                </a:solidFill>
              </a:defRPr>
            </a:lvl7pPr>
            <a:lvl8pPr algn="l">
              <a:defRPr sz="900" b="0">
                <a:solidFill>
                  <a:srgbClr val="0F172A"/>
                </a:solidFill>
              </a:defRPr>
            </a:lvl8pPr>
            <a:lvl9pPr algn="l">
              <a:defRPr sz="900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0F172A"/>
                </a:solidFill>
              </a:defRPr>
            </a:pPr>
            <a:r>
              <a:rPr sz="900" b="0">
                <a:solidFill>
                  <a:srgbClr val="0F172A"/>
                </a:solidFill>
              </a:rPr>
              <a:t>PITR + automated snapshots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25A731-4C80-458B-AFE4-245F38AE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7187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78"/>
          </a:solidFill>
          <a:ln xmlns:a="http://schemas.openxmlformats.org/drawingml/2006/main" w="9525">
            <a:solidFill>
              <a:srgbClr val="0F9D7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F42ECE-6A3E-4193-BC40-D1313790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52825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0F172A"/>
                </a:solidFill>
              </a:defRPr>
            </a:defPPr>
            <a:lvl1pPr algn="l">
              <a:defRPr sz="900" b="0">
                <a:solidFill>
                  <a:srgbClr val="0F172A"/>
                </a:solidFill>
              </a:defRPr>
            </a:lvl1pPr>
            <a:lvl2pPr algn="l">
              <a:defRPr sz="900" b="0">
                <a:solidFill>
                  <a:srgbClr val="0F172A"/>
                </a:solidFill>
              </a:defRPr>
            </a:lvl2pPr>
            <a:lvl3pPr algn="l">
              <a:defRPr sz="900" b="0">
                <a:solidFill>
                  <a:srgbClr val="0F172A"/>
                </a:solidFill>
              </a:defRPr>
            </a:lvl3pPr>
            <a:lvl4pPr algn="l">
              <a:defRPr sz="900" b="0">
                <a:solidFill>
                  <a:srgbClr val="0F172A"/>
                </a:solidFill>
              </a:defRPr>
            </a:lvl4pPr>
            <a:lvl5pPr algn="l">
              <a:defRPr sz="900" b="0">
                <a:solidFill>
                  <a:srgbClr val="0F172A"/>
                </a:solidFill>
              </a:defRPr>
            </a:lvl5pPr>
            <a:lvl6pPr algn="l">
              <a:defRPr sz="900" b="0">
                <a:solidFill>
                  <a:srgbClr val="0F172A"/>
                </a:solidFill>
              </a:defRPr>
            </a:lvl6pPr>
            <a:lvl7pPr algn="l">
              <a:defRPr sz="900" b="0">
                <a:solidFill>
                  <a:srgbClr val="0F172A"/>
                </a:solidFill>
              </a:defRPr>
            </a:lvl7pPr>
            <a:lvl8pPr algn="l">
              <a:defRPr sz="900" b="0">
                <a:solidFill>
                  <a:srgbClr val="0F172A"/>
                </a:solidFill>
              </a:defRPr>
            </a:lvl8pPr>
            <a:lvl9pPr algn="l">
              <a:defRPr sz="900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0F172A"/>
                </a:solidFill>
              </a:defRPr>
            </a:pPr>
            <a:r>
              <a:rPr sz="900" b="0">
                <a:solidFill>
                  <a:srgbClr val="0F172A"/>
                </a:solidFill>
              </a:rPr>
              <a:t>Versioned GCS object/export bucket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F5CF2D-EF6A-4D9A-869C-CD56863B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910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78"/>
          </a:solidFill>
          <a:ln xmlns:a="http://schemas.openxmlformats.org/drawingml/2006/main" w="9525">
            <a:solidFill>
              <a:srgbClr val="0F9D7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CD08F8-5680-408A-B129-F1B41599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71950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0F172A"/>
                </a:solidFill>
              </a:defRPr>
            </a:defPPr>
            <a:lvl1pPr algn="l">
              <a:defRPr sz="900" b="0">
                <a:solidFill>
                  <a:srgbClr val="0F172A"/>
                </a:solidFill>
              </a:defRPr>
            </a:lvl1pPr>
            <a:lvl2pPr algn="l">
              <a:defRPr sz="900" b="0">
                <a:solidFill>
                  <a:srgbClr val="0F172A"/>
                </a:solidFill>
              </a:defRPr>
            </a:lvl2pPr>
            <a:lvl3pPr algn="l">
              <a:defRPr sz="900" b="0">
                <a:solidFill>
                  <a:srgbClr val="0F172A"/>
                </a:solidFill>
              </a:defRPr>
            </a:lvl3pPr>
            <a:lvl4pPr algn="l">
              <a:defRPr sz="900" b="0">
                <a:solidFill>
                  <a:srgbClr val="0F172A"/>
                </a:solidFill>
              </a:defRPr>
            </a:lvl4pPr>
            <a:lvl5pPr algn="l">
              <a:defRPr sz="900" b="0">
                <a:solidFill>
                  <a:srgbClr val="0F172A"/>
                </a:solidFill>
              </a:defRPr>
            </a:lvl5pPr>
            <a:lvl6pPr algn="l">
              <a:defRPr sz="900" b="0">
                <a:solidFill>
                  <a:srgbClr val="0F172A"/>
                </a:solidFill>
              </a:defRPr>
            </a:lvl6pPr>
            <a:lvl7pPr algn="l">
              <a:defRPr sz="900" b="0">
                <a:solidFill>
                  <a:srgbClr val="0F172A"/>
                </a:solidFill>
              </a:defRPr>
            </a:lvl7pPr>
            <a:lvl8pPr algn="l">
              <a:defRPr sz="900" b="0">
                <a:solidFill>
                  <a:srgbClr val="0F172A"/>
                </a:solidFill>
              </a:defRPr>
            </a:lvl8pPr>
            <a:lvl9pPr algn="l">
              <a:defRPr sz="900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0F172A"/>
                </a:solidFill>
              </a:defRPr>
            </a:pPr>
            <a:r>
              <a:rPr sz="900" b="0">
                <a:solidFill>
                  <a:srgbClr val="0F172A"/>
                </a:solidFill>
              </a:rPr>
              <a:t>KMS + retention/immutability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BF4091-6087-4D4F-9B3B-DE5887F0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1012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78"/>
          </a:solidFill>
          <a:ln xmlns:a="http://schemas.openxmlformats.org/drawingml/2006/main" w="9525">
            <a:solidFill>
              <a:srgbClr val="0F9D7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F8E949-AEC9-42D9-8AB4-3188A1FD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791075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0F172A"/>
                </a:solidFill>
              </a:defRPr>
            </a:defPPr>
            <a:lvl1pPr algn="l">
              <a:defRPr sz="900" b="0">
                <a:solidFill>
                  <a:srgbClr val="0F172A"/>
                </a:solidFill>
              </a:defRPr>
            </a:lvl1pPr>
            <a:lvl2pPr algn="l">
              <a:defRPr sz="900" b="0">
                <a:solidFill>
                  <a:srgbClr val="0F172A"/>
                </a:solidFill>
              </a:defRPr>
            </a:lvl2pPr>
            <a:lvl3pPr algn="l">
              <a:defRPr sz="900" b="0">
                <a:solidFill>
                  <a:srgbClr val="0F172A"/>
                </a:solidFill>
              </a:defRPr>
            </a:lvl3pPr>
            <a:lvl4pPr algn="l">
              <a:defRPr sz="900" b="0">
                <a:solidFill>
                  <a:srgbClr val="0F172A"/>
                </a:solidFill>
              </a:defRPr>
            </a:lvl4pPr>
            <a:lvl5pPr algn="l">
              <a:defRPr sz="900" b="0">
                <a:solidFill>
                  <a:srgbClr val="0F172A"/>
                </a:solidFill>
              </a:defRPr>
            </a:lvl5pPr>
            <a:lvl6pPr algn="l">
              <a:defRPr sz="900" b="0">
                <a:solidFill>
                  <a:srgbClr val="0F172A"/>
                </a:solidFill>
              </a:defRPr>
            </a:lvl6pPr>
            <a:lvl7pPr algn="l">
              <a:defRPr sz="900" b="0">
                <a:solidFill>
                  <a:srgbClr val="0F172A"/>
                </a:solidFill>
              </a:defRPr>
            </a:lvl7pPr>
            <a:lvl8pPr algn="l">
              <a:defRPr sz="900" b="0">
                <a:solidFill>
                  <a:srgbClr val="0F172A"/>
                </a:solidFill>
              </a:defRPr>
            </a:lvl8pPr>
            <a:lvl9pPr algn="l">
              <a:defRPr sz="900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0F172A"/>
                </a:solidFill>
              </a:defRPr>
            </a:pPr>
            <a:r>
              <a:rPr sz="900" b="0">
                <a:solidFill>
                  <a:srgbClr val="0F172A"/>
                </a:solidFill>
              </a:rPr>
              <a:t>Quarterly isolated restore drill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DB0FE2-C891-4139-9B90-A846D46E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76400"/>
            <a:ext cx="4114800" cy="42481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81059B-81BC-439F-BC5C-F6A4A3A5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76400"/>
            <a:ext cx="4114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AE5DF6-DF0E-4145-9CB5-78309688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7716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</a:defRPr>
            </a:defPPr>
            <a:lvl1pPr algn="l">
              <a:defRPr sz="1125" b="1">
                <a:solidFill>
                  <a:srgbClr val="FFFFFF"/>
                </a:solidFill>
              </a:defRPr>
            </a:lvl1pPr>
            <a:lvl2pPr algn="l">
              <a:defRPr sz="1125" b="1">
                <a:solidFill>
                  <a:srgbClr val="FFFFFF"/>
                </a:solidFill>
              </a:defRPr>
            </a:lvl2pPr>
            <a:lvl3pPr algn="l">
              <a:defRPr sz="1125" b="1">
                <a:solidFill>
                  <a:srgbClr val="FFFFFF"/>
                </a:solidFill>
              </a:defRPr>
            </a:lvl3pPr>
            <a:lvl4pPr algn="l">
              <a:defRPr sz="1125" b="1">
                <a:solidFill>
                  <a:srgbClr val="FFFFFF"/>
                </a:solidFill>
              </a:defRPr>
            </a:lvl4pPr>
            <a:lvl5pPr algn="l">
              <a:defRPr sz="1125" b="1">
                <a:solidFill>
                  <a:srgbClr val="FFFFFF"/>
                </a:solidFill>
              </a:defRPr>
            </a:lvl5pPr>
            <a:lvl6pPr algn="l">
              <a:defRPr sz="1125" b="1">
                <a:solidFill>
                  <a:srgbClr val="FFFFFF"/>
                </a:solidFill>
              </a:defRPr>
            </a:lvl6pPr>
            <a:lvl7pPr algn="l">
              <a:defRPr sz="1125" b="1">
                <a:solidFill>
                  <a:srgbClr val="FFFFFF"/>
                </a:solidFill>
              </a:defRPr>
            </a:lvl7pPr>
            <a:lvl8pPr algn="l">
              <a:defRPr sz="1125" b="1">
                <a:solidFill>
                  <a:srgbClr val="FFFFFF"/>
                </a:solidFill>
              </a:defRPr>
            </a:lvl8pPr>
            <a:lvl9pPr algn="l"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Drive evidence archive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ED40B4-0118-4928-9100-778DD4C1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3362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C70A99-AE97-42BC-9AE9-81D26E28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14575"/>
            <a:ext cx="3448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0F172A"/>
                </a:solidFill>
              </a:defRPr>
            </a:defPPr>
            <a:lvl1pPr algn="l">
              <a:defRPr sz="900" b="1">
                <a:solidFill>
                  <a:srgbClr val="0F172A"/>
                </a:solidFill>
              </a:defRPr>
            </a:lvl1pPr>
            <a:lvl2pPr algn="l">
              <a:defRPr sz="900" b="1">
                <a:solidFill>
                  <a:srgbClr val="0F172A"/>
                </a:solidFill>
              </a:defRPr>
            </a:lvl2pPr>
            <a:lvl3pPr algn="l">
              <a:defRPr sz="900" b="1">
                <a:solidFill>
                  <a:srgbClr val="0F172A"/>
                </a:solidFill>
              </a:defRPr>
            </a:lvl3pPr>
            <a:lvl4pPr algn="l">
              <a:defRPr sz="900" b="1">
                <a:solidFill>
                  <a:srgbClr val="0F172A"/>
                </a:solidFill>
              </a:defRPr>
            </a:lvl4pPr>
            <a:lvl5pPr algn="l">
              <a:defRPr sz="900" b="1">
                <a:solidFill>
                  <a:srgbClr val="0F172A"/>
                </a:solidFill>
              </a:defRPr>
            </a:lvl5pPr>
            <a:lvl6pPr algn="l">
              <a:defRPr sz="900" b="1">
                <a:solidFill>
                  <a:srgbClr val="0F172A"/>
                </a:solidFill>
              </a:defRPr>
            </a:lvl6pPr>
            <a:lvl7pPr algn="l">
              <a:defRPr sz="900" b="1">
                <a:solidFill>
                  <a:srgbClr val="0F172A"/>
                </a:solidFill>
              </a:defRPr>
            </a:lvl7pPr>
            <a:lvl8pPr algn="l">
              <a:defRPr sz="900" b="1">
                <a:solidFill>
                  <a:srgbClr val="0F172A"/>
                </a:solidFill>
              </a:defRPr>
            </a:lvl8pPr>
            <a:lvl9pPr algn="l">
              <a:defRPr sz="90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F172A"/>
                </a:solidFill>
              </a:defRPr>
            </a:pPr>
            <a:r>
              <a:rPr sz="900" b="1">
                <a:solidFill>
                  <a:srgbClr val="0F172A"/>
                </a:solidFill>
              </a:rPr>
              <a:t>Launch packets and approvals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3DB83C-257A-414E-8E6F-1DC0F3D0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527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85E71A-8C2B-4DCF-B879-5221671B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33700"/>
            <a:ext cx="3448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0F172A"/>
                </a:solidFill>
              </a:defRPr>
            </a:defPPr>
            <a:lvl1pPr algn="l">
              <a:defRPr sz="900" b="0">
                <a:solidFill>
                  <a:srgbClr val="0F172A"/>
                </a:solidFill>
              </a:defRPr>
            </a:lvl1pPr>
            <a:lvl2pPr algn="l">
              <a:defRPr sz="900" b="0">
                <a:solidFill>
                  <a:srgbClr val="0F172A"/>
                </a:solidFill>
              </a:defRPr>
            </a:lvl2pPr>
            <a:lvl3pPr algn="l">
              <a:defRPr sz="900" b="0">
                <a:solidFill>
                  <a:srgbClr val="0F172A"/>
                </a:solidFill>
              </a:defRPr>
            </a:lvl3pPr>
            <a:lvl4pPr algn="l">
              <a:defRPr sz="900" b="0">
                <a:solidFill>
                  <a:srgbClr val="0F172A"/>
                </a:solidFill>
              </a:defRPr>
            </a:lvl4pPr>
            <a:lvl5pPr algn="l">
              <a:defRPr sz="900" b="0">
                <a:solidFill>
                  <a:srgbClr val="0F172A"/>
                </a:solidFill>
              </a:defRPr>
            </a:lvl5pPr>
            <a:lvl6pPr algn="l">
              <a:defRPr sz="900" b="0">
                <a:solidFill>
                  <a:srgbClr val="0F172A"/>
                </a:solidFill>
              </a:defRPr>
            </a:lvl6pPr>
            <a:lvl7pPr algn="l">
              <a:defRPr sz="900" b="0">
                <a:solidFill>
                  <a:srgbClr val="0F172A"/>
                </a:solidFill>
              </a:defRPr>
            </a:lvl7pPr>
            <a:lvl8pPr algn="l">
              <a:defRPr sz="900" b="0">
                <a:solidFill>
                  <a:srgbClr val="0F172A"/>
                </a:solidFill>
              </a:defRPr>
            </a:lvl8pPr>
            <a:lvl9pPr algn="l">
              <a:defRPr sz="900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0F172A"/>
                </a:solidFill>
              </a:defRPr>
            </a:pPr>
            <a:r>
              <a:rPr sz="900" b="0">
                <a:solidFill>
                  <a:srgbClr val="0F172A"/>
                </a:solidFill>
              </a:rPr>
              <a:t>Redacted inventory + checksums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29CC6F7-F01E-4175-BE8B-7F1AD80A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7187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A54BAA-6436-43DF-A9A8-7FE044B4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52825"/>
            <a:ext cx="3448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0F172A"/>
                </a:solidFill>
              </a:defRPr>
            </a:defPPr>
            <a:lvl1pPr algn="l">
              <a:defRPr sz="900" b="0">
                <a:solidFill>
                  <a:srgbClr val="0F172A"/>
                </a:solidFill>
              </a:defRPr>
            </a:lvl1pPr>
            <a:lvl2pPr algn="l">
              <a:defRPr sz="900" b="0">
                <a:solidFill>
                  <a:srgbClr val="0F172A"/>
                </a:solidFill>
              </a:defRPr>
            </a:lvl2pPr>
            <a:lvl3pPr algn="l">
              <a:defRPr sz="900" b="0">
                <a:solidFill>
                  <a:srgbClr val="0F172A"/>
                </a:solidFill>
              </a:defRPr>
            </a:lvl3pPr>
            <a:lvl4pPr algn="l">
              <a:defRPr sz="900" b="0">
                <a:solidFill>
                  <a:srgbClr val="0F172A"/>
                </a:solidFill>
              </a:defRPr>
            </a:lvl4pPr>
            <a:lvl5pPr algn="l">
              <a:defRPr sz="900" b="0">
                <a:solidFill>
                  <a:srgbClr val="0F172A"/>
                </a:solidFill>
              </a:defRPr>
            </a:lvl5pPr>
            <a:lvl6pPr algn="l">
              <a:defRPr sz="900" b="0">
                <a:solidFill>
                  <a:srgbClr val="0F172A"/>
                </a:solidFill>
              </a:defRPr>
            </a:lvl6pPr>
            <a:lvl7pPr algn="l">
              <a:defRPr sz="900" b="0">
                <a:solidFill>
                  <a:srgbClr val="0F172A"/>
                </a:solidFill>
              </a:defRPr>
            </a:lvl7pPr>
            <a:lvl8pPr algn="l">
              <a:defRPr sz="900" b="0">
                <a:solidFill>
                  <a:srgbClr val="0F172A"/>
                </a:solidFill>
              </a:defRPr>
            </a:lvl8pPr>
            <a:lvl9pPr algn="l">
              <a:defRPr sz="900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0F172A"/>
                </a:solidFill>
              </a:defRPr>
            </a:pPr>
            <a:r>
              <a:rPr sz="900" b="0">
                <a:solidFill>
                  <a:srgbClr val="0F172A"/>
                </a:solidFill>
              </a:rPr>
              <a:t>Restore reports; no raw prod DB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2453F34-934B-4A51-A599-E0EFED56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910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E6B71A-6722-41C3-B70A-136C38A1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71950"/>
            <a:ext cx="3448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0F172A"/>
                </a:solidFill>
              </a:defRPr>
            </a:defPPr>
            <a:lvl1pPr algn="l">
              <a:defRPr sz="900" b="0">
                <a:solidFill>
                  <a:srgbClr val="0F172A"/>
                </a:solidFill>
              </a:defRPr>
            </a:lvl1pPr>
            <a:lvl2pPr algn="l">
              <a:defRPr sz="900" b="0">
                <a:solidFill>
                  <a:srgbClr val="0F172A"/>
                </a:solidFill>
              </a:defRPr>
            </a:lvl2pPr>
            <a:lvl3pPr algn="l">
              <a:defRPr sz="900" b="0">
                <a:solidFill>
                  <a:srgbClr val="0F172A"/>
                </a:solidFill>
              </a:defRPr>
            </a:lvl3pPr>
            <a:lvl4pPr algn="l">
              <a:defRPr sz="900" b="0">
                <a:solidFill>
                  <a:srgbClr val="0F172A"/>
                </a:solidFill>
              </a:defRPr>
            </a:lvl4pPr>
            <a:lvl5pPr algn="l">
              <a:defRPr sz="900" b="0">
                <a:solidFill>
                  <a:srgbClr val="0F172A"/>
                </a:solidFill>
              </a:defRPr>
            </a:lvl5pPr>
            <a:lvl6pPr algn="l">
              <a:defRPr sz="900" b="0">
                <a:solidFill>
                  <a:srgbClr val="0F172A"/>
                </a:solidFill>
              </a:defRPr>
            </a:lvl6pPr>
            <a:lvl7pPr algn="l">
              <a:defRPr sz="900" b="0">
                <a:solidFill>
                  <a:srgbClr val="0F172A"/>
                </a:solidFill>
              </a:defRPr>
            </a:lvl7pPr>
            <a:lvl8pPr algn="l">
              <a:defRPr sz="900" b="0">
                <a:solidFill>
                  <a:srgbClr val="0F172A"/>
                </a:solidFill>
              </a:defRPr>
            </a:lvl8pPr>
            <a:lvl9pPr algn="l">
              <a:defRPr sz="900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0F172A"/>
                </a:solidFill>
              </a:defRPr>
            </a:pPr>
            <a:r>
              <a:rPr sz="900" b="0">
                <a:solidFill>
                  <a:srgbClr val="0F172A"/>
                </a:solidFill>
              </a:rPr>
              <a:t>PDF/PPTX and runbooks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128BE76-4502-45E4-8625-A6FAAB4D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81012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E3E329-8886-4DC4-9207-44F59168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91075"/>
            <a:ext cx="3448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0F172A"/>
                </a:solidFill>
              </a:defRPr>
            </a:defPPr>
            <a:lvl1pPr algn="l">
              <a:defRPr sz="900" b="0">
                <a:solidFill>
                  <a:srgbClr val="0F172A"/>
                </a:solidFill>
              </a:defRPr>
            </a:lvl1pPr>
            <a:lvl2pPr algn="l">
              <a:defRPr sz="900" b="0">
                <a:solidFill>
                  <a:srgbClr val="0F172A"/>
                </a:solidFill>
              </a:defRPr>
            </a:lvl2pPr>
            <a:lvl3pPr algn="l">
              <a:defRPr sz="900" b="0">
                <a:solidFill>
                  <a:srgbClr val="0F172A"/>
                </a:solidFill>
              </a:defRPr>
            </a:lvl3pPr>
            <a:lvl4pPr algn="l">
              <a:defRPr sz="900" b="0">
                <a:solidFill>
                  <a:srgbClr val="0F172A"/>
                </a:solidFill>
              </a:defRPr>
            </a:lvl4pPr>
            <a:lvl5pPr algn="l">
              <a:defRPr sz="900" b="0">
                <a:solidFill>
                  <a:srgbClr val="0F172A"/>
                </a:solidFill>
              </a:defRPr>
            </a:lvl5pPr>
            <a:lvl6pPr algn="l">
              <a:defRPr sz="900" b="0">
                <a:solidFill>
                  <a:srgbClr val="0F172A"/>
                </a:solidFill>
              </a:defRPr>
            </a:lvl6pPr>
            <a:lvl7pPr algn="l">
              <a:defRPr sz="900" b="0">
                <a:solidFill>
                  <a:srgbClr val="0F172A"/>
                </a:solidFill>
              </a:defRPr>
            </a:lvl7pPr>
            <a:lvl8pPr algn="l">
              <a:defRPr sz="900" b="0">
                <a:solidFill>
                  <a:srgbClr val="0F172A"/>
                </a:solidFill>
              </a:defRPr>
            </a:lvl8pPr>
            <a:lvl9pPr algn="l">
              <a:defRPr sz="900" b="0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0F172A"/>
                </a:solidFill>
              </a:defRPr>
            </a:pPr>
            <a:r>
              <a:rPr sz="900" b="0">
                <a:solidFill>
                  <a:srgbClr val="0F172A"/>
                </a:solidFill>
              </a:rPr>
              <a:t>Gregg-owned access review</a:t>
            </a:r>
          </a:p>
        </p:txBody>
      </p:sp>
    </p:spTree>
    <p:extLst>
      <p:ext uri="{BB962C8B-B14F-4D97-AF65-F5344CB8AC3E}">
        <p14:creationId xmlns:p14="http://schemas.microsoft.com/office/powerpoint/2010/main" val="58388220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35BEFA2-FBB4-4517-84B2-9C917328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6D28D9"/>
                </a:solidFill>
              </a:defRPr>
            </a:defPPr>
            <a:lvl1pPr algn="l">
              <a:defRPr sz="825" b="1">
                <a:solidFill>
                  <a:srgbClr val="6D28D9"/>
                </a:solidFill>
              </a:defRPr>
            </a:lvl1pPr>
            <a:lvl2pPr algn="l">
              <a:defRPr sz="825" b="1">
                <a:solidFill>
                  <a:srgbClr val="6D28D9"/>
                </a:solidFill>
              </a:defRPr>
            </a:lvl2pPr>
            <a:lvl3pPr algn="l">
              <a:defRPr sz="825" b="1">
                <a:solidFill>
                  <a:srgbClr val="6D28D9"/>
                </a:solidFill>
              </a:defRPr>
            </a:lvl3pPr>
            <a:lvl4pPr algn="l">
              <a:defRPr sz="825" b="1">
                <a:solidFill>
                  <a:srgbClr val="6D28D9"/>
                </a:solidFill>
              </a:defRPr>
            </a:lvl4pPr>
            <a:lvl5pPr algn="l">
              <a:defRPr sz="825" b="1">
                <a:solidFill>
                  <a:srgbClr val="6D28D9"/>
                </a:solidFill>
              </a:defRPr>
            </a:lvl5pPr>
            <a:lvl6pPr algn="l">
              <a:defRPr sz="825" b="1">
                <a:solidFill>
                  <a:srgbClr val="6D28D9"/>
                </a:solidFill>
              </a:defRPr>
            </a:lvl6pPr>
            <a:lvl7pPr algn="l">
              <a:defRPr sz="825" b="1">
                <a:solidFill>
                  <a:srgbClr val="6D28D9"/>
                </a:solidFill>
              </a:defRPr>
            </a:lvl7pPr>
            <a:lvl8pPr algn="l">
              <a:defRPr sz="825" b="1">
                <a:solidFill>
                  <a:srgbClr val="6D28D9"/>
                </a:solidFill>
              </a:defRPr>
            </a:lvl8pPr>
            <a:lvl9pPr algn="l">
              <a:defRPr sz="825" b="1">
                <a:solidFill>
                  <a:srgbClr val="6D28D9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6D28D9"/>
                </a:solidFill>
              </a:defRPr>
            </a:pPr>
            <a:r>
              <a:rPr sz="825" b="1">
                <a:solidFill>
                  <a:srgbClr val="6D28D9"/>
                </a:solidFill>
              </a:rPr>
              <a:t>MARKET ANCHORS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1AA61-7085-4E98-A6FA-479ED42E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0F172A"/>
                </a:solidFill>
              </a:defRPr>
            </a:defPPr>
            <a:lvl1pPr algn="l">
              <a:defRPr sz="2250" b="1">
                <a:solidFill>
                  <a:srgbClr val="0F172A"/>
                </a:solidFill>
              </a:defRPr>
            </a:lvl1pPr>
            <a:lvl2pPr algn="l">
              <a:defRPr sz="2250" b="1">
                <a:solidFill>
                  <a:srgbClr val="0F172A"/>
                </a:solidFill>
              </a:defRPr>
            </a:lvl2pPr>
            <a:lvl3pPr algn="l">
              <a:defRPr sz="2250" b="1">
                <a:solidFill>
                  <a:srgbClr val="0F172A"/>
                </a:solidFill>
              </a:defRPr>
            </a:lvl3pPr>
            <a:lvl4pPr algn="l">
              <a:defRPr sz="2250" b="1">
                <a:solidFill>
                  <a:srgbClr val="0F172A"/>
                </a:solidFill>
              </a:defRPr>
            </a:lvl4pPr>
            <a:lvl5pPr algn="l">
              <a:defRPr sz="2250" b="1">
                <a:solidFill>
                  <a:srgbClr val="0F172A"/>
                </a:solidFill>
              </a:defRPr>
            </a:lvl5pPr>
            <a:lvl6pPr algn="l">
              <a:defRPr sz="2250" b="1">
                <a:solidFill>
                  <a:srgbClr val="0F172A"/>
                </a:solidFill>
              </a:defRPr>
            </a:lvl6pPr>
            <a:lvl7pPr algn="l">
              <a:defRPr sz="2250" b="1">
                <a:solidFill>
                  <a:srgbClr val="0F172A"/>
                </a:solidFill>
              </a:defRPr>
            </a:lvl7pPr>
            <a:lvl8pPr algn="l">
              <a:defRPr sz="2250" b="1">
                <a:solidFill>
                  <a:srgbClr val="0F172A"/>
                </a:solidFill>
              </a:defRPr>
            </a:lvl8pPr>
            <a:lvl9pPr algn="l">
              <a:defRPr sz="22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Price MGT as digital guidance—not prescription care or shipped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954DB-A5CB-446E-84A6-D37C302D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B6475"/>
                </a:solidFill>
              </a:defRPr>
            </a:defPPr>
            <a:lvl1pPr algn="l">
              <a:defRPr sz="1050" b="0">
                <a:solidFill>
                  <a:srgbClr val="5B6475"/>
                </a:solidFill>
              </a:defRPr>
            </a:lvl1pPr>
            <a:lvl2pPr algn="l">
              <a:defRPr sz="1050" b="0">
                <a:solidFill>
                  <a:srgbClr val="5B6475"/>
                </a:solidFill>
              </a:defRPr>
            </a:lvl2pPr>
            <a:lvl3pPr algn="l">
              <a:defRPr sz="1050" b="0">
                <a:solidFill>
                  <a:srgbClr val="5B6475"/>
                </a:solidFill>
              </a:defRPr>
            </a:lvl3pPr>
            <a:lvl4pPr algn="l">
              <a:defRPr sz="1050" b="0">
                <a:solidFill>
                  <a:srgbClr val="5B6475"/>
                </a:solidFill>
              </a:defRPr>
            </a:lvl4pPr>
            <a:lvl5pPr algn="l">
              <a:defRPr sz="1050" b="0">
                <a:solidFill>
                  <a:srgbClr val="5B6475"/>
                </a:solidFill>
              </a:defRPr>
            </a:lvl5pPr>
            <a:lvl6pPr algn="l">
              <a:defRPr sz="1050" b="0">
                <a:solidFill>
                  <a:srgbClr val="5B6475"/>
                </a:solidFill>
              </a:defRPr>
            </a:lvl6pPr>
            <a:lvl7pPr algn="l">
              <a:defRPr sz="1050" b="0">
                <a:solidFill>
                  <a:srgbClr val="5B6475"/>
                </a:solidFill>
              </a:defRPr>
            </a:lvl7pPr>
            <a:lvl8pPr algn="l">
              <a:defRPr sz="1050" b="0">
                <a:solidFill>
                  <a:srgbClr val="5B6475"/>
                </a:solidFill>
              </a:defRPr>
            </a:lvl8pPr>
            <a:lvl9pPr algn="l">
              <a:defRPr sz="10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Adjacent public offers are directional anchors, not direct like-for-like software comparables.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9B2D6-4C28-427D-A8E9-3CF3C723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F"/>
          </a:solidFill>
          <a:ln xmlns:a="http://schemas.openxmlformats.org/drawingml/2006/main" w="0">
            <a:solidFill>
              <a:srgbClr val="EEE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6A19F-BEEF-4F48-B167-ACAEC8C7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75" b="0">
                <a:solidFill>
                  <a:srgbClr val="7A8291"/>
                </a:solidFill>
              </a:defRPr>
            </a:defPPr>
            <a:lvl1pPr algn="l">
              <a:defRPr sz="675" b="0">
                <a:solidFill>
                  <a:srgbClr val="7A8291"/>
                </a:solidFill>
              </a:defRPr>
            </a:lvl1pPr>
            <a:lvl2pPr algn="l">
              <a:defRPr sz="675" b="0">
                <a:solidFill>
                  <a:srgbClr val="7A8291"/>
                </a:solidFill>
              </a:defRPr>
            </a:lvl2pPr>
            <a:lvl3pPr algn="l">
              <a:defRPr sz="675" b="0">
                <a:solidFill>
                  <a:srgbClr val="7A8291"/>
                </a:solidFill>
              </a:defRPr>
            </a:lvl3pPr>
            <a:lvl4pPr algn="l">
              <a:defRPr sz="675" b="0">
                <a:solidFill>
                  <a:srgbClr val="7A8291"/>
                </a:solidFill>
              </a:defRPr>
            </a:lvl4pPr>
            <a:lvl5pPr algn="l">
              <a:defRPr sz="675" b="0">
                <a:solidFill>
                  <a:srgbClr val="7A8291"/>
                </a:solidFill>
              </a:defRPr>
            </a:lvl5pPr>
            <a:lvl6pPr algn="l">
              <a:defRPr sz="675" b="0">
                <a:solidFill>
                  <a:srgbClr val="7A8291"/>
                </a:solidFill>
              </a:defRPr>
            </a:lvl6pPr>
            <a:lvl7pPr algn="l">
              <a:defRPr sz="675" b="0">
                <a:solidFill>
                  <a:srgbClr val="7A8291"/>
                </a:solidFill>
              </a:defRPr>
            </a:lvl7pPr>
            <a:lvl8pPr algn="l">
              <a:defRPr sz="675" b="0">
                <a:solidFill>
                  <a:srgbClr val="7A8291"/>
                </a:solidFill>
              </a:defRPr>
            </a:lvl8pPr>
            <a:lvl9pPr algn="l">
              <a:defRPr sz="675" b="0">
                <a:solidFill>
                  <a:srgbClr val="7A8291"/>
                </a:solidFill>
              </a:defRPr>
            </a:lvl9pPr>
          </a:lstStyle>
          <a:p xmlns:a="http://schemas.openxmlformats.org/drawingml/2006/main">
            <a:pPr algn="l">
              <a:defRPr sz="675" b="0">
                <a:solidFill>
                  <a:srgbClr val="7A8291"/>
                </a:solidFill>
              </a:defRPr>
            </a:pPr>
            <a:r>
              <a:rPr sz="675" b="0">
                <a:solidFill>
                  <a:srgbClr val="7A8291"/>
                </a:solidFill>
              </a:rPr>
              <a:t>MGT SKIN CARE · PRODUCT &amp; PRODUCTION BLUEPRINT · 25 OCT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C5AB6-06ED-40B6-976E-25D1E3E5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1">
                <a:solidFill>
                  <a:srgbClr val="7A8291"/>
                </a:solidFill>
              </a:defRPr>
            </a:defPPr>
            <a:lvl1pPr algn="r">
              <a:defRPr sz="750" b="1">
                <a:solidFill>
                  <a:srgbClr val="7A8291"/>
                </a:solidFill>
              </a:defRPr>
            </a:lvl1pPr>
            <a:lvl2pPr algn="r">
              <a:defRPr sz="750" b="1">
                <a:solidFill>
                  <a:srgbClr val="7A8291"/>
                </a:solidFill>
              </a:defRPr>
            </a:lvl2pPr>
            <a:lvl3pPr algn="r">
              <a:defRPr sz="750" b="1">
                <a:solidFill>
                  <a:srgbClr val="7A8291"/>
                </a:solidFill>
              </a:defRPr>
            </a:lvl3pPr>
            <a:lvl4pPr algn="r">
              <a:defRPr sz="750" b="1">
                <a:solidFill>
                  <a:srgbClr val="7A8291"/>
                </a:solidFill>
              </a:defRPr>
            </a:lvl4pPr>
            <a:lvl5pPr algn="r">
              <a:defRPr sz="750" b="1">
                <a:solidFill>
                  <a:srgbClr val="7A8291"/>
                </a:solidFill>
              </a:defRPr>
            </a:lvl5pPr>
            <a:lvl6pPr algn="r">
              <a:defRPr sz="750" b="1">
                <a:solidFill>
                  <a:srgbClr val="7A8291"/>
                </a:solidFill>
              </a:defRPr>
            </a:lvl6pPr>
            <a:lvl7pPr algn="r">
              <a:defRPr sz="750" b="1">
                <a:solidFill>
                  <a:srgbClr val="7A8291"/>
                </a:solidFill>
              </a:defRPr>
            </a:lvl7pPr>
            <a:lvl8pPr algn="r">
              <a:defRPr sz="750" b="1">
                <a:solidFill>
                  <a:srgbClr val="7A8291"/>
                </a:solidFill>
              </a:defRPr>
            </a:lvl8pPr>
            <a:lvl9pPr algn="r">
              <a:defRPr sz="750" b="1">
                <a:solidFill>
                  <a:srgbClr val="7A8291"/>
                </a:solidFill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7A8291"/>
                </a:solidFill>
              </a:defRPr>
            </a:pPr>
            <a:r>
              <a:rPr sz="750" b="1">
                <a:solidFill>
                  <a:srgbClr val="7A8291"/>
                </a:solidFill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FFD3E3-655B-4FA1-9AA4-2E1CA080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43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769DF4-F588-4DFE-9C08-F785CB69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81175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FFFFFF"/>
                </a:solidFill>
              </a:defRPr>
            </a:defPPr>
            <a:lvl1pPr algn="l">
              <a:defRPr sz="825" b="1">
                <a:solidFill>
                  <a:srgbClr val="FFFFFF"/>
                </a:solidFill>
              </a:defRPr>
            </a:lvl1pPr>
            <a:lvl2pPr algn="l">
              <a:defRPr sz="825" b="1">
                <a:solidFill>
                  <a:srgbClr val="FFFFFF"/>
                </a:solidFill>
              </a:defRPr>
            </a:lvl2pPr>
            <a:lvl3pPr algn="l">
              <a:defRPr sz="825" b="1">
                <a:solidFill>
                  <a:srgbClr val="FFFFFF"/>
                </a:solidFill>
              </a:defRPr>
            </a:lvl3pPr>
            <a:lvl4pPr algn="l">
              <a:defRPr sz="825" b="1">
                <a:solidFill>
                  <a:srgbClr val="FFFFFF"/>
                </a:solidFill>
              </a:defRPr>
            </a:lvl4pPr>
            <a:lvl5pPr algn="l">
              <a:defRPr sz="825" b="1">
                <a:solidFill>
                  <a:srgbClr val="FFFFFF"/>
                </a:solidFill>
              </a:defRPr>
            </a:lvl5pPr>
            <a:lvl6pPr algn="l">
              <a:defRPr sz="825" b="1">
                <a:solidFill>
                  <a:srgbClr val="FFFFFF"/>
                </a:solidFill>
              </a:defRPr>
            </a:lvl6pPr>
            <a:lvl7pPr algn="l">
              <a:defRPr sz="825" b="1">
                <a:solidFill>
                  <a:srgbClr val="FFFFFF"/>
                </a:solidFill>
              </a:defRPr>
            </a:lvl7pPr>
            <a:lvl8pPr algn="l">
              <a:defRPr sz="825" b="1">
                <a:solidFill>
                  <a:srgbClr val="FFFFFF"/>
                </a:solidFill>
              </a:defRPr>
            </a:lvl8pPr>
            <a:lvl9pPr algn="l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Offering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5BB0F-D887-4BC0-B003-3C0E7C8B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7526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43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0CF48B-D366-4DC2-8C16-A2711F4A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781175"/>
            <a:ext cx="1866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FFFFFF"/>
                </a:solidFill>
              </a:defRPr>
            </a:defPPr>
            <a:lvl1pPr algn="l">
              <a:defRPr sz="825" b="1">
                <a:solidFill>
                  <a:srgbClr val="FFFFFF"/>
                </a:solidFill>
              </a:defRPr>
            </a:lvl1pPr>
            <a:lvl2pPr algn="l">
              <a:defRPr sz="825" b="1">
                <a:solidFill>
                  <a:srgbClr val="FFFFFF"/>
                </a:solidFill>
              </a:defRPr>
            </a:lvl2pPr>
            <a:lvl3pPr algn="l">
              <a:defRPr sz="825" b="1">
                <a:solidFill>
                  <a:srgbClr val="FFFFFF"/>
                </a:solidFill>
              </a:defRPr>
            </a:lvl3pPr>
            <a:lvl4pPr algn="l">
              <a:defRPr sz="825" b="1">
                <a:solidFill>
                  <a:srgbClr val="FFFFFF"/>
                </a:solidFill>
              </a:defRPr>
            </a:lvl4pPr>
            <a:lvl5pPr algn="l">
              <a:defRPr sz="825" b="1">
                <a:solidFill>
                  <a:srgbClr val="FFFFFF"/>
                </a:solidFill>
              </a:defRPr>
            </a:lvl5pPr>
            <a:lvl6pPr algn="l">
              <a:defRPr sz="825" b="1">
                <a:solidFill>
                  <a:srgbClr val="FFFFFF"/>
                </a:solidFill>
              </a:defRPr>
            </a:lvl6pPr>
            <a:lvl7pPr algn="l">
              <a:defRPr sz="825" b="1">
                <a:solidFill>
                  <a:srgbClr val="FFFFFF"/>
                </a:solidFill>
              </a:defRPr>
            </a:lvl7pPr>
            <a:lvl8pPr algn="l">
              <a:defRPr sz="825" b="1">
                <a:solidFill>
                  <a:srgbClr val="FFFFFF"/>
                </a:solidFill>
              </a:defRPr>
            </a:lvl8pPr>
            <a:lvl9pPr algn="l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Public price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09BD25-4ABE-4842-9FAA-B225F1FA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526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43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C07928-2A54-4EE2-956B-A641559A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781175"/>
            <a:ext cx="2057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FFFFFF"/>
                </a:solidFill>
              </a:defRPr>
            </a:defPPr>
            <a:lvl1pPr algn="l">
              <a:defRPr sz="825" b="1">
                <a:solidFill>
                  <a:srgbClr val="FFFFFF"/>
                </a:solidFill>
              </a:defRPr>
            </a:lvl1pPr>
            <a:lvl2pPr algn="l">
              <a:defRPr sz="825" b="1">
                <a:solidFill>
                  <a:srgbClr val="FFFFFF"/>
                </a:solidFill>
              </a:defRPr>
            </a:lvl2pPr>
            <a:lvl3pPr algn="l">
              <a:defRPr sz="825" b="1">
                <a:solidFill>
                  <a:srgbClr val="FFFFFF"/>
                </a:solidFill>
              </a:defRPr>
            </a:lvl3pPr>
            <a:lvl4pPr algn="l">
              <a:defRPr sz="825" b="1">
                <a:solidFill>
                  <a:srgbClr val="FFFFFF"/>
                </a:solidFill>
              </a:defRPr>
            </a:lvl4pPr>
            <a:lvl5pPr algn="l">
              <a:defRPr sz="825" b="1">
                <a:solidFill>
                  <a:srgbClr val="FFFFFF"/>
                </a:solidFill>
              </a:defRPr>
            </a:lvl5pPr>
            <a:lvl6pPr algn="l">
              <a:defRPr sz="825" b="1">
                <a:solidFill>
                  <a:srgbClr val="FFFFFF"/>
                </a:solidFill>
              </a:defRPr>
            </a:lvl6pPr>
            <a:lvl7pPr algn="l">
              <a:defRPr sz="825" b="1">
                <a:solidFill>
                  <a:srgbClr val="FFFFFF"/>
                </a:solidFill>
              </a:defRPr>
            </a:lvl7pPr>
            <a:lvl8pPr algn="l">
              <a:defRPr sz="825" b="1">
                <a:solidFill>
                  <a:srgbClr val="FFFFFF"/>
                </a:solidFill>
              </a:defRPr>
            </a:lvl8pPr>
            <a:lvl9pPr algn="l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Cadence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0C4647-962A-4278-BF32-6A6814DC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5260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43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205D0C-FF8B-43C3-94EE-0CF277ED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781175"/>
            <a:ext cx="2533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FFFFFF"/>
                </a:solidFill>
              </a:defRPr>
            </a:defPPr>
            <a:lvl1pPr algn="l">
              <a:defRPr sz="825" b="1">
                <a:solidFill>
                  <a:srgbClr val="FFFFFF"/>
                </a:solidFill>
              </a:defRPr>
            </a:lvl1pPr>
            <a:lvl2pPr algn="l">
              <a:defRPr sz="825" b="1">
                <a:solidFill>
                  <a:srgbClr val="FFFFFF"/>
                </a:solidFill>
              </a:defRPr>
            </a:lvl2pPr>
            <a:lvl3pPr algn="l">
              <a:defRPr sz="825" b="1">
                <a:solidFill>
                  <a:srgbClr val="FFFFFF"/>
                </a:solidFill>
              </a:defRPr>
            </a:lvl3pPr>
            <a:lvl4pPr algn="l">
              <a:defRPr sz="825" b="1">
                <a:solidFill>
                  <a:srgbClr val="FFFFFF"/>
                </a:solidFill>
              </a:defRPr>
            </a:lvl4pPr>
            <a:lvl5pPr algn="l">
              <a:defRPr sz="825" b="1">
                <a:solidFill>
                  <a:srgbClr val="FFFFFF"/>
                </a:solidFill>
              </a:defRPr>
            </a:lvl5pPr>
            <a:lvl6pPr algn="l">
              <a:defRPr sz="825" b="1">
                <a:solidFill>
                  <a:srgbClr val="FFFFFF"/>
                </a:solidFill>
              </a:defRPr>
            </a:lvl6pPr>
            <a:lvl7pPr algn="l">
              <a:defRPr sz="825" b="1">
                <a:solidFill>
                  <a:srgbClr val="FFFFFF"/>
                </a:solidFill>
              </a:defRPr>
            </a:lvl7pPr>
            <a:lvl8pPr algn="l">
              <a:defRPr sz="825" b="1">
                <a:solidFill>
                  <a:srgbClr val="FFFFFF"/>
                </a:solidFill>
              </a:defRPr>
            </a:lvl8pPr>
            <a:lvl9pPr algn="l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Included 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654BCA-FE4F-40F4-97E8-132AD267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752600"/>
            <a:ext cx="2171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43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3B8941-70D3-487D-B3E3-6C76460F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781175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FFFFFF"/>
                </a:solidFill>
              </a:defRPr>
            </a:defPPr>
            <a:lvl1pPr algn="l">
              <a:defRPr sz="825" b="1">
                <a:solidFill>
                  <a:srgbClr val="FFFFFF"/>
                </a:solidFill>
              </a:defRPr>
            </a:lvl1pPr>
            <a:lvl2pPr algn="l">
              <a:defRPr sz="825" b="1">
                <a:solidFill>
                  <a:srgbClr val="FFFFFF"/>
                </a:solidFill>
              </a:defRPr>
            </a:lvl2pPr>
            <a:lvl3pPr algn="l">
              <a:defRPr sz="825" b="1">
                <a:solidFill>
                  <a:srgbClr val="FFFFFF"/>
                </a:solidFill>
              </a:defRPr>
            </a:lvl3pPr>
            <a:lvl4pPr algn="l">
              <a:defRPr sz="825" b="1">
                <a:solidFill>
                  <a:srgbClr val="FFFFFF"/>
                </a:solidFill>
              </a:defRPr>
            </a:lvl4pPr>
            <a:lvl5pPr algn="l">
              <a:defRPr sz="825" b="1">
                <a:solidFill>
                  <a:srgbClr val="FFFFFF"/>
                </a:solidFill>
              </a:defRPr>
            </a:lvl5pPr>
            <a:lvl6pPr algn="l">
              <a:defRPr sz="825" b="1">
                <a:solidFill>
                  <a:srgbClr val="FFFFFF"/>
                </a:solidFill>
              </a:defRPr>
            </a:lvl6pPr>
            <a:lvl7pPr algn="l">
              <a:defRPr sz="825" b="1">
                <a:solidFill>
                  <a:srgbClr val="FFFFFF"/>
                </a:solidFill>
              </a:defRPr>
            </a:lvl7pPr>
            <a:lvl8pPr algn="l">
              <a:defRPr sz="825" b="1">
                <a:solidFill>
                  <a:srgbClr val="FFFFFF"/>
                </a:solidFill>
              </a:defRPr>
            </a:lvl8pPr>
            <a:lvl9pPr algn="l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MGT implication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1EC896-0ACB-47CF-8170-AD79077B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593A79-8C23-4EEE-AEC8-77D4D4B5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562225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0F172A"/>
                </a:solidFill>
              </a:defRPr>
            </a:defPPr>
            <a:lvl1pPr algn="l">
              <a:defRPr sz="750" b="1">
                <a:solidFill>
                  <a:srgbClr val="0F172A"/>
                </a:solidFill>
              </a:defRPr>
            </a:lvl1pPr>
            <a:lvl2pPr algn="l">
              <a:defRPr sz="750" b="1">
                <a:solidFill>
                  <a:srgbClr val="0F172A"/>
                </a:solidFill>
              </a:defRPr>
            </a:lvl2pPr>
            <a:lvl3pPr algn="l">
              <a:defRPr sz="750" b="1">
                <a:solidFill>
                  <a:srgbClr val="0F172A"/>
                </a:solidFill>
              </a:defRPr>
            </a:lvl3pPr>
            <a:lvl4pPr algn="l">
              <a:defRPr sz="750" b="1">
                <a:solidFill>
                  <a:srgbClr val="0F172A"/>
                </a:solidFill>
              </a:defRPr>
            </a:lvl4pPr>
            <a:lvl5pPr algn="l">
              <a:defRPr sz="750" b="1">
                <a:solidFill>
                  <a:srgbClr val="0F172A"/>
                </a:solidFill>
              </a:defRPr>
            </a:lvl5pPr>
            <a:lvl6pPr algn="l">
              <a:defRPr sz="750" b="1">
                <a:solidFill>
                  <a:srgbClr val="0F172A"/>
                </a:solidFill>
              </a:defRPr>
            </a:lvl6pPr>
            <a:lvl7pPr algn="l">
              <a:defRPr sz="750" b="1">
                <a:solidFill>
                  <a:srgbClr val="0F172A"/>
                </a:solidFill>
              </a:defRPr>
            </a:lvl7pPr>
            <a:lvl8pPr algn="l">
              <a:defRPr sz="750" b="1">
                <a:solidFill>
                  <a:srgbClr val="0F172A"/>
                </a:solidFill>
              </a:defRPr>
            </a:lvl8pPr>
            <a:lvl9pPr algn="l">
              <a:defRPr sz="7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0F172A"/>
                </a:solidFill>
              </a:defRPr>
            </a:pPr>
            <a:r>
              <a:rPr sz="750" b="1">
                <a:solidFill>
                  <a:srgbClr val="0F172A"/>
                </a:solidFill>
              </a:rPr>
              <a:t>Curology Custom Formula Rx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03009D-D14B-4F47-B216-29B9317D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53365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E108BA-E25C-47D9-B7DE-E4AE263B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562225"/>
            <a:ext cx="1866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$29.95 / month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9F4D8B-DA38-4E61-B6F6-8796DF2B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148A3E-32B7-4E33-9C01-18BAC994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562225"/>
            <a:ext cx="2057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subscription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838E00-D987-45AF-A7DC-244837DF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3365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119614-F4E5-4D1C-8518-62D5E96C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562225"/>
            <a:ext cx="2533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Rx formula + provider personalization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4C9B8B-9593-44D2-AC7F-248F0269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33650"/>
            <a:ext cx="2171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9ACAB7-560D-4277-AF2C-CE1CE13E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562225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stay below Rx care unless clinical services added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67C183-36D6-4B2D-AD58-7F9B1C2D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B969D3-ED53-4489-B596-AE884270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343275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0F172A"/>
                </a:solidFill>
              </a:defRPr>
            </a:defPPr>
            <a:lvl1pPr algn="l">
              <a:defRPr sz="750" b="1">
                <a:solidFill>
                  <a:srgbClr val="0F172A"/>
                </a:solidFill>
              </a:defRPr>
            </a:lvl1pPr>
            <a:lvl2pPr algn="l">
              <a:defRPr sz="750" b="1">
                <a:solidFill>
                  <a:srgbClr val="0F172A"/>
                </a:solidFill>
              </a:defRPr>
            </a:lvl2pPr>
            <a:lvl3pPr algn="l">
              <a:defRPr sz="750" b="1">
                <a:solidFill>
                  <a:srgbClr val="0F172A"/>
                </a:solidFill>
              </a:defRPr>
            </a:lvl3pPr>
            <a:lvl4pPr algn="l">
              <a:defRPr sz="750" b="1">
                <a:solidFill>
                  <a:srgbClr val="0F172A"/>
                </a:solidFill>
              </a:defRPr>
            </a:lvl4pPr>
            <a:lvl5pPr algn="l">
              <a:defRPr sz="750" b="1">
                <a:solidFill>
                  <a:srgbClr val="0F172A"/>
                </a:solidFill>
              </a:defRPr>
            </a:lvl5pPr>
            <a:lvl6pPr algn="l">
              <a:defRPr sz="750" b="1">
                <a:solidFill>
                  <a:srgbClr val="0F172A"/>
                </a:solidFill>
              </a:defRPr>
            </a:lvl6pPr>
            <a:lvl7pPr algn="l">
              <a:defRPr sz="750" b="1">
                <a:solidFill>
                  <a:srgbClr val="0F172A"/>
                </a:solidFill>
              </a:defRPr>
            </a:lvl7pPr>
            <a:lvl8pPr algn="l">
              <a:defRPr sz="750" b="1">
                <a:solidFill>
                  <a:srgbClr val="0F172A"/>
                </a:solidFill>
              </a:defRPr>
            </a:lvl8pPr>
            <a:lvl9pPr algn="l">
              <a:defRPr sz="7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0F172A"/>
                </a:solidFill>
              </a:defRPr>
            </a:pPr>
            <a:r>
              <a:rPr sz="750" b="1">
                <a:solidFill>
                  <a:srgbClr val="0F172A"/>
                </a:solidFill>
              </a:rPr>
              <a:t>Musely Anti-Aging Cream Rx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4A4574-69F5-439F-A225-9FEB67D0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3147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551D79-95F6-4232-953C-1592D2A1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343275"/>
            <a:ext cx="1866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$35 / month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2AA0C6-8607-407F-95BB-5B6E0BF4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147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2FE307-062D-468C-9F8A-44D48BA2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343275"/>
            <a:ext cx="2057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2-month supply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E85902-BD6C-49FD-B4B8-4BB63CB6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1470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7A9DF5-7DAE-462A-91FE-A4915E15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343275"/>
            <a:ext cx="2533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Rx product + doctor support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B3F671-DE22-4404-AD29-006699BC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14700"/>
            <a:ext cx="2171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144EB0-C401-4452-A1BF-8DB54992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343275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ceiling for non-clinical guidance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36DF44-6E00-4299-9BD3-DE8D6112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1F38D1-64CD-48AC-BEF5-682C1E8C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124325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0F172A"/>
                </a:solidFill>
              </a:defRPr>
            </a:defPPr>
            <a:lvl1pPr algn="l">
              <a:defRPr sz="750" b="1">
                <a:solidFill>
                  <a:srgbClr val="0F172A"/>
                </a:solidFill>
              </a:defRPr>
            </a:lvl1pPr>
            <a:lvl2pPr algn="l">
              <a:defRPr sz="750" b="1">
                <a:solidFill>
                  <a:srgbClr val="0F172A"/>
                </a:solidFill>
              </a:defRPr>
            </a:lvl2pPr>
            <a:lvl3pPr algn="l">
              <a:defRPr sz="750" b="1">
                <a:solidFill>
                  <a:srgbClr val="0F172A"/>
                </a:solidFill>
              </a:defRPr>
            </a:lvl3pPr>
            <a:lvl4pPr algn="l">
              <a:defRPr sz="750" b="1">
                <a:solidFill>
                  <a:srgbClr val="0F172A"/>
                </a:solidFill>
              </a:defRPr>
            </a:lvl4pPr>
            <a:lvl5pPr algn="l">
              <a:defRPr sz="750" b="1">
                <a:solidFill>
                  <a:srgbClr val="0F172A"/>
                </a:solidFill>
              </a:defRPr>
            </a:lvl5pPr>
            <a:lvl6pPr algn="l">
              <a:defRPr sz="750" b="1">
                <a:solidFill>
                  <a:srgbClr val="0F172A"/>
                </a:solidFill>
              </a:defRPr>
            </a:lvl6pPr>
            <a:lvl7pPr algn="l">
              <a:defRPr sz="750" b="1">
                <a:solidFill>
                  <a:srgbClr val="0F172A"/>
                </a:solidFill>
              </a:defRPr>
            </a:lvl7pPr>
            <a:lvl8pPr algn="l">
              <a:defRPr sz="750" b="1">
                <a:solidFill>
                  <a:srgbClr val="0F172A"/>
                </a:solidFill>
              </a:defRPr>
            </a:lvl8pPr>
            <a:lvl9pPr algn="l">
              <a:defRPr sz="7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0F172A"/>
                </a:solidFill>
              </a:defRPr>
            </a:pPr>
            <a:r>
              <a:rPr sz="750" b="1">
                <a:solidFill>
                  <a:srgbClr val="0F172A"/>
                </a:solidFill>
              </a:rPr>
              <a:t>PROVEN Skincare System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C415C3-190C-4B70-AD42-E9E8714D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09575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0868DD-5DA6-4FFC-A885-7EBC726D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124325"/>
            <a:ext cx="1866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$142.77 / shipment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80CD54-3C7A-42AD-A7EE-4E4F361C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957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F483355-D293-4595-B8DF-BB1D1A42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124325"/>
            <a:ext cx="2057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45–60 days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43BB139-1051-4F3B-B0DD-241956C6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9575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C01076F-FD43-430F-92CA-73233626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124325"/>
            <a:ext cx="2533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personalized physical system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AE4AE20-42C5-4DEE-BD23-3E509F08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95750"/>
            <a:ext cx="2171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E42E18-965E-41A5-80BC-2BD0F3FD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124325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high value includes products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7FBE12F-A1D3-4DA8-8BBD-A1802C86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DEEC8AD-6C08-48BB-A52D-F9B50661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905375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0F172A"/>
                </a:solidFill>
              </a:defRPr>
            </a:defPPr>
            <a:lvl1pPr algn="l">
              <a:defRPr sz="750" b="1">
                <a:solidFill>
                  <a:srgbClr val="0F172A"/>
                </a:solidFill>
              </a:defRPr>
            </a:lvl1pPr>
            <a:lvl2pPr algn="l">
              <a:defRPr sz="750" b="1">
                <a:solidFill>
                  <a:srgbClr val="0F172A"/>
                </a:solidFill>
              </a:defRPr>
            </a:lvl2pPr>
            <a:lvl3pPr algn="l">
              <a:defRPr sz="750" b="1">
                <a:solidFill>
                  <a:srgbClr val="0F172A"/>
                </a:solidFill>
              </a:defRPr>
            </a:lvl3pPr>
            <a:lvl4pPr algn="l">
              <a:defRPr sz="750" b="1">
                <a:solidFill>
                  <a:srgbClr val="0F172A"/>
                </a:solidFill>
              </a:defRPr>
            </a:lvl4pPr>
            <a:lvl5pPr algn="l">
              <a:defRPr sz="750" b="1">
                <a:solidFill>
                  <a:srgbClr val="0F172A"/>
                </a:solidFill>
              </a:defRPr>
            </a:lvl5pPr>
            <a:lvl6pPr algn="l">
              <a:defRPr sz="750" b="1">
                <a:solidFill>
                  <a:srgbClr val="0F172A"/>
                </a:solidFill>
              </a:defRPr>
            </a:lvl6pPr>
            <a:lvl7pPr algn="l">
              <a:defRPr sz="750" b="1">
                <a:solidFill>
                  <a:srgbClr val="0F172A"/>
                </a:solidFill>
              </a:defRPr>
            </a:lvl7pPr>
            <a:lvl8pPr algn="l">
              <a:defRPr sz="750" b="1">
                <a:solidFill>
                  <a:srgbClr val="0F172A"/>
                </a:solidFill>
              </a:defRPr>
            </a:lvl8pPr>
            <a:lvl9pPr algn="l">
              <a:defRPr sz="7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0F172A"/>
                </a:solidFill>
              </a:defRPr>
            </a:pPr>
            <a:r>
              <a:rPr sz="750" b="1">
                <a:solidFill>
                  <a:srgbClr val="0F172A"/>
                </a:solidFill>
              </a:rPr>
              <a:t>MGT proposed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22592F2-154A-4B64-8734-FF3E8C70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8768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EB8FB56-55FC-4129-AEC4-B7760399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905375"/>
            <a:ext cx="1866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$0 / $14.99 / $29.99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3F8D011-E233-4AD3-9A5B-19D7404D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8768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57AA2DF-E646-417E-A8DF-088344CF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905375"/>
            <a:ext cx="2057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monthly + annual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5394913-440A-47A1-9AB9-EF155FD0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7680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07DD99E-8B13-402C-A1CD-FB0B68D9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905375"/>
            <a:ext cx="2533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software guidance, tracking, style, discovery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8DE58A6-B942-4904-B2A9-1DABEC72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876800"/>
            <a:ext cx="2171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D2B0064-9EE4-4BF2-BDC0-0F44C51D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905375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test willingness-to-pay and retention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C40FF94-E298-4FAA-9AD3-77DE81A9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5950"/>
            <a:ext cx="111252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1D19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E92DCCB-21D1-42E5-A982-B31C95B6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>
                <a:solidFill>
                  <a:srgbClr val="D97706"/>
                </a:solidFill>
              </a:defRPr>
            </a:defPPr>
            <a:lvl1pPr algn="ctr">
              <a:defRPr sz="900" b="1">
                <a:solidFill>
                  <a:srgbClr val="D97706"/>
                </a:solidFill>
              </a:defRPr>
            </a:lvl1pPr>
            <a:lvl2pPr algn="ctr">
              <a:defRPr sz="900" b="1">
                <a:solidFill>
                  <a:srgbClr val="D97706"/>
                </a:solidFill>
              </a:defRPr>
            </a:lvl2pPr>
            <a:lvl3pPr algn="ctr">
              <a:defRPr sz="900" b="1">
                <a:solidFill>
                  <a:srgbClr val="D97706"/>
                </a:solidFill>
              </a:defRPr>
            </a:lvl3pPr>
            <a:lvl4pPr algn="ctr">
              <a:defRPr sz="900" b="1">
                <a:solidFill>
                  <a:srgbClr val="D97706"/>
                </a:solidFill>
              </a:defRPr>
            </a:lvl4pPr>
            <a:lvl5pPr algn="ctr">
              <a:defRPr sz="900" b="1">
                <a:solidFill>
                  <a:srgbClr val="D97706"/>
                </a:solidFill>
              </a:defRPr>
            </a:lvl5pPr>
            <a:lvl6pPr algn="ctr">
              <a:defRPr sz="900" b="1">
                <a:solidFill>
                  <a:srgbClr val="D97706"/>
                </a:solidFill>
              </a:defRPr>
            </a:lvl6pPr>
            <a:lvl7pPr algn="ctr">
              <a:defRPr sz="900" b="1">
                <a:solidFill>
                  <a:srgbClr val="D97706"/>
                </a:solidFill>
              </a:defRPr>
            </a:lvl7pPr>
            <a:lvl8pPr algn="ctr">
              <a:defRPr sz="900" b="1">
                <a:solidFill>
                  <a:srgbClr val="D97706"/>
                </a:solidFill>
              </a:defRPr>
            </a:lvl8pPr>
            <a:lvl9pPr algn="ctr">
              <a:defRPr sz="900" b="1">
                <a:solidFill>
                  <a:srgbClr val="D97706"/>
                </a:solidFill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Pricing requires owner approval, customer interviews and controlled conversion/retention testing.</a:t>
            </a:r>
          </a:p>
        </p:txBody>
      </p:sp>
    </p:spTree>
    <p:extLst>
      <p:ext uri="{BB962C8B-B14F-4D97-AF65-F5344CB8AC3E}">
        <p14:creationId xmlns:p14="http://schemas.microsoft.com/office/powerpoint/2010/main" val="213094830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5D38A7-3742-451C-9DFE-1BC696AF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6D28D9"/>
                </a:solidFill>
              </a:defRPr>
            </a:defPPr>
            <a:lvl1pPr algn="l">
              <a:defRPr sz="825" b="1">
                <a:solidFill>
                  <a:srgbClr val="6D28D9"/>
                </a:solidFill>
              </a:defRPr>
            </a:lvl1pPr>
            <a:lvl2pPr algn="l">
              <a:defRPr sz="825" b="1">
                <a:solidFill>
                  <a:srgbClr val="6D28D9"/>
                </a:solidFill>
              </a:defRPr>
            </a:lvl2pPr>
            <a:lvl3pPr algn="l">
              <a:defRPr sz="825" b="1">
                <a:solidFill>
                  <a:srgbClr val="6D28D9"/>
                </a:solidFill>
              </a:defRPr>
            </a:lvl3pPr>
            <a:lvl4pPr algn="l">
              <a:defRPr sz="825" b="1">
                <a:solidFill>
                  <a:srgbClr val="6D28D9"/>
                </a:solidFill>
              </a:defRPr>
            </a:lvl4pPr>
            <a:lvl5pPr algn="l">
              <a:defRPr sz="825" b="1">
                <a:solidFill>
                  <a:srgbClr val="6D28D9"/>
                </a:solidFill>
              </a:defRPr>
            </a:lvl5pPr>
            <a:lvl6pPr algn="l">
              <a:defRPr sz="825" b="1">
                <a:solidFill>
                  <a:srgbClr val="6D28D9"/>
                </a:solidFill>
              </a:defRPr>
            </a:lvl6pPr>
            <a:lvl7pPr algn="l">
              <a:defRPr sz="825" b="1">
                <a:solidFill>
                  <a:srgbClr val="6D28D9"/>
                </a:solidFill>
              </a:defRPr>
            </a:lvl7pPr>
            <a:lvl8pPr algn="l">
              <a:defRPr sz="825" b="1">
                <a:solidFill>
                  <a:srgbClr val="6D28D9"/>
                </a:solidFill>
              </a:defRPr>
            </a:lvl8pPr>
            <a:lvl9pPr algn="l">
              <a:defRPr sz="825" b="1">
                <a:solidFill>
                  <a:srgbClr val="6D28D9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6D28D9"/>
                </a:solidFill>
              </a:defRPr>
            </a:pPr>
            <a:r>
              <a:rPr sz="825" b="1">
                <a:solidFill>
                  <a:srgbClr val="6D28D9"/>
                </a:solidFill>
              </a:rPr>
              <a:t>SUGGESTED 3-TIER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493D2C-75B3-499D-AC8C-14BEC488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0F172A"/>
                </a:solidFill>
              </a:defRPr>
            </a:defPPr>
            <a:lvl1pPr algn="l">
              <a:defRPr sz="2250" b="1">
                <a:solidFill>
                  <a:srgbClr val="0F172A"/>
                </a:solidFill>
              </a:defRPr>
            </a:lvl1pPr>
            <a:lvl2pPr algn="l">
              <a:defRPr sz="2250" b="1">
                <a:solidFill>
                  <a:srgbClr val="0F172A"/>
                </a:solidFill>
              </a:defRPr>
            </a:lvl2pPr>
            <a:lvl3pPr algn="l">
              <a:defRPr sz="2250" b="1">
                <a:solidFill>
                  <a:srgbClr val="0F172A"/>
                </a:solidFill>
              </a:defRPr>
            </a:lvl3pPr>
            <a:lvl4pPr algn="l">
              <a:defRPr sz="2250" b="1">
                <a:solidFill>
                  <a:srgbClr val="0F172A"/>
                </a:solidFill>
              </a:defRPr>
            </a:lvl4pPr>
            <a:lvl5pPr algn="l">
              <a:defRPr sz="2250" b="1">
                <a:solidFill>
                  <a:srgbClr val="0F172A"/>
                </a:solidFill>
              </a:defRPr>
            </a:lvl5pPr>
            <a:lvl6pPr algn="l">
              <a:defRPr sz="2250" b="1">
                <a:solidFill>
                  <a:srgbClr val="0F172A"/>
                </a:solidFill>
              </a:defRPr>
            </a:lvl6pPr>
            <a:lvl7pPr algn="l">
              <a:defRPr sz="2250" b="1">
                <a:solidFill>
                  <a:srgbClr val="0F172A"/>
                </a:solidFill>
              </a:defRPr>
            </a:lvl7pPr>
            <a:lvl8pPr algn="l">
              <a:defRPr sz="2250" b="1">
                <a:solidFill>
                  <a:srgbClr val="0F172A"/>
                </a:solidFill>
              </a:defRPr>
            </a:lvl8pPr>
            <a:lvl9pPr algn="l">
              <a:defRPr sz="22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Trust at Free; continuity at Guided; breadth and depth at Studio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DE3557-41C1-4931-9A4D-269CF5D0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B6475"/>
                </a:solidFill>
              </a:defRPr>
            </a:defPPr>
            <a:lvl1pPr algn="l">
              <a:defRPr sz="1050" b="0">
                <a:solidFill>
                  <a:srgbClr val="5B6475"/>
                </a:solidFill>
              </a:defRPr>
            </a:lvl1pPr>
            <a:lvl2pPr algn="l">
              <a:defRPr sz="1050" b="0">
                <a:solidFill>
                  <a:srgbClr val="5B6475"/>
                </a:solidFill>
              </a:defRPr>
            </a:lvl2pPr>
            <a:lvl3pPr algn="l">
              <a:defRPr sz="1050" b="0">
                <a:solidFill>
                  <a:srgbClr val="5B6475"/>
                </a:solidFill>
              </a:defRPr>
            </a:lvl3pPr>
            <a:lvl4pPr algn="l">
              <a:defRPr sz="1050" b="0">
                <a:solidFill>
                  <a:srgbClr val="5B6475"/>
                </a:solidFill>
              </a:defRPr>
            </a:lvl4pPr>
            <a:lvl5pPr algn="l">
              <a:defRPr sz="1050" b="0">
                <a:solidFill>
                  <a:srgbClr val="5B6475"/>
                </a:solidFill>
              </a:defRPr>
            </a:lvl5pPr>
            <a:lvl6pPr algn="l">
              <a:defRPr sz="1050" b="0">
                <a:solidFill>
                  <a:srgbClr val="5B6475"/>
                </a:solidFill>
              </a:defRPr>
            </a:lvl6pPr>
            <a:lvl7pPr algn="l">
              <a:defRPr sz="1050" b="0">
                <a:solidFill>
                  <a:srgbClr val="5B6475"/>
                </a:solidFill>
              </a:defRPr>
            </a:lvl7pPr>
            <a:lvl8pPr algn="l">
              <a:defRPr sz="1050" b="0">
                <a:solidFill>
                  <a:srgbClr val="5B6475"/>
                </a:solidFill>
              </a:defRPr>
            </a:lvl8pPr>
            <a:lvl9pPr algn="l">
              <a:defRPr sz="10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Commercial alternative to the repository’s locked two-tier release contract—requires owner sign-off and code/config changes.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CEDE11-0EA5-48EF-A07B-FD911F78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F"/>
          </a:solidFill>
          <a:ln xmlns:a="http://schemas.openxmlformats.org/drawingml/2006/main" w="0">
            <a:solidFill>
              <a:srgbClr val="EEE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AF9A5B-26DD-4DDF-A6E1-8F360DD9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75" b="0">
                <a:solidFill>
                  <a:srgbClr val="7A8291"/>
                </a:solidFill>
              </a:defRPr>
            </a:defPPr>
            <a:lvl1pPr algn="l">
              <a:defRPr sz="675" b="0">
                <a:solidFill>
                  <a:srgbClr val="7A8291"/>
                </a:solidFill>
              </a:defRPr>
            </a:lvl1pPr>
            <a:lvl2pPr algn="l">
              <a:defRPr sz="675" b="0">
                <a:solidFill>
                  <a:srgbClr val="7A8291"/>
                </a:solidFill>
              </a:defRPr>
            </a:lvl2pPr>
            <a:lvl3pPr algn="l">
              <a:defRPr sz="675" b="0">
                <a:solidFill>
                  <a:srgbClr val="7A8291"/>
                </a:solidFill>
              </a:defRPr>
            </a:lvl3pPr>
            <a:lvl4pPr algn="l">
              <a:defRPr sz="675" b="0">
                <a:solidFill>
                  <a:srgbClr val="7A8291"/>
                </a:solidFill>
              </a:defRPr>
            </a:lvl4pPr>
            <a:lvl5pPr algn="l">
              <a:defRPr sz="675" b="0">
                <a:solidFill>
                  <a:srgbClr val="7A8291"/>
                </a:solidFill>
              </a:defRPr>
            </a:lvl5pPr>
            <a:lvl6pPr algn="l">
              <a:defRPr sz="675" b="0">
                <a:solidFill>
                  <a:srgbClr val="7A8291"/>
                </a:solidFill>
              </a:defRPr>
            </a:lvl6pPr>
            <a:lvl7pPr algn="l">
              <a:defRPr sz="675" b="0">
                <a:solidFill>
                  <a:srgbClr val="7A8291"/>
                </a:solidFill>
              </a:defRPr>
            </a:lvl7pPr>
            <a:lvl8pPr algn="l">
              <a:defRPr sz="675" b="0">
                <a:solidFill>
                  <a:srgbClr val="7A8291"/>
                </a:solidFill>
              </a:defRPr>
            </a:lvl8pPr>
            <a:lvl9pPr algn="l">
              <a:defRPr sz="675" b="0">
                <a:solidFill>
                  <a:srgbClr val="7A8291"/>
                </a:solidFill>
              </a:defRPr>
            </a:lvl9pPr>
          </a:lstStyle>
          <a:p xmlns:a="http://schemas.openxmlformats.org/drawingml/2006/main">
            <a:pPr algn="l">
              <a:defRPr sz="675" b="0">
                <a:solidFill>
                  <a:srgbClr val="7A8291"/>
                </a:solidFill>
              </a:defRPr>
            </a:pPr>
            <a:r>
              <a:rPr sz="675" b="0">
                <a:solidFill>
                  <a:srgbClr val="7A8291"/>
                </a:solidFill>
              </a:rPr>
              <a:t>MGT SKIN CARE · PRODUCT &amp; PRODUCTION BLUEPRINT · 25 OCT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F10EB9-E84F-490E-9665-36570EC9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1">
                <a:solidFill>
                  <a:srgbClr val="7A8291"/>
                </a:solidFill>
              </a:defRPr>
            </a:defPPr>
            <a:lvl1pPr algn="r">
              <a:defRPr sz="750" b="1">
                <a:solidFill>
                  <a:srgbClr val="7A8291"/>
                </a:solidFill>
              </a:defRPr>
            </a:lvl1pPr>
            <a:lvl2pPr algn="r">
              <a:defRPr sz="750" b="1">
                <a:solidFill>
                  <a:srgbClr val="7A8291"/>
                </a:solidFill>
              </a:defRPr>
            </a:lvl2pPr>
            <a:lvl3pPr algn="r">
              <a:defRPr sz="750" b="1">
                <a:solidFill>
                  <a:srgbClr val="7A8291"/>
                </a:solidFill>
              </a:defRPr>
            </a:lvl3pPr>
            <a:lvl4pPr algn="r">
              <a:defRPr sz="750" b="1">
                <a:solidFill>
                  <a:srgbClr val="7A8291"/>
                </a:solidFill>
              </a:defRPr>
            </a:lvl4pPr>
            <a:lvl5pPr algn="r">
              <a:defRPr sz="750" b="1">
                <a:solidFill>
                  <a:srgbClr val="7A8291"/>
                </a:solidFill>
              </a:defRPr>
            </a:lvl5pPr>
            <a:lvl6pPr algn="r">
              <a:defRPr sz="750" b="1">
                <a:solidFill>
                  <a:srgbClr val="7A8291"/>
                </a:solidFill>
              </a:defRPr>
            </a:lvl6pPr>
            <a:lvl7pPr algn="r">
              <a:defRPr sz="750" b="1">
                <a:solidFill>
                  <a:srgbClr val="7A8291"/>
                </a:solidFill>
              </a:defRPr>
            </a:lvl7pPr>
            <a:lvl8pPr algn="r">
              <a:defRPr sz="750" b="1">
                <a:solidFill>
                  <a:srgbClr val="7A8291"/>
                </a:solidFill>
              </a:defRPr>
            </a:lvl8pPr>
            <a:lvl9pPr algn="r">
              <a:defRPr sz="750" b="1">
                <a:solidFill>
                  <a:srgbClr val="7A8291"/>
                </a:solidFill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7A8291"/>
                </a:solidFill>
              </a:defRPr>
            </a:pPr>
            <a:r>
              <a:rPr sz="750" b="1">
                <a:solidFill>
                  <a:srgbClr val="7A8291"/>
                </a:solidFill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7CAFC7-47D0-49EA-8EC2-859DF293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24250" cy="33909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1CAD56-BAC2-450A-9A2A-7EC2CFB1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415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FREE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F4A6F0-67E1-470B-B261-E6567708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0F172A"/>
                </a:solidFill>
              </a:defRPr>
            </a:defPPr>
            <a:lvl1pPr algn="l">
              <a:defRPr sz="2250" b="1">
                <a:solidFill>
                  <a:srgbClr val="0F172A"/>
                </a:solidFill>
              </a:defRPr>
            </a:lvl1pPr>
            <a:lvl2pPr algn="l">
              <a:defRPr sz="2250" b="1">
                <a:solidFill>
                  <a:srgbClr val="0F172A"/>
                </a:solidFill>
              </a:defRPr>
            </a:lvl2pPr>
            <a:lvl3pPr algn="l">
              <a:defRPr sz="2250" b="1">
                <a:solidFill>
                  <a:srgbClr val="0F172A"/>
                </a:solidFill>
              </a:defRPr>
            </a:lvl3pPr>
            <a:lvl4pPr algn="l">
              <a:defRPr sz="2250" b="1">
                <a:solidFill>
                  <a:srgbClr val="0F172A"/>
                </a:solidFill>
              </a:defRPr>
            </a:lvl4pPr>
            <a:lvl5pPr algn="l">
              <a:defRPr sz="2250" b="1">
                <a:solidFill>
                  <a:srgbClr val="0F172A"/>
                </a:solidFill>
              </a:defRPr>
            </a:lvl5pPr>
            <a:lvl6pPr algn="l">
              <a:defRPr sz="2250" b="1">
                <a:solidFill>
                  <a:srgbClr val="0F172A"/>
                </a:solidFill>
              </a:defRPr>
            </a:lvl6pPr>
            <a:lvl7pPr algn="l">
              <a:defRPr sz="2250" b="1">
                <a:solidFill>
                  <a:srgbClr val="0F172A"/>
                </a:solidFill>
              </a:defRPr>
            </a:lvl7pPr>
            <a:lvl8pPr algn="l">
              <a:defRPr sz="2250" b="1">
                <a:solidFill>
                  <a:srgbClr val="0F172A"/>
                </a:solidFill>
              </a:defRPr>
            </a:lvl8pPr>
            <a:lvl9pPr algn="l">
              <a:defRPr sz="22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$0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97E4C6-68C9-4160-BF33-D3D5764D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334155"/>
                </a:solidFill>
              </a:defRPr>
            </a:defPPr>
            <a:lvl1pPr algn="l">
              <a:defRPr sz="1050" b="1">
                <a:solidFill>
                  <a:srgbClr val="334155"/>
                </a:solidFill>
              </a:defRPr>
            </a:lvl1pPr>
            <a:lvl2pPr algn="l">
              <a:defRPr sz="1050" b="1">
                <a:solidFill>
                  <a:srgbClr val="334155"/>
                </a:solidFill>
              </a:defRPr>
            </a:lvl2pPr>
            <a:lvl3pPr algn="l">
              <a:defRPr sz="1050" b="1">
                <a:solidFill>
                  <a:srgbClr val="334155"/>
                </a:solidFill>
              </a:defRPr>
            </a:lvl3pPr>
            <a:lvl4pPr algn="l">
              <a:defRPr sz="1050" b="1">
                <a:solidFill>
                  <a:srgbClr val="334155"/>
                </a:solidFill>
              </a:defRPr>
            </a:lvl4pPr>
            <a:lvl5pPr algn="l">
              <a:defRPr sz="1050" b="1">
                <a:solidFill>
                  <a:srgbClr val="334155"/>
                </a:solidFill>
              </a:defRPr>
            </a:lvl5pPr>
            <a:lvl6pPr algn="l">
              <a:defRPr sz="1050" b="1">
                <a:solidFill>
                  <a:srgbClr val="334155"/>
                </a:solidFill>
              </a:defRPr>
            </a:lvl6pPr>
            <a:lvl7pPr algn="l">
              <a:defRPr sz="1050" b="1">
                <a:solidFill>
                  <a:srgbClr val="334155"/>
                </a:solidFill>
              </a:defRPr>
            </a:lvl7pPr>
            <a:lvl8pPr algn="l">
              <a:defRPr sz="1050" b="1">
                <a:solidFill>
                  <a:srgbClr val="334155"/>
                </a:solidFill>
              </a:defRPr>
            </a:lvl8pPr>
            <a:lvl9pPr algn="l">
              <a:defRPr sz="1050" b="1">
                <a:solidFill>
                  <a:srgbClr val="334155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795EFE-0ABF-4DBE-B0F2-8D11F68E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30670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B6475"/>
                </a:solidFill>
              </a:defRPr>
            </a:defPPr>
            <a:lvl1pPr algn="l">
              <a:defRPr sz="975" b="0">
                <a:solidFill>
                  <a:srgbClr val="5B6475"/>
                </a:solidFill>
              </a:defRPr>
            </a:lvl1pPr>
            <a:lvl2pPr algn="l">
              <a:defRPr sz="975" b="0">
                <a:solidFill>
                  <a:srgbClr val="5B6475"/>
                </a:solidFill>
              </a:defRPr>
            </a:lvl2pPr>
            <a:lvl3pPr algn="l">
              <a:defRPr sz="975" b="0">
                <a:solidFill>
                  <a:srgbClr val="5B6475"/>
                </a:solidFill>
              </a:defRPr>
            </a:lvl3pPr>
            <a:lvl4pPr algn="l">
              <a:defRPr sz="975" b="0">
                <a:solidFill>
                  <a:srgbClr val="5B6475"/>
                </a:solidFill>
              </a:defRPr>
            </a:lvl4pPr>
            <a:lvl5pPr algn="l">
              <a:defRPr sz="975" b="0">
                <a:solidFill>
                  <a:srgbClr val="5B6475"/>
                </a:solidFill>
              </a:defRPr>
            </a:lvl5pPr>
            <a:lvl6pPr algn="l">
              <a:defRPr sz="975" b="0">
                <a:solidFill>
                  <a:srgbClr val="5B6475"/>
                </a:solidFill>
              </a:defRPr>
            </a:lvl6pPr>
            <a:lvl7pPr algn="l">
              <a:defRPr sz="975" b="0">
                <a:solidFill>
                  <a:srgbClr val="5B6475"/>
                </a:solidFill>
              </a:defRPr>
            </a:lvl7pPr>
            <a:lvl8pPr algn="l">
              <a:defRPr sz="975" b="0">
                <a:solidFill>
                  <a:srgbClr val="5B6475"/>
                </a:solidFill>
              </a:defRPr>
            </a:lvl8pPr>
            <a:lvl9pPr algn="l">
              <a:defRPr sz="975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B6475"/>
                </a:solidFill>
              </a:defRPr>
            </a:pPr>
            <a:r>
              <a:rPr sz="975" b="0">
                <a:solidFill>
                  <a:srgbClr val="5B6475"/>
                </a:solidFill>
              </a:rPr>
              <a:t>Skin profile; sample match; basic color; limited saves; retail discovery; privacy/export.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CFDE2F-ADEE-4CE6-82B7-A5A88524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09750"/>
            <a:ext cx="3524250" cy="33909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BF9FF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EF311B-DD18-4054-8897-EFD0ECCA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GUIDED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9C23BC-DF06-4482-86C5-B58F148E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33650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0F172A"/>
                </a:solidFill>
              </a:defRPr>
            </a:defPPr>
            <a:lvl1pPr algn="l">
              <a:defRPr sz="2250" b="1">
                <a:solidFill>
                  <a:srgbClr val="0F172A"/>
                </a:solidFill>
              </a:defRPr>
            </a:lvl1pPr>
            <a:lvl2pPr algn="l">
              <a:defRPr sz="2250" b="1">
                <a:solidFill>
                  <a:srgbClr val="0F172A"/>
                </a:solidFill>
              </a:defRPr>
            </a:lvl2pPr>
            <a:lvl3pPr algn="l">
              <a:defRPr sz="2250" b="1">
                <a:solidFill>
                  <a:srgbClr val="0F172A"/>
                </a:solidFill>
              </a:defRPr>
            </a:lvl3pPr>
            <a:lvl4pPr algn="l">
              <a:defRPr sz="2250" b="1">
                <a:solidFill>
                  <a:srgbClr val="0F172A"/>
                </a:solidFill>
              </a:defRPr>
            </a:lvl4pPr>
            <a:lvl5pPr algn="l">
              <a:defRPr sz="2250" b="1">
                <a:solidFill>
                  <a:srgbClr val="0F172A"/>
                </a:solidFill>
              </a:defRPr>
            </a:lvl5pPr>
            <a:lvl6pPr algn="l">
              <a:defRPr sz="2250" b="1">
                <a:solidFill>
                  <a:srgbClr val="0F172A"/>
                </a:solidFill>
              </a:defRPr>
            </a:lvl6pPr>
            <a:lvl7pPr algn="l">
              <a:defRPr sz="2250" b="1">
                <a:solidFill>
                  <a:srgbClr val="0F172A"/>
                </a:solidFill>
              </a:defRPr>
            </a:lvl7pPr>
            <a:lvl8pPr algn="l">
              <a:defRPr sz="2250" b="1">
                <a:solidFill>
                  <a:srgbClr val="0F172A"/>
                </a:solidFill>
              </a:defRPr>
            </a:lvl8pPr>
            <a:lvl9pPr algn="l">
              <a:defRPr sz="22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$14.99/mo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A5E5F1-C462-4D72-A5CF-9F26DF4F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99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6D28D9"/>
                </a:solidFill>
              </a:defRPr>
            </a:defPPr>
            <a:lvl1pPr algn="l">
              <a:defRPr sz="1050" b="1">
                <a:solidFill>
                  <a:srgbClr val="6D28D9"/>
                </a:solidFill>
              </a:defRPr>
            </a:lvl1pPr>
            <a:lvl2pPr algn="l">
              <a:defRPr sz="1050" b="1">
                <a:solidFill>
                  <a:srgbClr val="6D28D9"/>
                </a:solidFill>
              </a:defRPr>
            </a:lvl2pPr>
            <a:lvl3pPr algn="l">
              <a:defRPr sz="1050" b="1">
                <a:solidFill>
                  <a:srgbClr val="6D28D9"/>
                </a:solidFill>
              </a:defRPr>
            </a:lvl3pPr>
            <a:lvl4pPr algn="l">
              <a:defRPr sz="1050" b="1">
                <a:solidFill>
                  <a:srgbClr val="6D28D9"/>
                </a:solidFill>
              </a:defRPr>
            </a:lvl4pPr>
            <a:lvl5pPr algn="l">
              <a:defRPr sz="1050" b="1">
                <a:solidFill>
                  <a:srgbClr val="6D28D9"/>
                </a:solidFill>
              </a:defRPr>
            </a:lvl5pPr>
            <a:lvl6pPr algn="l">
              <a:defRPr sz="1050" b="1">
                <a:solidFill>
                  <a:srgbClr val="6D28D9"/>
                </a:solidFill>
              </a:defRPr>
            </a:lvl6pPr>
            <a:lvl7pPr algn="l">
              <a:defRPr sz="1050" b="1">
                <a:solidFill>
                  <a:srgbClr val="6D28D9"/>
                </a:solidFill>
              </a:defRPr>
            </a:lvl7pPr>
            <a:lvl8pPr algn="l">
              <a:defRPr sz="1050" b="1">
                <a:solidFill>
                  <a:srgbClr val="6D28D9"/>
                </a:solidFill>
              </a:defRPr>
            </a:lvl8pPr>
            <a:lvl9pPr algn="l">
              <a:defRPr sz="1050" b="1">
                <a:solidFill>
                  <a:srgbClr val="6D28D9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D28D9"/>
                </a:solidFill>
              </a:defRPr>
            </a:pPr>
            <a:r>
              <a:rPr sz="1050" b="1">
                <a:solidFill>
                  <a:srgbClr val="6D28D9"/>
                </a:solidFill>
              </a:rPr>
              <a:t>$149.99/yr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AB97E4-B5AA-4A97-AE1B-D8597C22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86150"/>
            <a:ext cx="30670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B6475"/>
                </a:solidFill>
              </a:defRPr>
            </a:defPPr>
            <a:lvl1pPr algn="l">
              <a:defRPr sz="975" b="0">
                <a:solidFill>
                  <a:srgbClr val="5B6475"/>
                </a:solidFill>
              </a:defRPr>
            </a:lvl1pPr>
            <a:lvl2pPr algn="l">
              <a:defRPr sz="975" b="0">
                <a:solidFill>
                  <a:srgbClr val="5B6475"/>
                </a:solidFill>
              </a:defRPr>
            </a:lvl2pPr>
            <a:lvl3pPr algn="l">
              <a:defRPr sz="975" b="0">
                <a:solidFill>
                  <a:srgbClr val="5B6475"/>
                </a:solidFill>
              </a:defRPr>
            </a:lvl3pPr>
            <a:lvl4pPr algn="l">
              <a:defRPr sz="975" b="0">
                <a:solidFill>
                  <a:srgbClr val="5B6475"/>
                </a:solidFill>
              </a:defRPr>
            </a:lvl4pPr>
            <a:lvl5pPr algn="l">
              <a:defRPr sz="975" b="0">
                <a:solidFill>
                  <a:srgbClr val="5B6475"/>
                </a:solidFill>
              </a:defRPr>
            </a:lvl5pPr>
            <a:lvl6pPr algn="l">
              <a:defRPr sz="975" b="0">
                <a:solidFill>
                  <a:srgbClr val="5B6475"/>
                </a:solidFill>
              </a:defRPr>
            </a:lvl6pPr>
            <a:lvl7pPr algn="l">
              <a:defRPr sz="975" b="0">
                <a:solidFill>
                  <a:srgbClr val="5B6475"/>
                </a:solidFill>
              </a:defRPr>
            </a:lvl7pPr>
            <a:lvl8pPr algn="l">
              <a:defRPr sz="975" b="0">
                <a:solidFill>
                  <a:srgbClr val="5B6475"/>
                </a:solidFill>
              </a:defRPr>
            </a:lvl8pPr>
            <a:lvl9pPr algn="l">
              <a:defRPr sz="975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B6475"/>
                </a:solidFill>
              </a:defRPr>
            </a:pPr>
            <a:r>
              <a:rPr sz="975" b="0">
                <a:solidFill>
                  <a:srgbClr val="5B6475"/>
                </a:solidFill>
              </a:rPr>
              <a:t>Full routine, anti-aging education, progress, wardrobe, images, history, standard AI and reminders.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6187C3-F90F-4494-81C8-81A92787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81550"/>
            <a:ext cx="17335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9525">
            <a:solidFill>
              <a:srgbClr val="EAF7F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0F9D78"/>
                </a:solidFill>
              </a:defRPr>
            </a:defPPr>
            <a:lvl1pPr algn="ctr">
              <a:defRPr sz="825" b="1">
                <a:solidFill>
                  <a:srgbClr val="0F9D78"/>
                </a:solidFill>
              </a:defRPr>
            </a:lvl1pPr>
            <a:lvl2pPr algn="ctr">
              <a:defRPr sz="825" b="1">
                <a:solidFill>
                  <a:srgbClr val="0F9D78"/>
                </a:solidFill>
              </a:defRPr>
            </a:lvl2pPr>
            <a:lvl3pPr algn="ctr">
              <a:defRPr sz="825" b="1">
                <a:solidFill>
                  <a:srgbClr val="0F9D78"/>
                </a:solidFill>
              </a:defRPr>
            </a:lvl3pPr>
            <a:lvl4pPr algn="ctr">
              <a:defRPr sz="825" b="1">
                <a:solidFill>
                  <a:srgbClr val="0F9D78"/>
                </a:solidFill>
              </a:defRPr>
            </a:lvl4pPr>
            <a:lvl5pPr algn="ctr">
              <a:defRPr sz="825" b="1">
                <a:solidFill>
                  <a:srgbClr val="0F9D78"/>
                </a:solidFill>
              </a:defRPr>
            </a:lvl5pPr>
            <a:lvl6pPr algn="ctr">
              <a:defRPr sz="825" b="1">
                <a:solidFill>
                  <a:srgbClr val="0F9D78"/>
                </a:solidFill>
              </a:defRPr>
            </a:lvl6pPr>
            <a:lvl7pPr algn="ctr">
              <a:defRPr sz="825" b="1">
                <a:solidFill>
                  <a:srgbClr val="0F9D78"/>
                </a:solidFill>
              </a:defRPr>
            </a:lvl7pPr>
            <a:lvl8pPr algn="ctr">
              <a:defRPr sz="825" b="1">
                <a:solidFill>
                  <a:srgbClr val="0F9D78"/>
                </a:solidFill>
              </a:defRPr>
            </a:lvl8pPr>
            <a:lvl9pPr algn="ctr">
              <a:defRPr sz="825" b="1">
                <a:solidFill>
                  <a:srgbClr val="0F9D78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0F9D78"/>
                </a:solidFill>
              </a:defRPr>
            </a:pPr>
            <a:r>
              <a:rPr sz="825" b="1">
                <a:solidFill>
                  <a:srgbClr val="0F9D78"/>
                </a:solidFill>
              </a:rPr>
              <a:t>~2 months free annually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9A8CED-9A44-41B7-99C5-9831D2AC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09750"/>
            <a:ext cx="3524250" cy="33909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313914-0B35-4366-ACEB-029AFD15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3835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STUDIO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E5335C-B99D-4D66-9D28-F2E111B4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33650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0F172A"/>
                </a:solidFill>
              </a:defRPr>
            </a:defPPr>
            <a:lvl1pPr algn="l">
              <a:defRPr sz="2250" b="1">
                <a:solidFill>
                  <a:srgbClr val="0F172A"/>
                </a:solidFill>
              </a:defRPr>
            </a:lvl1pPr>
            <a:lvl2pPr algn="l">
              <a:defRPr sz="2250" b="1">
                <a:solidFill>
                  <a:srgbClr val="0F172A"/>
                </a:solidFill>
              </a:defRPr>
            </a:lvl2pPr>
            <a:lvl3pPr algn="l">
              <a:defRPr sz="2250" b="1">
                <a:solidFill>
                  <a:srgbClr val="0F172A"/>
                </a:solidFill>
              </a:defRPr>
            </a:lvl3pPr>
            <a:lvl4pPr algn="l">
              <a:defRPr sz="2250" b="1">
                <a:solidFill>
                  <a:srgbClr val="0F172A"/>
                </a:solidFill>
              </a:defRPr>
            </a:lvl4pPr>
            <a:lvl5pPr algn="l">
              <a:defRPr sz="2250" b="1">
                <a:solidFill>
                  <a:srgbClr val="0F172A"/>
                </a:solidFill>
              </a:defRPr>
            </a:lvl5pPr>
            <a:lvl6pPr algn="l">
              <a:defRPr sz="2250" b="1">
                <a:solidFill>
                  <a:srgbClr val="0F172A"/>
                </a:solidFill>
              </a:defRPr>
            </a:lvl6pPr>
            <a:lvl7pPr algn="l">
              <a:defRPr sz="2250" b="1">
                <a:solidFill>
                  <a:srgbClr val="0F172A"/>
                </a:solidFill>
              </a:defRPr>
            </a:lvl7pPr>
            <a:lvl8pPr algn="l">
              <a:defRPr sz="2250" b="1">
                <a:solidFill>
                  <a:srgbClr val="0F172A"/>
                </a:solidFill>
              </a:defRPr>
            </a:lvl8pPr>
            <a:lvl9pPr algn="l">
              <a:defRPr sz="22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$29.99/mo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2D1C61-A677-4BAA-894E-708A18D1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099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891B2"/>
                </a:solidFill>
              </a:defRPr>
            </a:defPPr>
            <a:lvl1pPr algn="l">
              <a:defRPr sz="1050" b="1">
                <a:solidFill>
                  <a:srgbClr val="0891B2"/>
                </a:solidFill>
              </a:defRPr>
            </a:lvl1pPr>
            <a:lvl2pPr algn="l">
              <a:defRPr sz="1050" b="1">
                <a:solidFill>
                  <a:srgbClr val="0891B2"/>
                </a:solidFill>
              </a:defRPr>
            </a:lvl2pPr>
            <a:lvl3pPr algn="l">
              <a:defRPr sz="1050" b="1">
                <a:solidFill>
                  <a:srgbClr val="0891B2"/>
                </a:solidFill>
              </a:defRPr>
            </a:lvl3pPr>
            <a:lvl4pPr algn="l">
              <a:defRPr sz="1050" b="1">
                <a:solidFill>
                  <a:srgbClr val="0891B2"/>
                </a:solidFill>
              </a:defRPr>
            </a:lvl4pPr>
            <a:lvl5pPr algn="l">
              <a:defRPr sz="1050" b="1">
                <a:solidFill>
                  <a:srgbClr val="0891B2"/>
                </a:solidFill>
              </a:defRPr>
            </a:lvl5pPr>
            <a:lvl6pPr algn="l">
              <a:defRPr sz="1050" b="1">
                <a:solidFill>
                  <a:srgbClr val="0891B2"/>
                </a:solidFill>
              </a:defRPr>
            </a:lvl6pPr>
            <a:lvl7pPr algn="l">
              <a:defRPr sz="1050" b="1">
                <a:solidFill>
                  <a:srgbClr val="0891B2"/>
                </a:solidFill>
              </a:defRPr>
            </a:lvl7pPr>
            <a:lvl8pPr algn="l">
              <a:defRPr sz="1050" b="1">
                <a:solidFill>
                  <a:srgbClr val="0891B2"/>
                </a:solidFill>
              </a:defRPr>
            </a:lvl8pPr>
            <a:lvl9pPr algn="l">
              <a:defRPr sz="1050" b="1">
                <a:solidFill>
                  <a:srgbClr val="0891B2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891B2"/>
                </a:solidFill>
              </a:defRPr>
            </a:pPr>
            <a:r>
              <a:rPr sz="1050" b="1">
                <a:solidFill>
                  <a:srgbClr val="0891B2"/>
                </a:solidFill>
              </a:rPr>
              <a:t>$299.99/yr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C72016-58AB-42C2-80FA-9A87B512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86150"/>
            <a:ext cx="30670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B6475"/>
                </a:solidFill>
              </a:defRPr>
            </a:defPPr>
            <a:lvl1pPr algn="l">
              <a:defRPr sz="975" b="0">
                <a:solidFill>
                  <a:srgbClr val="5B6475"/>
                </a:solidFill>
              </a:defRPr>
            </a:lvl1pPr>
            <a:lvl2pPr algn="l">
              <a:defRPr sz="975" b="0">
                <a:solidFill>
                  <a:srgbClr val="5B6475"/>
                </a:solidFill>
              </a:defRPr>
            </a:lvl2pPr>
            <a:lvl3pPr algn="l">
              <a:defRPr sz="975" b="0">
                <a:solidFill>
                  <a:srgbClr val="5B6475"/>
                </a:solidFill>
              </a:defRPr>
            </a:lvl3pPr>
            <a:lvl4pPr algn="l">
              <a:defRPr sz="975" b="0">
                <a:solidFill>
                  <a:srgbClr val="5B6475"/>
                </a:solidFill>
              </a:defRPr>
            </a:lvl4pPr>
            <a:lvl5pPr algn="l">
              <a:defRPr sz="975" b="0">
                <a:solidFill>
                  <a:srgbClr val="5B6475"/>
                </a:solidFill>
              </a:defRPr>
            </a:lvl5pPr>
            <a:lvl6pPr algn="l">
              <a:defRPr sz="975" b="0">
                <a:solidFill>
                  <a:srgbClr val="5B6475"/>
                </a:solidFill>
              </a:defRPr>
            </a:lvl6pPr>
            <a:lvl7pPr algn="l">
              <a:defRPr sz="975" b="0">
                <a:solidFill>
                  <a:srgbClr val="5B6475"/>
                </a:solidFill>
              </a:defRPr>
            </a:lvl7pPr>
            <a:lvl8pPr algn="l">
              <a:defRPr sz="975" b="0">
                <a:solidFill>
                  <a:srgbClr val="5B6475"/>
                </a:solidFill>
              </a:defRPr>
            </a:lvl8pPr>
            <a:lvl9pPr algn="l">
              <a:defRPr sz="975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B6475"/>
                </a:solidFill>
              </a:defRPr>
            </a:pPr>
            <a:r>
              <a:rPr sz="975" b="0">
                <a:solidFill>
                  <a:srgbClr val="5B6475"/>
                </a:solidFill>
              </a:rPr>
              <a:t>Higher AI allowance, cross-domain synthesis, advanced exports, priority support, early features and guest access.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2107A9-0376-4FE2-90EF-B743353F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81550"/>
            <a:ext cx="17335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9525">
            <a:solidFill>
              <a:srgbClr val="EAF7F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0F9D78"/>
                </a:solidFill>
              </a:defRPr>
            </a:defPPr>
            <a:lvl1pPr algn="ctr">
              <a:defRPr sz="825" b="1">
                <a:solidFill>
                  <a:srgbClr val="0F9D78"/>
                </a:solidFill>
              </a:defRPr>
            </a:lvl1pPr>
            <a:lvl2pPr algn="ctr">
              <a:defRPr sz="825" b="1">
                <a:solidFill>
                  <a:srgbClr val="0F9D78"/>
                </a:solidFill>
              </a:defRPr>
            </a:lvl2pPr>
            <a:lvl3pPr algn="ctr">
              <a:defRPr sz="825" b="1">
                <a:solidFill>
                  <a:srgbClr val="0F9D78"/>
                </a:solidFill>
              </a:defRPr>
            </a:lvl3pPr>
            <a:lvl4pPr algn="ctr">
              <a:defRPr sz="825" b="1">
                <a:solidFill>
                  <a:srgbClr val="0F9D78"/>
                </a:solidFill>
              </a:defRPr>
            </a:lvl4pPr>
            <a:lvl5pPr algn="ctr">
              <a:defRPr sz="825" b="1">
                <a:solidFill>
                  <a:srgbClr val="0F9D78"/>
                </a:solidFill>
              </a:defRPr>
            </a:lvl5pPr>
            <a:lvl6pPr algn="ctr">
              <a:defRPr sz="825" b="1">
                <a:solidFill>
                  <a:srgbClr val="0F9D78"/>
                </a:solidFill>
              </a:defRPr>
            </a:lvl6pPr>
            <a:lvl7pPr algn="ctr">
              <a:defRPr sz="825" b="1">
                <a:solidFill>
                  <a:srgbClr val="0F9D78"/>
                </a:solidFill>
              </a:defRPr>
            </a:lvl7pPr>
            <a:lvl8pPr algn="ctr">
              <a:defRPr sz="825" b="1">
                <a:solidFill>
                  <a:srgbClr val="0F9D78"/>
                </a:solidFill>
              </a:defRPr>
            </a:lvl8pPr>
            <a:lvl9pPr algn="ctr">
              <a:defRPr sz="825" b="1">
                <a:solidFill>
                  <a:srgbClr val="0F9D78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0F9D78"/>
                </a:solidFill>
              </a:defRPr>
            </a:pPr>
            <a:r>
              <a:rPr sz="825" b="1">
                <a:solidFill>
                  <a:srgbClr val="0F9D78"/>
                </a:solidFill>
              </a:rPr>
              <a:t>~2 months free annually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A0F589-1AD4-435B-A5FB-36745A65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953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1143B"/>
          </a:solidFill>
          <a:ln xmlns:a="http://schemas.openxmlformats.org/drawingml/2006/main" w="9525">
            <a:solidFill>
              <a:srgbClr val="21143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21A15B-9D53-4F77-9C0C-7CFAB488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721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defRPr sz="975" b="1">
                <a:solidFill>
                  <a:srgbClr val="FFFFFF"/>
                </a:solidFill>
              </a:defRPr>
            </a:lvl1pPr>
            <a:lvl2pPr algn="ctr">
              <a:defRPr sz="975" b="1">
                <a:solidFill>
                  <a:srgbClr val="FFFFFF"/>
                </a:solidFill>
              </a:defRPr>
            </a:lvl2pPr>
            <a:lvl3pPr algn="ctr">
              <a:defRPr sz="975" b="1">
                <a:solidFill>
                  <a:srgbClr val="FFFFFF"/>
                </a:solidFill>
              </a:defRPr>
            </a:lvl3pPr>
            <a:lvl4pPr algn="ctr">
              <a:defRPr sz="975" b="1">
                <a:solidFill>
                  <a:srgbClr val="FFFFFF"/>
                </a:solidFill>
              </a:defRPr>
            </a:lvl4pPr>
            <a:lvl5pPr algn="ctr">
              <a:defRPr sz="975" b="1">
                <a:solidFill>
                  <a:srgbClr val="FFFFFF"/>
                </a:solidFill>
              </a:defRPr>
            </a:lvl5pPr>
            <a:lvl6pPr algn="ctr">
              <a:defRPr sz="975" b="1">
                <a:solidFill>
                  <a:srgbClr val="FFFFFF"/>
                </a:solidFill>
              </a:defRPr>
            </a:lvl6pPr>
            <a:lvl7pPr algn="ctr">
              <a:defRPr sz="975" b="1">
                <a:solidFill>
                  <a:srgbClr val="FFFFFF"/>
                </a:solidFill>
              </a:defRPr>
            </a:lvl7pPr>
            <a:lvl8pPr algn="ctr">
              <a:defRPr sz="975" b="1">
                <a:solidFill>
                  <a:srgbClr val="FFFFFF"/>
                </a:solidFill>
              </a:defRPr>
            </a:lvl8pPr>
            <a:lvl9pPr algn="ctr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Test price × annual anchor × AI allowance × trial. Guardrails: support load, AI cost/member, refunds and safety incidents.</a:t>
            </a:r>
          </a:p>
        </p:txBody>
      </p:sp>
    </p:spTree>
    <p:extLst>
      <p:ext uri="{BB962C8B-B14F-4D97-AF65-F5344CB8AC3E}">
        <p14:creationId xmlns:p14="http://schemas.microsoft.com/office/powerpoint/2010/main" val="26055466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074CB5-B9E8-4ECA-B4AC-0CDA43C6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6D28D9"/>
                </a:solidFill>
              </a:defRPr>
            </a:defPPr>
            <a:lvl1pPr algn="l">
              <a:defRPr sz="825" b="1">
                <a:solidFill>
                  <a:srgbClr val="6D28D9"/>
                </a:solidFill>
              </a:defRPr>
            </a:lvl1pPr>
            <a:lvl2pPr algn="l">
              <a:defRPr sz="825" b="1">
                <a:solidFill>
                  <a:srgbClr val="6D28D9"/>
                </a:solidFill>
              </a:defRPr>
            </a:lvl2pPr>
            <a:lvl3pPr algn="l">
              <a:defRPr sz="825" b="1">
                <a:solidFill>
                  <a:srgbClr val="6D28D9"/>
                </a:solidFill>
              </a:defRPr>
            </a:lvl3pPr>
            <a:lvl4pPr algn="l">
              <a:defRPr sz="825" b="1">
                <a:solidFill>
                  <a:srgbClr val="6D28D9"/>
                </a:solidFill>
              </a:defRPr>
            </a:lvl4pPr>
            <a:lvl5pPr algn="l">
              <a:defRPr sz="825" b="1">
                <a:solidFill>
                  <a:srgbClr val="6D28D9"/>
                </a:solidFill>
              </a:defRPr>
            </a:lvl5pPr>
            <a:lvl6pPr algn="l">
              <a:defRPr sz="825" b="1">
                <a:solidFill>
                  <a:srgbClr val="6D28D9"/>
                </a:solidFill>
              </a:defRPr>
            </a:lvl6pPr>
            <a:lvl7pPr algn="l">
              <a:defRPr sz="825" b="1">
                <a:solidFill>
                  <a:srgbClr val="6D28D9"/>
                </a:solidFill>
              </a:defRPr>
            </a:lvl7pPr>
            <a:lvl8pPr algn="l">
              <a:defRPr sz="825" b="1">
                <a:solidFill>
                  <a:srgbClr val="6D28D9"/>
                </a:solidFill>
              </a:defRPr>
            </a:lvl8pPr>
            <a:lvl9pPr algn="l">
              <a:defRPr sz="825" b="1">
                <a:solidFill>
                  <a:srgbClr val="6D28D9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6D28D9"/>
                </a:solidFill>
              </a:defRPr>
            </a:pPr>
            <a:r>
              <a:rPr sz="825" b="1">
                <a:solidFill>
                  <a:srgbClr val="6D28D9"/>
                </a:solidFill>
              </a:rPr>
              <a:t>PRODUCTION COMPLETION TEMPLATE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3734F-B982-4CE2-BB57-BDFC8E4F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0F172A"/>
                </a:solidFill>
              </a:defRPr>
            </a:defPPr>
            <a:lvl1pPr algn="l">
              <a:defRPr sz="2250" b="1">
                <a:solidFill>
                  <a:srgbClr val="0F172A"/>
                </a:solidFill>
              </a:defRPr>
            </a:lvl1pPr>
            <a:lvl2pPr algn="l">
              <a:defRPr sz="2250" b="1">
                <a:solidFill>
                  <a:srgbClr val="0F172A"/>
                </a:solidFill>
              </a:defRPr>
            </a:lvl2pPr>
            <a:lvl3pPr algn="l">
              <a:defRPr sz="2250" b="1">
                <a:solidFill>
                  <a:srgbClr val="0F172A"/>
                </a:solidFill>
              </a:defRPr>
            </a:lvl3pPr>
            <a:lvl4pPr algn="l">
              <a:defRPr sz="2250" b="1">
                <a:solidFill>
                  <a:srgbClr val="0F172A"/>
                </a:solidFill>
              </a:defRPr>
            </a:lvl4pPr>
            <a:lvl5pPr algn="l">
              <a:defRPr sz="2250" b="1">
                <a:solidFill>
                  <a:srgbClr val="0F172A"/>
                </a:solidFill>
              </a:defRPr>
            </a:lvl5pPr>
            <a:lvl6pPr algn="l">
              <a:defRPr sz="2250" b="1">
                <a:solidFill>
                  <a:srgbClr val="0F172A"/>
                </a:solidFill>
              </a:defRPr>
            </a:lvl6pPr>
            <a:lvl7pPr algn="l">
              <a:defRPr sz="2250" b="1">
                <a:solidFill>
                  <a:srgbClr val="0F172A"/>
                </a:solidFill>
              </a:defRPr>
            </a:lvl7pPr>
            <a:lvl8pPr algn="l">
              <a:defRPr sz="2250" b="1">
                <a:solidFill>
                  <a:srgbClr val="0F172A"/>
                </a:solidFill>
              </a:defRPr>
            </a:lvl8pPr>
            <a:lvl9pPr algn="l">
              <a:defRPr sz="22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Eight workstreams, each closed by reproducible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EF956-F1A4-4B66-9265-1847D899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B6475"/>
                </a:solidFill>
              </a:defRPr>
            </a:defPPr>
            <a:lvl1pPr algn="l">
              <a:defRPr sz="1050" b="0">
                <a:solidFill>
                  <a:srgbClr val="5B6475"/>
                </a:solidFill>
              </a:defRPr>
            </a:lvl1pPr>
            <a:lvl2pPr algn="l">
              <a:defRPr sz="1050" b="0">
                <a:solidFill>
                  <a:srgbClr val="5B6475"/>
                </a:solidFill>
              </a:defRPr>
            </a:lvl2pPr>
            <a:lvl3pPr algn="l">
              <a:defRPr sz="1050" b="0">
                <a:solidFill>
                  <a:srgbClr val="5B6475"/>
                </a:solidFill>
              </a:defRPr>
            </a:lvl3pPr>
            <a:lvl4pPr algn="l">
              <a:defRPr sz="1050" b="0">
                <a:solidFill>
                  <a:srgbClr val="5B6475"/>
                </a:solidFill>
              </a:defRPr>
            </a:lvl4pPr>
            <a:lvl5pPr algn="l">
              <a:defRPr sz="1050" b="0">
                <a:solidFill>
                  <a:srgbClr val="5B6475"/>
                </a:solidFill>
              </a:defRPr>
            </a:lvl5pPr>
            <a:lvl6pPr algn="l">
              <a:defRPr sz="1050" b="0">
                <a:solidFill>
                  <a:srgbClr val="5B6475"/>
                </a:solidFill>
              </a:defRPr>
            </a:lvl6pPr>
            <a:lvl7pPr algn="l">
              <a:defRPr sz="1050" b="0">
                <a:solidFill>
                  <a:srgbClr val="5B6475"/>
                </a:solidFill>
              </a:defRPr>
            </a:lvl7pPr>
            <a:lvl8pPr algn="l">
              <a:defRPr sz="1050" b="0">
                <a:solidFill>
                  <a:srgbClr val="5B6475"/>
                </a:solidFill>
              </a:defRPr>
            </a:lvl8pPr>
            <a:lvl9pPr algn="l">
              <a:defRPr sz="10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No workstream is complete merely because a setting exists or a test passed once.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35716-0242-41A5-A846-538E6809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F"/>
          </a:solidFill>
          <a:ln xmlns:a="http://schemas.openxmlformats.org/drawingml/2006/main" w="0">
            <a:solidFill>
              <a:srgbClr val="EEE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D6C22-41C1-4515-A4FD-ACB07BB6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75" b="0">
                <a:solidFill>
                  <a:srgbClr val="7A8291"/>
                </a:solidFill>
              </a:defRPr>
            </a:defPPr>
            <a:lvl1pPr algn="l">
              <a:defRPr sz="675" b="0">
                <a:solidFill>
                  <a:srgbClr val="7A8291"/>
                </a:solidFill>
              </a:defRPr>
            </a:lvl1pPr>
            <a:lvl2pPr algn="l">
              <a:defRPr sz="675" b="0">
                <a:solidFill>
                  <a:srgbClr val="7A8291"/>
                </a:solidFill>
              </a:defRPr>
            </a:lvl2pPr>
            <a:lvl3pPr algn="l">
              <a:defRPr sz="675" b="0">
                <a:solidFill>
                  <a:srgbClr val="7A8291"/>
                </a:solidFill>
              </a:defRPr>
            </a:lvl3pPr>
            <a:lvl4pPr algn="l">
              <a:defRPr sz="675" b="0">
                <a:solidFill>
                  <a:srgbClr val="7A8291"/>
                </a:solidFill>
              </a:defRPr>
            </a:lvl4pPr>
            <a:lvl5pPr algn="l">
              <a:defRPr sz="675" b="0">
                <a:solidFill>
                  <a:srgbClr val="7A8291"/>
                </a:solidFill>
              </a:defRPr>
            </a:lvl5pPr>
            <a:lvl6pPr algn="l">
              <a:defRPr sz="675" b="0">
                <a:solidFill>
                  <a:srgbClr val="7A8291"/>
                </a:solidFill>
              </a:defRPr>
            </a:lvl6pPr>
            <a:lvl7pPr algn="l">
              <a:defRPr sz="675" b="0">
                <a:solidFill>
                  <a:srgbClr val="7A8291"/>
                </a:solidFill>
              </a:defRPr>
            </a:lvl7pPr>
            <a:lvl8pPr algn="l">
              <a:defRPr sz="675" b="0">
                <a:solidFill>
                  <a:srgbClr val="7A8291"/>
                </a:solidFill>
              </a:defRPr>
            </a:lvl8pPr>
            <a:lvl9pPr algn="l">
              <a:defRPr sz="675" b="0">
                <a:solidFill>
                  <a:srgbClr val="7A8291"/>
                </a:solidFill>
              </a:defRPr>
            </a:lvl9pPr>
          </a:lstStyle>
          <a:p xmlns:a="http://schemas.openxmlformats.org/drawingml/2006/main">
            <a:pPr algn="l">
              <a:defRPr sz="675" b="0">
                <a:solidFill>
                  <a:srgbClr val="7A8291"/>
                </a:solidFill>
              </a:defRPr>
            </a:pPr>
            <a:r>
              <a:rPr sz="675" b="0">
                <a:solidFill>
                  <a:srgbClr val="7A8291"/>
                </a:solidFill>
              </a:rPr>
              <a:t>MGT SKIN CARE · PRODUCT &amp; PRODUCTION BLUEPRINT · 25 OCT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C5C8FB-68BC-4729-BCE8-27F9DE5F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1">
                <a:solidFill>
                  <a:srgbClr val="7A8291"/>
                </a:solidFill>
              </a:defRPr>
            </a:defPPr>
            <a:lvl1pPr algn="r">
              <a:defRPr sz="750" b="1">
                <a:solidFill>
                  <a:srgbClr val="7A8291"/>
                </a:solidFill>
              </a:defRPr>
            </a:lvl1pPr>
            <a:lvl2pPr algn="r">
              <a:defRPr sz="750" b="1">
                <a:solidFill>
                  <a:srgbClr val="7A8291"/>
                </a:solidFill>
              </a:defRPr>
            </a:lvl2pPr>
            <a:lvl3pPr algn="r">
              <a:defRPr sz="750" b="1">
                <a:solidFill>
                  <a:srgbClr val="7A8291"/>
                </a:solidFill>
              </a:defRPr>
            </a:lvl3pPr>
            <a:lvl4pPr algn="r">
              <a:defRPr sz="750" b="1">
                <a:solidFill>
                  <a:srgbClr val="7A8291"/>
                </a:solidFill>
              </a:defRPr>
            </a:lvl4pPr>
            <a:lvl5pPr algn="r">
              <a:defRPr sz="750" b="1">
                <a:solidFill>
                  <a:srgbClr val="7A8291"/>
                </a:solidFill>
              </a:defRPr>
            </a:lvl5pPr>
            <a:lvl6pPr algn="r">
              <a:defRPr sz="750" b="1">
                <a:solidFill>
                  <a:srgbClr val="7A8291"/>
                </a:solidFill>
              </a:defRPr>
            </a:lvl6pPr>
            <a:lvl7pPr algn="r">
              <a:defRPr sz="750" b="1">
                <a:solidFill>
                  <a:srgbClr val="7A8291"/>
                </a:solidFill>
              </a:defRPr>
            </a:lvl7pPr>
            <a:lvl8pPr algn="r">
              <a:defRPr sz="750" b="1">
                <a:solidFill>
                  <a:srgbClr val="7A8291"/>
                </a:solidFill>
              </a:defRPr>
            </a:lvl8pPr>
            <a:lvl9pPr algn="r">
              <a:defRPr sz="750" b="1">
                <a:solidFill>
                  <a:srgbClr val="7A8291"/>
                </a:solidFill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7A8291"/>
                </a:solidFill>
              </a:defRPr>
            </a:pPr>
            <a:r>
              <a:rPr sz="750" b="1">
                <a:solidFill>
                  <a:srgbClr val="7A8291"/>
                </a:solidFill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4A86F-3E10-471C-9F24-142EDFDF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5257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50167B-EB30-4673-90D3-9CE6DA49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1. Product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1FF106-F114-4A13-8B5D-B36C6B8C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7716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0F172A"/>
                </a:solidFill>
              </a:defRPr>
            </a:defPPr>
            <a:lvl1pPr algn="l">
              <a:defRPr sz="900" b="1">
                <a:solidFill>
                  <a:srgbClr val="0F172A"/>
                </a:solidFill>
              </a:defRPr>
            </a:lvl1pPr>
            <a:lvl2pPr algn="l">
              <a:defRPr sz="900" b="1">
                <a:solidFill>
                  <a:srgbClr val="0F172A"/>
                </a:solidFill>
              </a:defRPr>
            </a:lvl2pPr>
            <a:lvl3pPr algn="l">
              <a:defRPr sz="900" b="1">
                <a:solidFill>
                  <a:srgbClr val="0F172A"/>
                </a:solidFill>
              </a:defRPr>
            </a:lvl3pPr>
            <a:lvl4pPr algn="l">
              <a:defRPr sz="900" b="1">
                <a:solidFill>
                  <a:srgbClr val="0F172A"/>
                </a:solidFill>
              </a:defRPr>
            </a:lvl4pPr>
            <a:lvl5pPr algn="l">
              <a:defRPr sz="900" b="1">
                <a:solidFill>
                  <a:srgbClr val="0F172A"/>
                </a:solidFill>
              </a:defRPr>
            </a:lvl5pPr>
            <a:lvl6pPr algn="l">
              <a:defRPr sz="900" b="1">
                <a:solidFill>
                  <a:srgbClr val="0F172A"/>
                </a:solidFill>
              </a:defRPr>
            </a:lvl6pPr>
            <a:lvl7pPr algn="l">
              <a:defRPr sz="900" b="1">
                <a:solidFill>
                  <a:srgbClr val="0F172A"/>
                </a:solidFill>
              </a:defRPr>
            </a:lvl7pPr>
            <a:lvl8pPr algn="l">
              <a:defRPr sz="900" b="1">
                <a:solidFill>
                  <a:srgbClr val="0F172A"/>
                </a:solidFill>
              </a:defRPr>
            </a:lvl8pPr>
            <a:lvl9pPr algn="l">
              <a:defRPr sz="90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F172A"/>
                </a:solidFill>
              </a:defRPr>
            </a:pPr>
            <a:r>
              <a:rPr sz="900" b="1">
                <a:solidFill>
                  <a:srgbClr val="0F172A"/>
                </a:solidFill>
              </a:rPr>
              <a:t>scope, copy, catalog, retailers, benefits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929EDB-BC18-4F10-9076-61333DDF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152650"/>
            <a:ext cx="354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B6475"/>
                </a:solidFill>
              </a:defRPr>
            </a:defPPr>
            <a:lvl1pPr algn="l">
              <a:defRPr sz="825" b="0">
                <a:solidFill>
                  <a:srgbClr val="5B6475"/>
                </a:solidFill>
              </a:defRPr>
            </a:lvl1pPr>
            <a:lvl2pPr algn="l">
              <a:defRPr sz="825" b="0">
                <a:solidFill>
                  <a:srgbClr val="5B6475"/>
                </a:solidFill>
              </a:defRPr>
            </a:lvl2pPr>
            <a:lvl3pPr algn="l">
              <a:defRPr sz="825" b="0">
                <a:solidFill>
                  <a:srgbClr val="5B6475"/>
                </a:solidFill>
              </a:defRPr>
            </a:lvl3pPr>
            <a:lvl4pPr algn="l">
              <a:defRPr sz="825" b="0">
                <a:solidFill>
                  <a:srgbClr val="5B6475"/>
                </a:solidFill>
              </a:defRPr>
            </a:lvl4pPr>
            <a:lvl5pPr algn="l">
              <a:defRPr sz="825" b="0">
                <a:solidFill>
                  <a:srgbClr val="5B6475"/>
                </a:solidFill>
              </a:defRPr>
            </a:lvl5pPr>
            <a:lvl6pPr algn="l">
              <a:defRPr sz="825" b="0">
                <a:solidFill>
                  <a:srgbClr val="5B6475"/>
                </a:solidFill>
              </a:defRPr>
            </a:lvl6pPr>
            <a:lvl7pPr algn="l">
              <a:defRPr sz="825" b="0">
                <a:solidFill>
                  <a:srgbClr val="5B6475"/>
                </a:solidFill>
              </a:defRPr>
            </a:lvl7pPr>
            <a:lvl8pPr algn="l">
              <a:defRPr sz="825" b="0">
                <a:solidFill>
                  <a:srgbClr val="5B6475"/>
                </a:solidFill>
              </a:defRPr>
            </a:lvl8pPr>
            <a:lvl9pPr algn="l">
              <a:defRPr sz="825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B6475"/>
                </a:solidFill>
              </a:defRPr>
            </a:pPr>
            <a:r>
              <a:rPr sz="825" b="0">
                <a:solidFill>
                  <a:srgbClr val="5B6475"/>
                </a:solidFill>
              </a:rPr>
              <a:t>Evidence: acceptance + screens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EBA281-E28D-4E1D-931B-53BE66FF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5257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42C6DA-08D5-4414-8AF8-A7E478F5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0975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2. Identity/privacy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2B9A8A-1D0D-45E8-BFB0-58D08C0E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716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0F172A"/>
                </a:solidFill>
              </a:defRPr>
            </a:defPPr>
            <a:lvl1pPr algn="l">
              <a:defRPr sz="900" b="1">
                <a:solidFill>
                  <a:srgbClr val="0F172A"/>
                </a:solidFill>
              </a:defRPr>
            </a:lvl1pPr>
            <a:lvl2pPr algn="l">
              <a:defRPr sz="900" b="1">
                <a:solidFill>
                  <a:srgbClr val="0F172A"/>
                </a:solidFill>
              </a:defRPr>
            </a:lvl2pPr>
            <a:lvl3pPr algn="l">
              <a:defRPr sz="900" b="1">
                <a:solidFill>
                  <a:srgbClr val="0F172A"/>
                </a:solidFill>
              </a:defRPr>
            </a:lvl3pPr>
            <a:lvl4pPr algn="l">
              <a:defRPr sz="900" b="1">
                <a:solidFill>
                  <a:srgbClr val="0F172A"/>
                </a:solidFill>
              </a:defRPr>
            </a:lvl4pPr>
            <a:lvl5pPr algn="l">
              <a:defRPr sz="900" b="1">
                <a:solidFill>
                  <a:srgbClr val="0F172A"/>
                </a:solidFill>
              </a:defRPr>
            </a:lvl5pPr>
            <a:lvl6pPr algn="l">
              <a:defRPr sz="900" b="1">
                <a:solidFill>
                  <a:srgbClr val="0F172A"/>
                </a:solidFill>
              </a:defRPr>
            </a:lvl6pPr>
            <a:lvl7pPr algn="l">
              <a:defRPr sz="900" b="1">
                <a:solidFill>
                  <a:srgbClr val="0F172A"/>
                </a:solidFill>
              </a:defRPr>
            </a:lvl7pPr>
            <a:lvl8pPr algn="l">
              <a:defRPr sz="900" b="1">
                <a:solidFill>
                  <a:srgbClr val="0F172A"/>
                </a:solidFill>
              </a:defRPr>
            </a:lvl8pPr>
            <a:lvl9pPr algn="l">
              <a:defRPr sz="90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F172A"/>
                </a:solidFill>
              </a:defRPr>
            </a:pPr>
            <a:r>
              <a:rPr sz="900" b="1">
                <a:solidFill>
                  <a:srgbClr val="0F172A"/>
                </a:solidFill>
              </a:rPr>
              <a:t>prod tenant, OAuth, roles, consent, retention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7556E-040A-4C8C-B099-EC390EE3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52650"/>
            <a:ext cx="354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B6475"/>
                </a:solidFill>
              </a:defRPr>
            </a:defPPr>
            <a:lvl1pPr algn="l">
              <a:defRPr sz="825" b="0">
                <a:solidFill>
                  <a:srgbClr val="5B6475"/>
                </a:solidFill>
              </a:defRPr>
            </a:lvl1pPr>
            <a:lvl2pPr algn="l">
              <a:defRPr sz="825" b="0">
                <a:solidFill>
                  <a:srgbClr val="5B6475"/>
                </a:solidFill>
              </a:defRPr>
            </a:lvl2pPr>
            <a:lvl3pPr algn="l">
              <a:defRPr sz="825" b="0">
                <a:solidFill>
                  <a:srgbClr val="5B6475"/>
                </a:solidFill>
              </a:defRPr>
            </a:lvl3pPr>
            <a:lvl4pPr algn="l">
              <a:defRPr sz="825" b="0">
                <a:solidFill>
                  <a:srgbClr val="5B6475"/>
                </a:solidFill>
              </a:defRPr>
            </a:lvl4pPr>
            <a:lvl5pPr algn="l">
              <a:defRPr sz="825" b="0">
                <a:solidFill>
                  <a:srgbClr val="5B6475"/>
                </a:solidFill>
              </a:defRPr>
            </a:lvl5pPr>
            <a:lvl6pPr algn="l">
              <a:defRPr sz="825" b="0">
                <a:solidFill>
                  <a:srgbClr val="5B6475"/>
                </a:solidFill>
              </a:defRPr>
            </a:lvl6pPr>
            <a:lvl7pPr algn="l">
              <a:defRPr sz="825" b="0">
                <a:solidFill>
                  <a:srgbClr val="5B6475"/>
                </a:solidFill>
              </a:defRPr>
            </a:lvl7pPr>
            <a:lvl8pPr algn="l">
              <a:defRPr sz="825" b="0">
                <a:solidFill>
                  <a:srgbClr val="5B6475"/>
                </a:solidFill>
              </a:defRPr>
            </a:lvl8pPr>
            <a:lvl9pPr algn="l">
              <a:defRPr sz="825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B6475"/>
                </a:solidFill>
              </a:defRPr>
            </a:pPr>
            <a:r>
              <a:rPr sz="825" b="0">
                <a:solidFill>
                  <a:srgbClr val="5B6475"/>
                </a:solidFill>
              </a:rPr>
              <a:t>Evidence: access + privacy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13CCBE-6863-4EFE-A225-32C0C385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43200"/>
            <a:ext cx="5257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35B3AA-9344-4FE8-9349-97308133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78"/>
          </a:solidFill>
          <a:ln xmlns:a="http://schemas.openxmlformats.org/drawingml/2006/main" w="9525">
            <a:solidFill>
              <a:srgbClr val="0F9D7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3. Data/backup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CE7121-8919-4FE3-B5A2-6A8C31F6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8384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0F172A"/>
                </a:solidFill>
              </a:defRPr>
            </a:defPPr>
            <a:lvl1pPr algn="l">
              <a:defRPr sz="900" b="1">
                <a:solidFill>
                  <a:srgbClr val="0F172A"/>
                </a:solidFill>
              </a:defRPr>
            </a:lvl1pPr>
            <a:lvl2pPr algn="l">
              <a:defRPr sz="900" b="1">
                <a:solidFill>
                  <a:srgbClr val="0F172A"/>
                </a:solidFill>
              </a:defRPr>
            </a:lvl2pPr>
            <a:lvl3pPr algn="l">
              <a:defRPr sz="900" b="1">
                <a:solidFill>
                  <a:srgbClr val="0F172A"/>
                </a:solidFill>
              </a:defRPr>
            </a:lvl3pPr>
            <a:lvl4pPr algn="l">
              <a:defRPr sz="900" b="1">
                <a:solidFill>
                  <a:srgbClr val="0F172A"/>
                </a:solidFill>
              </a:defRPr>
            </a:lvl4pPr>
            <a:lvl5pPr algn="l">
              <a:defRPr sz="900" b="1">
                <a:solidFill>
                  <a:srgbClr val="0F172A"/>
                </a:solidFill>
              </a:defRPr>
            </a:lvl5pPr>
            <a:lvl6pPr algn="l">
              <a:defRPr sz="900" b="1">
                <a:solidFill>
                  <a:srgbClr val="0F172A"/>
                </a:solidFill>
              </a:defRPr>
            </a:lvl6pPr>
            <a:lvl7pPr algn="l">
              <a:defRPr sz="900" b="1">
                <a:solidFill>
                  <a:srgbClr val="0F172A"/>
                </a:solidFill>
              </a:defRPr>
            </a:lvl7pPr>
            <a:lvl8pPr algn="l">
              <a:defRPr sz="900" b="1">
                <a:solidFill>
                  <a:srgbClr val="0F172A"/>
                </a:solidFill>
              </a:defRPr>
            </a:lvl8pPr>
            <a:lvl9pPr algn="l">
              <a:defRPr sz="90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F172A"/>
                </a:solidFill>
              </a:defRPr>
            </a:pPr>
            <a:r>
              <a:rPr sz="900" b="1">
                <a:solidFill>
                  <a:srgbClr val="0F172A"/>
                </a:solidFill>
              </a:rPr>
              <a:t>DB, migrations, RLS, PITR, GCS, Drive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3CAAA3-1BC6-4CE4-90F2-F55ABE42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219450"/>
            <a:ext cx="354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B6475"/>
                </a:solidFill>
              </a:defRPr>
            </a:defPPr>
            <a:lvl1pPr algn="l">
              <a:defRPr sz="825" b="0">
                <a:solidFill>
                  <a:srgbClr val="5B6475"/>
                </a:solidFill>
              </a:defRPr>
            </a:lvl1pPr>
            <a:lvl2pPr algn="l">
              <a:defRPr sz="825" b="0">
                <a:solidFill>
                  <a:srgbClr val="5B6475"/>
                </a:solidFill>
              </a:defRPr>
            </a:lvl2pPr>
            <a:lvl3pPr algn="l">
              <a:defRPr sz="825" b="0">
                <a:solidFill>
                  <a:srgbClr val="5B6475"/>
                </a:solidFill>
              </a:defRPr>
            </a:lvl3pPr>
            <a:lvl4pPr algn="l">
              <a:defRPr sz="825" b="0">
                <a:solidFill>
                  <a:srgbClr val="5B6475"/>
                </a:solidFill>
              </a:defRPr>
            </a:lvl4pPr>
            <a:lvl5pPr algn="l">
              <a:defRPr sz="825" b="0">
                <a:solidFill>
                  <a:srgbClr val="5B6475"/>
                </a:solidFill>
              </a:defRPr>
            </a:lvl5pPr>
            <a:lvl6pPr algn="l">
              <a:defRPr sz="825" b="0">
                <a:solidFill>
                  <a:srgbClr val="5B6475"/>
                </a:solidFill>
              </a:defRPr>
            </a:lvl6pPr>
            <a:lvl7pPr algn="l">
              <a:defRPr sz="825" b="0">
                <a:solidFill>
                  <a:srgbClr val="5B6475"/>
                </a:solidFill>
              </a:defRPr>
            </a:lvl7pPr>
            <a:lvl8pPr algn="l">
              <a:defRPr sz="825" b="0">
                <a:solidFill>
                  <a:srgbClr val="5B6475"/>
                </a:solidFill>
              </a:defRPr>
            </a:lvl8pPr>
            <a:lvl9pPr algn="l">
              <a:defRPr sz="825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B6475"/>
                </a:solidFill>
              </a:defRPr>
            </a:pPr>
            <a:r>
              <a:rPr sz="825" b="0">
                <a:solidFill>
                  <a:srgbClr val="5B6475"/>
                </a:solidFill>
              </a:rPr>
              <a:t>Evidence: restore + checksum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71B014-AED9-4347-98DC-4411AC4B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43200"/>
            <a:ext cx="5257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A07BE4-1001-4CA9-A96F-9DC09B90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7655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4. AI/quality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1319B0-B4DC-4836-886D-50153237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384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0F172A"/>
                </a:solidFill>
              </a:defRPr>
            </a:defPPr>
            <a:lvl1pPr algn="l">
              <a:defRPr sz="900" b="1">
                <a:solidFill>
                  <a:srgbClr val="0F172A"/>
                </a:solidFill>
              </a:defRPr>
            </a:lvl1pPr>
            <a:lvl2pPr algn="l">
              <a:defRPr sz="900" b="1">
                <a:solidFill>
                  <a:srgbClr val="0F172A"/>
                </a:solidFill>
              </a:defRPr>
            </a:lvl2pPr>
            <a:lvl3pPr algn="l">
              <a:defRPr sz="900" b="1">
                <a:solidFill>
                  <a:srgbClr val="0F172A"/>
                </a:solidFill>
              </a:defRPr>
            </a:lvl3pPr>
            <a:lvl4pPr algn="l">
              <a:defRPr sz="900" b="1">
                <a:solidFill>
                  <a:srgbClr val="0F172A"/>
                </a:solidFill>
              </a:defRPr>
            </a:lvl4pPr>
            <a:lvl5pPr algn="l">
              <a:defRPr sz="900" b="1">
                <a:solidFill>
                  <a:srgbClr val="0F172A"/>
                </a:solidFill>
              </a:defRPr>
            </a:lvl5pPr>
            <a:lvl6pPr algn="l">
              <a:defRPr sz="900" b="1">
                <a:solidFill>
                  <a:srgbClr val="0F172A"/>
                </a:solidFill>
              </a:defRPr>
            </a:lvl6pPr>
            <a:lvl7pPr algn="l">
              <a:defRPr sz="900" b="1">
                <a:solidFill>
                  <a:srgbClr val="0F172A"/>
                </a:solidFill>
              </a:defRPr>
            </a:lvl7pPr>
            <a:lvl8pPr algn="l">
              <a:defRPr sz="900" b="1">
                <a:solidFill>
                  <a:srgbClr val="0F172A"/>
                </a:solidFill>
              </a:defRPr>
            </a:lvl8pPr>
            <a:lvl9pPr algn="l">
              <a:defRPr sz="90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F172A"/>
                </a:solidFill>
              </a:defRPr>
            </a:pPr>
            <a:r>
              <a:rPr sz="900" b="1">
                <a:solidFill>
                  <a:srgbClr val="0F172A"/>
                </a:solidFill>
              </a:rPr>
              <a:t>routes, prompts, evals, budget, red-team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B0D193-AFC3-4AC1-8338-BE09CFBB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19450"/>
            <a:ext cx="354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B6475"/>
                </a:solidFill>
              </a:defRPr>
            </a:defPPr>
            <a:lvl1pPr algn="l">
              <a:defRPr sz="825" b="0">
                <a:solidFill>
                  <a:srgbClr val="5B6475"/>
                </a:solidFill>
              </a:defRPr>
            </a:lvl1pPr>
            <a:lvl2pPr algn="l">
              <a:defRPr sz="825" b="0">
                <a:solidFill>
                  <a:srgbClr val="5B6475"/>
                </a:solidFill>
              </a:defRPr>
            </a:lvl2pPr>
            <a:lvl3pPr algn="l">
              <a:defRPr sz="825" b="0">
                <a:solidFill>
                  <a:srgbClr val="5B6475"/>
                </a:solidFill>
              </a:defRPr>
            </a:lvl3pPr>
            <a:lvl4pPr algn="l">
              <a:defRPr sz="825" b="0">
                <a:solidFill>
                  <a:srgbClr val="5B6475"/>
                </a:solidFill>
              </a:defRPr>
            </a:lvl4pPr>
            <a:lvl5pPr algn="l">
              <a:defRPr sz="825" b="0">
                <a:solidFill>
                  <a:srgbClr val="5B6475"/>
                </a:solidFill>
              </a:defRPr>
            </a:lvl5pPr>
            <a:lvl6pPr algn="l">
              <a:defRPr sz="825" b="0">
                <a:solidFill>
                  <a:srgbClr val="5B6475"/>
                </a:solidFill>
              </a:defRPr>
            </a:lvl6pPr>
            <a:lvl7pPr algn="l">
              <a:defRPr sz="825" b="0">
                <a:solidFill>
                  <a:srgbClr val="5B6475"/>
                </a:solidFill>
              </a:defRPr>
            </a:lvl7pPr>
            <a:lvl8pPr algn="l">
              <a:defRPr sz="825" b="0">
                <a:solidFill>
                  <a:srgbClr val="5B6475"/>
                </a:solidFill>
              </a:defRPr>
            </a:lvl8pPr>
            <a:lvl9pPr algn="l">
              <a:defRPr sz="825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B6475"/>
                </a:solidFill>
              </a:defRPr>
            </a:pPr>
            <a:r>
              <a:rPr sz="825" b="0">
                <a:solidFill>
                  <a:srgbClr val="5B6475"/>
                </a:solidFill>
              </a:rPr>
              <a:t>Evidence: eval report + approval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1BD0BB-93BF-4EA5-A9EC-2A27B29A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5257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619F33-48EE-43C4-A49B-38D466EA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4343"/>
          </a:solidFill>
          <a:ln xmlns:a="http://schemas.openxmlformats.org/drawingml/2006/main" w="9525">
            <a:solidFill>
              <a:srgbClr val="D1434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5. Payments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A50EB4-3F17-453E-B2C5-4781FEBC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9052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0F172A"/>
                </a:solidFill>
              </a:defRPr>
            </a:defPPr>
            <a:lvl1pPr algn="l">
              <a:defRPr sz="900" b="1">
                <a:solidFill>
                  <a:srgbClr val="0F172A"/>
                </a:solidFill>
              </a:defRPr>
            </a:lvl1pPr>
            <a:lvl2pPr algn="l">
              <a:defRPr sz="900" b="1">
                <a:solidFill>
                  <a:srgbClr val="0F172A"/>
                </a:solidFill>
              </a:defRPr>
            </a:lvl2pPr>
            <a:lvl3pPr algn="l">
              <a:defRPr sz="900" b="1">
                <a:solidFill>
                  <a:srgbClr val="0F172A"/>
                </a:solidFill>
              </a:defRPr>
            </a:lvl3pPr>
            <a:lvl4pPr algn="l">
              <a:defRPr sz="900" b="1">
                <a:solidFill>
                  <a:srgbClr val="0F172A"/>
                </a:solidFill>
              </a:defRPr>
            </a:lvl4pPr>
            <a:lvl5pPr algn="l">
              <a:defRPr sz="900" b="1">
                <a:solidFill>
                  <a:srgbClr val="0F172A"/>
                </a:solidFill>
              </a:defRPr>
            </a:lvl5pPr>
            <a:lvl6pPr algn="l">
              <a:defRPr sz="900" b="1">
                <a:solidFill>
                  <a:srgbClr val="0F172A"/>
                </a:solidFill>
              </a:defRPr>
            </a:lvl6pPr>
            <a:lvl7pPr algn="l">
              <a:defRPr sz="900" b="1">
                <a:solidFill>
                  <a:srgbClr val="0F172A"/>
                </a:solidFill>
              </a:defRPr>
            </a:lvl7pPr>
            <a:lvl8pPr algn="l">
              <a:defRPr sz="900" b="1">
                <a:solidFill>
                  <a:srgbClr val="0F172A"/>
                </a:solidFill>
              </a:defRPr>
            </a:lvl8pPr>
            <a:lvl9pPr algn="l">
              <a:defRPr sz="90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F172A"/>
                </a:solidFill>
              </a:defRPr>
            </a:pPr>
            <a:r>
              <a:rPr sz="900" b="1">
                <a:solidFill>
                  <a:srgbClr val="0F172A"/>
                </a:solidFill>
              </a:rPr>
              <a:t>products/prices, Checkout, Portal, webhooks, tax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3DFBAA-4949-4386-B0B4-8639B7C5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286250"/>
            <a:ext cx="354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B6475"/>
                </a:solidFill>
              </a:defRPr>
            </a:defPPr>
            <a:lvl1pPr algn="l">
              <a:defRPr sz="825" b="0">
                <a:solidFill>
                  <a:srgbClr val="5B6475"/>
                </a:solidFill>
              </a:defRPr>
            </a:lvl1pPr>
            <a:lvl2pPr algn="l">
              <a:defRPr sz="825" b="0">
                <a:solidFill>
                  <a:srgbClr val="5B6475"/>
                </a:solidFill>
              </a:defRPr>
            </a:lvl2pPr>
            <a:lvl3pPr algn="l">
              <a:defRPr sz="825" b="0">
                <a:solidFill>
                  <a:srgbClr val="5B6475"/>
                </a:solidFill>
              </a:defRPr>
            </a:lvl3pPr>
            <a:lvl4pPr algn="l">
              <a:defRPr sz="825" b="0">
                <a:solidFill>
                  <a:srgbClr val="5B6475"/>
                </a:solidFill>
              </a:defRPr>
            </a:lvl4pPr>
            <a:lvl5pPr algn="l">
              <a:defRPr sz="825" b="0">
                <a:solidFill>
                  <a:srgbClr val="5B6475"/>
                </a:solidFill>
              </a:defRPr>
            </a:lvl5pPr>
            <a:lvl6pPr algn="l">
              <a:defRPr sz="825" b="0">
                <a:solidFill>
                  <a:srgbClr val="5B6475"/>
                </a:solidFill>
              </a:defRPr>
            </a:lvl6pPr>
            <a:lvl7pPr algn="l">
              <a:defRPr sz="825" b="0">
                <a:solidFill>
                  <a:srgbClr val="5B6475"/>
                </a:solidFill>
              </a:defRPr>
            </a:lvl7pPr>
            <a:lvl8pPr algn="l">
              <a:defRPr sz="825" b="0">
                <a:solidFill>
                  <a:srgbClr val="5B6475"/>
                </a:solidFill>
              </a:defRPr>
            </a:lvl8pPr>
            <a:lvl9pPr algn="l">
              <a:defRPr sz="825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B6475"/>
                </a:solidFill>
              </a:defRPr>
            </a:pPr>
            <a:r>
              <a:rPr sz="825" b="0">
                <a:solidFill>
                  <a:srgbClr val="5B6475"/>
                </a:solidFill>
              </a:rPr>
              <a:t>Evidence: Stripe lifecycle proof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5FB459-723E-4978-8180-A315B1D4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0000"/>
            <a:ext cx="5257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A99681-73C4-4103-BD43-CA04B114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4335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6. Reliability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BE7E14-99EE-4072-974F-CA06EE3F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052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0F172A"/>
                </a:solidFill>
              </a:defRPr>
            </a:defPPr>
            <a:lvl1pPr algn="l">
              <a:defRPr sz="900" b="1">
                <a:solidFill>
                  <a:srgbClr val="0F172A"/>
                </a:solidFill>
              </a:defRPr>
            </a:lvl1pPr>
            <a:lvl2pPr algn="l">
              <a:defRPr sz="900" b="1">
                <a:solidFill>
                  <a:srgbClr val="0F172A"/>
                </a:solidFill>
              </a:defRPr>
            </a:lvl2pPr>
            <a:lvl3pPr algn="l">
              <a:defRPr sz="900" b="1">
                <a:solidFill>
                  <a:srgbClr val="0F172A"/>
                </a:solidFill>
              </a:defRPr>
            </a:lvl3pPr>
            <a:lvl4pPr algn="l">
              <a:defRPr sz="900" b="1">
                <a:solidFill>
                  <a:srgbClr val="0F172A"/>
                </a:solidFill>
              </a:defRPr>
            </a:lvl4pPr>
            <a:lvl5pPr algn="l">
              <a:defRPr sz="900" b="1">
                <a:solidFill>
                  <a:srgbClr val="0F172A"/>
                </a:solidFill>
              </a:defRPr>
            </a:lvl5pPr>
            <a:lvl6pPr algn="l">
              <a:defRPr sz="900" b="1">
                <a:solidFill>
                  <a:srgbClr val="0F172A"/>
                </a:solidFill>
              </a:defRPr>
            </a:lvl6pPr>
            <a:lvl7pPr algn="l">
              <a:defRPr sz="900" b="1">
                <a:solidFill>
                  <a:srgbClr val="0F172A"/>
                </a:solidFill>
              </a:defRPr>
            </a:lvl7pPr>
            <a:lvl8pPr algn="l">
              <a:defRPr sz="900" b="1">
                <a:solidFill>
                  <a:srgbClr val="0F172A"/>
                </a:solidFill>
              </a:defRPr>
            </a:lvl8pPr>
            <a:lvl9pPr algn="l">
              <a:defRPr sz="90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F172A"/>
                </a:solidFill>
              </a:defRPr>
            </a:pPr>
            <a:r>
              <a:rPr sz="900" b="1">
                <a:solidFill>
                  <a:srgbClr val="0F172A"/>
                </a:solidFill>
              </a:rPr>
              <a:t>Cloud Run, scaling, SLOs, monitoring, on-call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D6CAD7-4EF3-4D1F-9851-37CD106E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86250"/>
            <a:ext cx="354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B6475"/>
                </a:solidFill>
              </a:defRPr>
            </a:defPPr>
            <a:lvl1pPr algn="l">
              <a:defRPr sz="825" b="0">
                <a:solidFill>
                  <a:srgbClr val="5B6475"/>
                </a:solidFill>
              </a:defRPr>
            </a:lvl1pPr>
            <a:lvl2pPr algn="l">
              <a:defRPr sz="825" b="0">
                <a:solidFill>
                  <a:srgbClr val="5B6475"/>
                </a:solidFill>
              </a:defRPr>
            </a:lvl2pPr>
            <a:lvl3pPr algn="l">
              <a:defRPr sz="825" b="0">
                <a:solidFill>
                  <a:srgbClr val="5B6475"/>
                </a:solidFill>
              </a:defRPr>
            </a:lvl3pPr>
            <a:lvl4pPr algn="l">
              <a:defRPr sz="825" b="0">
                <a:solidFill>
                  <a:srgbClr val="5B6475"/>
                </a:solidFill>
              </a:defRPr>
            </a:lvl4pPr>
            <a:lvl5pPr algn="l">
              <a:defRPr sz="825" b="0">
                <a:solidFill>
                  <a:srgbClr val="5B6475"/>
                </a:solidFill>
              </a:defRPr>
            </a:lvl5pPr>
            <a:lvl6pPr algn="l">
              <a:defRPr sz="825" b="0">
                <a:solidFill>
                  <a:srgbClr val="5B6475"/>
                </a:solidFill>
              </a:defRPr>
            </a:lvl6pPr>
            <a:lvl7pPr algn="l">
              <a:defRPr sz="825" b="0">
                <a:solidFill>
                  <a:srgbClr val="5B6475"/>
                </a:solidFill>
              </a:defRPr>
            </a:lvl7pPr>
            <a:lvl8pPr algn="l">
              <a:defRPr sz="825" b="0">
                <a:solidFill>
                  <a:srgbClr val="5B6475"/>
                </a:solidFill>
              </a:defRPr>
            </a:lvl8pPr>
            <a:lvl9pPr algn="l">
              <a:defRPr sz="825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B6475"/>
                </a:solidFill>
              </a:defRPr>
            </a:pPr>
            <a:r>
              <a:rPr sz="825" b="0">
                <a:solidFill>
                  <a:srgbClr val="5B6475"/>
                </a:solidFill>
              </a:rPr>
              <a:t>Evidence: load + alert drill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82D8CD-E0E6-465F-BF27-E91C3475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5257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91B39F-5438-48B3-BA14-37541252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7. Access/support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7593D4-DD98-4917-8469-C194F82F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9720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0F172A"/>
                </a:solidFill>
              </a:defRPr>
            </a:defPPr>
            <a:lvl1pPr algn="l">
              <a:defRPr sz="900" b="1">
                <a:solidFill>
                  <a:srgbClr val="0F172A"/>
                </a:solidFill>
              </a:defRPr>
            </a:lvl1pPr>
            <a:lvl2pPr algn="l">
              <a:defRPr sz="900" b="1">
                <a:solidFill>
                  <a:srgbClr val="0F172A"/>
                </a:solidFill>
              </a:defRPr>
            </a:lvl2pPr>
            <a:lvl3pPr algn="l">
              <a:defRPr sz="900" b="1">
                <a:solidFill>
                  <a:srgbClr val="0F172A"/>
                </a:solidFill>
              </a:defRPr>
            </a:lvl3pPr>
            <a:lvl4pPr algn="l">
              <a:defRPr sz="900" b="1">
                <a:solidFill>
                  <a:srgbClr val="0F172A"/>
                </a:solidFill>
              </a:defRPr>
            </a:lvl4pPr>
            <a:lvl5pPr algn="l">
              <a:defRPr sz="900" b="1">
                <a:solidFill>
                  <a:srgbClr val="0F172A"/>
                </a:solidFill>
              </a:defRPr>
            </a:lvl5pPr>
            <a:lvl6pPr algn="l">
              <a:defRPr sz="900" b="1">
                <a:solidFill>
                  <a:srgbClr val="0F172A"/>
                </a:solidFill>
              </a:defRPr>
            </a:lvl6pPr>
            <a:lvl7pPr algn="l">
              <a:defRPr sz="900" b="1">
                <a:solidFill>
                  <a:srgbClr val="0F172A"/>
                </a:solidFill>
              </a:defRPr>
            </a:lvl7pPr>
            <a:lvl8pPr algn="l">
              <a:defRPr sz="900" b="1">
                <a:solidFill>
                  <a:srgbClr val="0F172A"/>
                </a:solidFill>
              </a:defRPr>
            </a:lvl8pPr>
            <a:lvl9pPr algn="l">
              <a:defRPr sz="90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F172A"/>
                </a:solidFill>
              </a:defRPr>
            </a:pPr>
            <a:r>
              <a:rPr sz="900" b="1">
                <a:solidFill>
                  <a:srgbClr val="0F172A"/>
                </a:solidFill>
              </a:rPr>
              <a:t>WCAG, keyboard, screen reader, support mailbox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6A17FD-7B87-4DC0-A702-C67374C8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353050"/>
            <a:ext cx="354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B6475"/>
                </a:solidFill>
              </a:defRPr>
            </a:defPPr>
            <a:lvl1pPr algn="l">
              <a:defRPr sz="825" b="0">
                <a:solidFill>
                  <a:srgbClr val="5B6475"/>
                </a:solidFill>
              </a:defRPr>
            </a:lvl1pPr>
            <a:lvl2pPr algn="l">
              <a:defRPr sz="825" b="0">
                <a:solidFill>
                  <a:srgbClr val="5B6475"/>
                </a:solidFill>
              </a:defRPr>
            </a:lvl2pPr>
            <a:lvl3pPr algn="l">
              <a:defRPr sz="825" b="0">
                <a:solidFill>
                  <a:srgbClr val="5B6475"/>
                </a:solidFill>
              </a:defRPr>
            </a:lvl3pPr>
            <a:lvl4pPr algn="l">
              <a:defRPr sz="825" b="0">
                <a:solidFill>
                  <a:srgbClr val="5B6475"/>
                </a:solidFill>
              </a:defRPr>
            </a:lvl4pPr>
            <a:lvl5pPr algn="l">
              <a:defRPr sz="825" b="0">
                <a:solidFill>
                  <a:srgbClr val="5B6475"/>
                </a:solidFill>
              </a:defRPr>
            </a:lvl5pPr>
            <a:lvl6pPr algn="l">
              <a:defRPr sz="825" b="0">
                <a:solidFill>
                  <a:srgbClr val="5B6475"/>
                </a:solidFill>
              </a:defRPr>
            </a:lvl6pPr>
            <a:lvl7pPr algn="l">
              <a:defRPr sz="825" b="0">
                <a:solidFill>
                  <a:srgbClr val="5B6475"/>
                </a:solidFill>
              </a:defRPr>
            </a:lvl7pPr>
            <a:lvl8pPr algn="l">
              <a:defRPr sz="825" b="0">
                <a:solidFill>
                  <a:srgbClr val="5B6475"/>
                </a:solidFill>
              </a:defRPr>
            </a:lvl8pPr>
            <a:lvl9pPr algn="l">
              <a:defRPr sz="825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B6475"/>
                </a:solidFill>
              </a:defRPr>
            </a:pPr>
            <a:r>
              <a:rPr sz="825" b="0">
                <a:solidFill>
                  <a:srgbClr val="5B6475"/>
                </a:solidFill>
              </a:rPr>
              <a:t>Evidence: audit + ticket drill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83A14A-BA1F-451A-B230-64D836D7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76800"/>
            <a:ext cx="5257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1B709E-7F59-42EC-A0B1-5123788F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1015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415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8. Release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605022-980C-4547-8812-CE793735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720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0F172A"/>
                </a:solidFill>
              </a:defRPr>
            </a:defPPr>
            <a:lvl1pPr algn="l">
              <a:defRPr sz="900" b="1">
                <a:solidFill>
                  <a:srgbClr val="0F172A"/>
                </a:solidFill>
              </a:defRPr>
            </a:lvl1pPr>
            <a:lvl2pPr algn="l">
              <a:defRPr sz="900" b="1">
                <a:solidFill>
                  <a:srgbClr val="0F172A"/>
                </a:solidFill>
              </a:defRPr>
            </a:lvl2pPr>
            <a:lvl3pPr algn="l">
              <a:defRPr sz="900" b="1">
                <a:solidFill>
                  <a:srgbClr val="0F172A"/>
                </a:solidFill>
              </a:defRPr>
            </a:lvl3pPr>
            <a:lvl4pPr algn="l">
              <a:defRPr sz="900" b="1">
                <a:solidFill>
                  <a:srgbClr val="0F172A"/>
                </a:solidFill>
              </a:defRPr>
            </a:lvl4pPr>
            <a:lvl5pPr algn="l">
              <a:defRPr sz="900" b="1">
                <a:solidFill>
                  <a:srgbClr val="0F172A"/>
                </a:solidFill>
              </a:defRPr>
            </a:lvl5pPr>
            <a:lvl6pPr algn="l">
              <a:defRPr sz="900" b="1">
                <a:solidFill>
                  <a:srgbClr val="0F172A"/>
                </a:solidFill>
              </a:defRPr>
            </a:lvl6pPr>
            <a:lvl7pPr algn="l">
              <a:defRPr sz="900" b="1">
                <a:solidFill>
                  <a:srgbClr val="0F172A"/>
                </a:solidFill>
              </a:defRPr>
            </a:lvl7pPr>
            <a:lvl8pPr algn="l">
              <a:defRPr sz="900" b="1">
                <a:solidFill>
                  <a:srgbClr val="0F172A"/>
                </a:solidFill>
              </a:defRPr>
            </a:lvl8pPr>
            <a:lvl9pPr algn="l">
              <a:defRPr sz="90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F172A"/>
                </a:solidFill>
              </a:defRPr>
            </a:pPr>
            <a:r>
              <a:rPr sz="900" b="1">
                <a:solidFill>
                  <a:srgbClr val="0F172A"/>
                </a:solidFill>
              </a:rPr>
              <a:t>CI/CD, digest, rollback, change log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1B7CA1-6879-4E30-97F7-B391FAE6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53050"/>
            <a:ext cx="354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B6475"/>
                </a:solidFill>
              </a:defRPr>
            </a:defPPr>
            <a:lvl1pPr algn="l">
              <a:defRPr sz="825" b="0">
                <a:solidFill>
                  <a:srgbClr val="5B6475"/>
                </a:solidFill>
              </a:defRPr>
            </a:lvl1pPr>
            <a:lvl2pPr algn="l">
              <a:defRPr sz="825" b="0">
                <a:solidFill>
                  <a:srgbClr val="5B6475"/>
                </a:solidFill>
              </a:defRPr>
            </a:lvl2pPr>
            <a:lvl3pPr algn="l">
              <a:defRPr sz="825" b="0">
                <a:solidFill>
                  <a:srgbClr val="5B6475"/>
                </a:solidFill>
              </a:defRPr>
            </a:lvl3pPr>
            <a:lvl4pPr algn="l">
              <a:defRPr sz="825" b="0">
                <a:solidFill>
                  <a:srgbClr val="5B6475"/>
                </a:solidFill>
              </a:defRPr>
            </a:lvl4pPr>
            <a:lvl5pPr algn="l">
              <a:defRPr sz="825" b="0">
                <a:solidFill>
                  <a:srgbClr val="5B6475"/>
                </a:solidFill>
              </a:defRPr>
            </a:lvl5pPr>
            <a:lvl6pPr algn="l">
              <a:defRPr sz="825" b="0">
                <a:solidFill>
                  <a:srgbClr val="5B6475"/>
                </a:solidFill>
              </a:defRPr>
            </a:lvl6pPr>
            <a:lvl7pPr algn="l">
              <a:defRPr sz="825" b="0">
                <a:solidFill>
                  <a:srgbClr val="5B6475"/>
                </a:solidFill>
              </a:defRPr>
            </a:lvl7pPr>
            <a:lvl8pPr algn="l">
              <a:defRPr sz="825" b="0">
                <a:solidFill>
                  <a:srgbClr val="5B6475"/>
                </a:solidFill>
              </a:defRPr>
            </a:lvl8pPr>
            <a:lvl9pPr algn="l">
              <a:defRPr sz="825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B6475"/>
                </a:solidFill>
              </a:defRPr>
            </a:pPr>
            <a:r>
              <a:rPr sz="825" b="0">
                <a:solidFill>
                  <a:srgbClr val="5B6475"/>
                </a:solidFill>
              </a:rPr>
              <a:t>Evidence: staging sign-off</a:t>
            </a:r>
          </a:p>
        </p:txBody>
      </p:sp>
    </p:spTree>
    <p:extLst>
      <p:ext uri="{BB962C8B-B14F-4D97-AF65-F5344CB8AC3E}">
        <p14:creationId xmlns:p14="http://schemas.microsoft.com/office/powerpoint/2010/main" val="203636481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C0552E5-37CB-4F2E-8CDB-ED1FAB0F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6D28D9"/>
                </a:solidFill>
              </a:defRPr>
            </a:defPPr>
            <a:lvl1pPr algn="l">
              <a:defRPr sz="825" b="1">
                <a:solidFill>
                  <a:srgbClr val="6D28D9"/>
                </a:solidFill>
              </a:defRPr>
            </a:lvl1pPr>
            <a:lvl2pPr algn="l">
              <a:defRPr sz="825" b="1">
                <a:solidFill>
                  <a:srgbClr val="6D28D9"/>
                </a:solidFill>
              </a:defRPr>
            </a:lvl2pPr>
            <a:lvl3pPr algn="l">
              <a:defRPr sz="825" b="1">
                <a:solidFill>
                  <a:srgbClr val="6D28D9"/>
                </a:solidFill>
              </a:defRPr>
            </a:lvl3pPr>
            <a:lvl4pPr algn="l">
              <a:defRPr sz="825" b="1">
                <a:solidFill>
                  <a:srgbClr val="6D28D9"/>
                </a:solidFill>
              </a:defRPr>
            </a:lvl4pPr>
            <a:lvl5pPr algn="l">
              <a:defRPr sz="825" b="1">
                <a:solidFill>
                  <a:srgbClr val="6D28D9"/>
                </a:solidFill>
              </a:defRPr>
            </a:lvl5pPr>
            <a:lvl6pPr algn="l">
              <a:defRPr sz="825" b="1">
                <a:solidFill>
                  <a:srgbClr val="6D28D9"/>
                </a:solidFill>
              </a:defRPr>
            </a:lvl6pPr>
            <a:lvl7pPr algn="l">
              <a:defRPr sz="825" b="1">
                <a:solidFill>
                  <a:srgbClr val="6D28D9"/>
                </a:solidFill>
              </a:defRPr>
            </a:lvl7pPr>
            <a:lvl8pPr algn="l">
              <a:defRPr sz="825" b="1">
                <a:solidFill>
                  <a:srgbClr val="6D28D9"/>
                </a:solidFill>
              </a:defRPr>
            </a:lvl8pPr>
            <a:lvl9pPr algn="l">
              <a:defRPr sz="825" b="1">
                <a:solidFill>
                  <a:srgbClr val="6D28D9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6D28D9"/>
                </a:solidFill>
              </a:defRPr>
            </a:pPr>
            <a:r>
              <a:rPr sz="825" b="1">
                <a:solidFill>
                  <a:srgbClr val="6D28D9"/>
                </a:solidFill>
              </a:rPr>
              <a:t>MANUAL OWNER INPUTS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457B0C-CCB1-48BD-B03C-B16E0B5F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0F172A"/>
                </a:solidFill>
              </a:defRPr>
            </a:defPPr>
            <a:lvl1pPr algn="l">
              <a:defRPr sz="2250" b="1">
                <a:solidFill>
                  <a:srgbClr val="0F172A"/>
                </a:solidFill>
              </a:defRPr>
            </a:lvl1pPr>
            <a:lvl2pPr algn="l">
              <a:defRPr sz="2250" b="1">
                <a:solidFill>
                  <a:srgbClr val="0F172A"/>
                </a:solidFill>
              </a:defRPr>
            </a:lvl2pPr>
            <a:lvl3pPr algn="l">
              <a:defRPr sz="2250" b="1">
                <a:solidFill>
                  <a:srgbClr val="0F172A"/>
                </a:solidFill>
              </a:defRPr>
            </a:lvl3pPr>
            <a:lvl4pPr algn="l">
              <a:defRPr sz="2250" b="1">
                <a:solidFill>
                  <a:srgbClr val="0F172A"/>
                </a:solidFill>
              </a:defRPr>
            </a:lvl4pPr>
            <a:lvl5pPr algn="l">
              <a:defRPr sz="2250" b="1">
                <a:solidFill>
                  <a:srgbClr val="0F172A"/>
                </a:solidFill>
              </a:defRPr>
            </a:lvl5pPr>
            <a:lvl6pPr algn="l">
              <a:defRPr sz="2250" b="1">
                <a:solidFill>
                  <a:srgbClr val="0F172A"/>
                </a:solidFill>
              </a:defRPr>
            </a:lvl6pPr>
            <a:lvl7pPr algn="l">
              <a:defRPr sz="2250" b="1">
                <a:solidFill>
                  <a:srgbClr val="0F172A"/>
                </a:solidFill>
              </a:defRPr>
            </a:lvl7pPr>
            <a:lvl8pPr algn="l">
              <a:defRPr sz="2250" b="1">
                <a:solidFill>
                  <a:srgbClr val="0F172A"/>
                </a:solidFill>
              </a:defRPr>
            </a:lvl8pPr>
            <a:lvl9pPr algn="l">
              <a:defRPr sz="22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Gregg Clark is owner, approver and launch operator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FAA9F8-E79D-4534-9F95-CBE0408D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B6475"/>
                </a:solidFill>
              </a:defRPr>
            </a:defPPr>
            <a:lvl1pPr algn="l">
              <a:defRPr sz="1050" b="0">
                <a:solidFill>
                  <a:srgbClr val="5B6475"/>
                </a:solidFill>
              </a:defRPr>
            </a:lvl1pPr>
            <a:lvl2pPr algn="l">
              <a:defRPr sz="1050" b="0">
                <a:solidFill>
                  <a:srgbClr val="5B6475"/>
                </a:solidFill>
              </a:defRPr>
            </a:lvl2pPr>
            <a:lvl3pPr algn="l">
              <a:defRPr sz="1050" b="0">
                <a:solidFill>
                  <a:srgbClr val="5B6475"/>
                </a:solidFill>
              </a:defRPr>
            </a:lvl3pPr>
            <a:lvl4pPr algn="l">
              <a:defRPr sz="1050" b="0">
                <a:solidFill>
                  <a:srgbClr val="5B6475"/>
                </a:solidFill>
              </a:defRPr>
            </a:lvl4pPr>
            <a:lvl5pPr algn="l">
              <a:defRPr sz="1050" b="0">
                <a:solidFill>
                  <a:srgbClr val="5B6475"/>
                </a:solidFill>
              </a:defRPr>
            </a:lvl5pPr>
            <a:lvl6pPr algn="l">
              <a:defRPr sz="1050" b="0">
                <a:solidFill>
                  <a:srgbClr val="5B6475"/>
                </a:solidFill>
              </a:defRPr>
            </a:lvl6pPr>
            <a:lvl7pPr algn="l">
              <a:defRPr sz="1050" b="0">
                <a:solidFill>
                  <a:srgbClr val="5B6475"/>
                </a:solidFill>
              </a:defRPr>
            </a:lvl7pPr>
            <a:lvl8pPr algn="l">
              <a:defRPr sz="1050" b="0">
                <a:solidFill>
                  <a:srgbClr val="5B6475"/>
                </a:solidFill>
              </a:defRPr>
            </a:lvl8pPr>
            <a:lvl9pPr algn="l">
              <a:defRPr sz="10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Legal/business facts, secrets and external-console settings cannot be inferred from the repository.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2BE5F-91E7-42D2-870C-30B4E79A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F"/>
          </a:solidFill>
          <a:ln xmlns:a="http://schemas.openxmlformats.org/drawingml/2006/main" w="0">
            <a:solidFill>
              <a:srgbClr val="EEE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DAB47-3E62-4E7C-8E25-F79AAE93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75" b="0">
                <a:solidFill>
                  <a:srgbClr val="7A8291"/>
                </a:solidFill>
              </a:defRPr>
            </a:defPPr>
            <a:lvl1pPr algn="l">
              <a:defRPr sz="675" b="0">
                <a:solidFill>
                  <a:srgbClr val="7A8291"/>
                </a:solidFill>
              </a:defRPr>
            </a:lvl1pPr>
            <a:lvl2pPr algn="l">
              <a:defRPr sz="675" b="0">
                <a:solidFill>
                  <a:srgbClr val="7A8291"/>
                </a:solidFill>
              </a:defRPr>
            </a:lvl2pPr>
            <a:lvl3pPr algn="l">
              <a:defRPr sz="675" b="0">
                <a:solidFill>
                  <a:srgbClr val="7A8291"/>
                </a:solidFill>
              </a:defRPr>
            </a:lvl3pPr>
            <a:lvl4pPr algn="l">
              <a:defRPr sz="675" b="0">
                <a:solidFill>
                  <a:srgbClr val="7A8291"/>
                </a:solidFill>
              </a:defRPr>
            </a:lvl4pPr>
            <a:lvl5pPr algn="l">
              <a:defRPr sz="675" b="0">
                <a:solidFill>
                  <a:srgbClr val="7A8291"/>
                </a:solidFill>
              </a:defRPr>
            </a:lvl5pPr>
            <a:lvl6pPr algn="l">
              <a:defRPr sz="675" b="0">
                <a:solidFill>
                  <a:srgbClr val="7A8291"/>
                </a:solidFill>
              </a:defRPr>
            </a:lvl6pPr>
            <a:lvl7pPr algn="l">
              <a:defRPr sz="675" b="0">
                <a:solidFill>
                  <a:srgbClr val="7A8291"/>
                </a:solidFill>
              </a:defRPr>
            </a:lvl7pPr>
            <a:lvl8pPr algn="l">
              <a:defRPr sz="675" b="0">
                <a:solidFill>
                  <a:srgbClr val="7A8291"/>
                </a:solidFill>
              </a:defRPr>
            </a:lvl8pPr>
            <a:lvl9pPr algn="l">
              <a:defRPr sz="675" b="0">
                <a:solidFill>
                  <a:srgbClr val="7A8291"/>
                </a:solidFill>
              </a:defRPr>
            </a:lvl9pPr>
          </a:lstStyle>
          <a:p xmlns:a="http://schemas.openxmlformats.org/drawingml/2006/main">
            <a:pPr algn="l">
              <a:defRPr sz="675" b="0">
                <a:solidFill>
                  <a:srgbClr val="7A8291"/>
                </a:solidFill>
              </a:defRPr>
            </a:pPr>
            <a:r>
              <a:rPr sz="675" b="0">
                <a:solidFill>
                  <a:srgbClr val="7A8291"/>
                </a:solidFill>
              </a:rPr>
              <a:t>MGT SKIN CARE · PRODUCT &amp; PRODUCTION BLUEPRINT · 25 OCT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F6754-2CC7-4E9E-855A-3D480CA6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1">
                <a:solidFill>
                  <a:srgbClr val="7A8291"/>
                </a:solidFill>
              </a:defRPr>
            </a:defPPr>
            <a:lvl1pPr algn="r">
              <a:defRPr sz="750" b="1">
                <a:solidFill>
                  <a:srgbClr val="7A8291"/>
                </a:solidFill>
              </a:defRPr>
            </a:lvl1pPr>
            <a:lvl2pPr algn="r">
              <a:defRPr sz="750" b="1">
                <a:solidFill>
                  <a:srgbClr val="7A8291"/>
                </a:solidFill>
              </a:defRPr>
            </a:lvl2pPr>
            <a:lvl3pPr algn="r">
              <a:defRPr sz="750" b="1">
                <a:solidFill>
                  <a:srgbClr val="7A8291"/>
                </a:solidFill>
              </a:defRPr>
            </a:lvl3pPr>
            <a:lvl4pPr algn="r">
              <a:defRPr sz="750" b="1">
                <a:solidFill>
                  <a:srgbClr val="7A8291"/>
                </a:solidFill>
              </a:defRPr>
            </a:lvl4pPr>
            <a:lvl5pPr algn="r">
              <a:defRPr sz="750" b="1">
                <a:solidFill>
                  <a:srgbClr val="7A8291"/>
                </a:solidFill>
              </a:defRPr>
            </a:lvl5pPr>
            <a:lvl6pPr algn="r">
              <a:defRPr sz="750" b="1">
                <a:solidFill>
                  <a:srgbClr val="7A8291"/>
                </a:solidFill>
              </a:defRPr>
            </a:lvl6pPr>
            <a:lvl7pPr algn="r">
              <a:defRPr sz="750" b="1">
                <a:solidFill>
                  <a:srgbClr val="7A8291"/>
                </a:solidFill>
              </a:defRPr>
            </a:lvl7pPr>
            <a:lvl8pPr algn="r">
              <a:defRPr sz="750" b="1">
                <a:solidFill>
                  <a:srgbClr val="7A8291"/>
                </a:solidFill>
              </a:defRPr>
            </a:lvl8pPr>
            <a:lvl9pPr algn="r">
              <a:defRPr sz="750" b="1">
                <a:solidFill>
                  <a:srgbClr val="7A8291"/>
                </a:solidFill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7A8291"/>
                </a:solidFill>
              </a:defRPr>
            </a:pPr>
            <a:r>
              <a:rPr sz="750" b="1">
                <a:solidFill>
                  <a:srgbClr val="7A8291"/>
                </a:solidFill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E85C83-13DC-4A52-9AB0-42713A60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809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43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0EB27-FD75-4FB1-8CAD-20CA2CC1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24025"/>
            <a:ext cx="1676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FFFFFF"/>
                </a:solidFill>
              </a:defRPr>
            </a:defPPr>
            <a:lvl1pPr algn="l">
              <a:defRPr sz="825" b="1">
                <a:solidFill>
                  <a:srgbClr val="FFFFFF"/>
                </a:solidFill>
              </a:defRPr>
            </a:lvl1pPr>
            <a:lvl2pPr algn="l">
              <a:defRPr sz="825" b="1">
                <a:solidFill>
                  <a:srgbClr val="FFFFFF"/>
                </a:solidFill>
              </a:defRPr>
            </a:lvl2pPr>
            <a:lvl3pPr algn="l">
              <a:defRPr sz="825" b="1">
                <a:solidFill>
                  <a:srgbClr val="FFFFFF"/>
                </a:solidFill>
              </a:defRPr>
            </a:lvl3pPr>
            <a:lvl4pPr algn="l">
              <a:defRPr sz="825" b="1">
                <a:solidFill>
                  <a:srgbClr val="FFFFFF"/>
                </a:solidFill>
              </a:defRPr>
            </a:lvl4pPr>
            <a:lvl5pPr algn="l">
              <a:defRPr sz="825" b="1">
                <a:solidFill>
                  <a:srgbClr val="FFFFFF"/>
                </a:solidFill>
              </a:defRPr>
            </a:lvl5pPr>
            <a:lvl6pPr algn="l">
              <a:defRPr sz="825" b="1">
                <a:solidFill>
                  <a:srgbClr val="FFFFFF"/>
                </a:solidFill>
              </a:defRPr>
            </a:lvl6pPr>
            <a:lvl7pPr algn="l">
              <a:defRPr sz="825" b="1">
                <a:solidFill>
                  <a:srgbClr val="FFFFFF"/>
                </a:solidFill>
              </a:defRPr>
            </a:lvl7pPr>
            <a:lvl8pPr algn="l">
              <a:defRPr sz="825" b="1">
                <a:solidFill>
                  <a:srgbClr val="FFFFFF"/>
                </a:solidFill>
              </a:defRPr>
            </a:lvl8pPr>
            <a:lvl9pPr algn="l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43A2EB-8803-4D9F-AF19-89A4BD5F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95450"/>
            <a:ext cx="3810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43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376EB3-722D-4963-8768-C2E3EE00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724025"/>
            <a:ext cx="3676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FFFFFF"/>
                </a:solidFill>
              </a:defRPr>
            </a:defPPr>
            <a:lvl1pPr algn="l">
              <a:defRPr sz="825" b="1">
                <a:solidFill>
                  <a:srgbClr val="FFFFFF"/>
                </a:solidFill>
              </a:defRPr>
            </a:lvl1pPr>
            <a:lvl2pPr algn="l">
              <a:defRPr sz="825" b="1">
                <a:solidFill>
                  <a:srgbClr val="FFFFFF"/>
                </a:solidFill>
              </a:defRPr>
            </a:lvl2pPr>
            <a:lvl3pPr algn="l">
              <a:defRPr sz="825" b="1">
                <a:solidFill>
                  <a:srgbClr val="FFFFFF"/>
                </a:solidFill>
              </a:defRPr>
            </a:lvl3pPr>
            <a:lvl4pPr algn="l">
              <a:defRPr sz="825" b="1">
                <a:solidFill>
                  <a:srgbClr val="FFFFFF"/>
                </a:solidFill>
              </a:defRPr>
            </a:lvl4pPr>
            <a:lvl5pPr algn="l">
              <a:defRPr sz="825" b="1">
                <a:solidFill>
                  <a:srgbClr val="FFFFFF"/>
                </a:solidFill>
              </a:defRPr>
            </a:lvl5pPr>
            <a:lvl6pPr algn="l">
              <a:defRPr sz="825" b="1">
                <a:solidFill>
                  <a:srgbClr val="FFFFFF"/>
                </a:solidFill>
              </a:defRPr>
            </a:lvl6pPr>
            <a:lvl7pPr algn="l">
              <a:defRPr sz="825" b="1">
                <a:solidFill>
                  <a:srgbClr val="FFFFFF"/>
                </a:solidFill>
              </a:defRPr>
            </a:lvl7pPr>
            <a:lvl8pPr algn="l">
              <a:defRPr sz="825" b="1">
                <a:solidFill>
                  <a:srgbClr val="FFFFFF"/>
                </a:solidFill>
              </a:defRPr>
            </a:lvl8pPr>
            <a:lvl9pPr algn="l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Manual input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C5E590-7B9C-40D6-AE27-8FFEFB78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95450"/>
            <a:ext cx="27622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43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243288-1BA3-43F3-BAE3-E8EC6581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724025"/>
            <a:ext cx="2628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FFFFFF"/>
                </a:solidFill>
              </a:defRPr>
            </a:defPPr>
            <a:lvl1pPr algn="l">
              <a:defRPr sz="825" b="1">
                <a:solidFill>
                  <a:srgbClr val="FFFFFF"/>
                </a:solidFill>
              </a:defRPr>
            </a:lvl1pPr>
            <a:lvl2pPr algn="l">
              <a:defRPr sz="825" b="1">
                <a:solidFill>
                  <a:srgbClr val="FFFFFF"/>
                </a:solidFill>
              </a:defRPr>
            </a:lvl2pPr>
            <a:lvl3pPr algn="l">
              <a:defRPr sz="825" b="1">
                <a:solidFill>
                  <a:srgbClr val="FFFFFF"/>
                </a:solidFill>
              </a:defRPr>
            </a:lvl3pPr>
            <a:lvl4pPr algn="l">
              <a:defRPr sz="825" b="1">
                <a:solidFill>
                  <a:srgbClr val="FFFFFF"/>
                </a:solidFill>
              </a:defRPr>
            </a:lvl4pPr>
            <a:lvl5pPr algn="l">
              <a:defRPr sz="825" b="1">
                <a:solidFill>
                  <a:srgbClr val="FFFFFF"/>
                </a:solidFill>
              </a:defRPr>
            </a:lvl5pPr>
            <a:lvl6pPr algn="l">
              <a:defRPr sz="825" b="1">
                <a:solidFill>
                  <a:srgbClr val="FFFFFF"/>
                </a:solidFill>
              </a:defRPr>
            </a:lvl6pPr>
            <a:lvl7pPr algn="l">
              <a:defRPr sz="825" b="1">
                <a:solidFill>
                  <a:srgbClr val="FFFFFF"/>
                </a:solidFill>
              </a:defRPr>
            </a:lvl7pPr>
            <a:lvl8pPr algn="l">
              <a:defRPr sz="825" b="1">
                <a:solidFill>
                  <a:srgbClr val="FFFFFF"/>
                </a:solidFill>
              </a:defRPr>
            </a:lvl8pPr>
            <a:lvl9pPr algn="l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FA41B4-0564-4F4D-B28F-B7F77549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95450"/>
            <a:ext cx="2743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43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849185-D1D5-4203-99F1-BE80806E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724025"/>
            <a:ext cx="2609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FFFFFF"/>
                </a:solidFill>
              </a:defRPr>
            </a:defPPr>
            <a:lvl1pPr algn="l">
              <a:defRPr sz="825" b="1">
                <a:solidFill>
                  <a:srgbClr val="FFFFFF"/>
                </a:solidFill>
              </a:defRPr>
            </a:lvl1pPr>
            <a:lvl2pPr algn="l">
              <a:defRPr sz="825" b="1">
                <a:solidFill>
                  <a:srgbClr val="FFFFFF"/>
                </a:solidFill>
              </a:defRPr>
            </a:lvl2pPr>
            <a:lvl3pPr algn="l">
              <a:defRPr sz="825" b="1">
                <a:solidFill>
                  <a:srgbClr val="FFFFFF"/>
                </a:solidFill>
              </a:defRPr>
            </a:lvl3pPr>
            <a:lvl4pPr algn="l">
              <a:defRPr sz="825" b="1">
                <a:solidFill>
                  <a:srgbClr val="FFFFFF"/>
                </a:solidFill>
              </a:defRPr>
            </a:lvl4pPr>
            <a:lvl5pPr algn="l">
              <a:defRPr sz="825" b="1">
                <a:solidFill>
                  <a:srgbClr val="FFFFFF"/>
                </a:solidFill>
              </a:defRPr>
            </a:lvl5pPr>
            <a:lvl6pPr algn="l">
              <a:defRPr sz="825" b="1">
                <a:solidFill>
                  <a:srgbClr val="FFFFFF"/>
                </a:solidFill>
              </a:defRPr>
            </a:lvl6pPr>
            <a:lvl7pPr algn="l">
              <a:defRPr sz="825" b="1">
                <a:solidFill>
                  <a:srgbClr val="FFFFFF"/>
                </a:solidFill>
              </a:defRPr>
            </a:lvl7pPr>
            <a:lvl8pPr algn="l">
              <a:defRPr sz="825" b="1">
                <a:solidFill>
                  <a:srgbClr val="FFFFFF"/>
                </a:solidFill>
              </a:defRPr>
            </a:lvl8pPr>
            <a:lvl9pPr algn="l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Go / no-go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7197A4-9396-47D1-B041-FCD035C5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76475"/>
            <a:ext cx="1809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E62072-145A-49D7-B9F9-FCD04380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305050"/>
            <a:ext cx="1676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0F172A"/>
                </a:solidFill>
              </a:defRPr>
            </a:defPPr>
            <a:lvl1pPr algn="l">
              <a:defRPr sz="750" b="1">
                <a:solidFill>
                  <a:srgbClr val="0F172A"/>
                </a:solidFill>
              </a:defRPr>
            </a:lvl1pPr>
            <a:lvl2pPr algn="l">
              <a:defRPr sz="750" b="1">
                <a:solidFill>
                  <a:srgbClr val="0F172A"/>
                </a:solidFill>
              </a:defRPr>
            </a:lvl2pPr>
            <a:lvl3pPr algn="l">
              <a:defRPr sz="750" b="1">
                <a:solidFill>
                  <a:srgbClr val="0F172A"/>
                </a:solidFill>
              </a:defRPr>
            </a:lvl3pPr>
            <a:lvl4pPr algn="l">
              <a:defRPr sz="750" b="1">
                <a:solidFill>
                  <a:srgbClr val="0F172A"/>
                </a:solidFill>
              </a:defRPr>
            </a:lvl4pPr>
            <a:lvl5pPr algn="l">
              <a:defRPr sz="750" b="1">
                <a:solidFill>
                  <a:srgbClr val="0F172A"/>
                </a:solidFill>
              </a:defRPr>
            </a:lvl5pPr>
            <a:lvl6pPr algn="l">
              <a:defRPr sz="750" b="1">
                <a:solidFill>
                  <a:srgbClr val="0F172A"/>
                </a:solidFill>
              </a:defRPr>
            </a:lvl6pPr>
            <a:lvl7pPr algn="l">
              <a:defRPr sz="750" b="1">
                <a:solidFill>
                  <a:srgbClr val="0F172A"/>
                </a:solidFill>
              </a:defRPr>
            </a:lvl7pPr>
            <a:lvl8pPr algn="l">
              <a:defRPr sz="750" b="1">
                <a:solidFill>
                  <a:srgbClr val="0F172A"/>
                </a:solidFill>
              </a:defRPr>
            </a:lvl8pPr>
            <a:lvl9pPr algn="l">
              <a:defRPr sz="7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0F172A"/>
                </a:solidFill>
              </a:defRPr>
            </a:pPr>
            <a:r>
              <a:rPr sz="750" b="1">
                <a:solidFill>
                  <a:srgbClr val="0F172A"/>
                </a:solidFill>
              </a:rPr>
              <a:t>Business/legal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DF6840-E82F-489D-B8D3-782FECA8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276475"/>
            <a:ext cx="3810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232BC4-9938-46B3-97A2-5A237062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305050"/>
            <a:ext cx="3676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entity, address, support, terms/privacy, AI/medical disclosure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FDE72E-7D69-4FF5-AC16-24906DE7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76475"/>
            <a:ext cx="27622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D26E8B-A735-4D75-9A45-DEFE55B4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305050"/>
            <a:ext cx="2628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approved docs + dates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73F275-855C-48F1-9C1A-7A09AD5D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76475"/>
            <a:ext cx="2743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0DA644-4142-4BCE-843C-239F8372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305050"/>
            <a:ext cx="2609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links live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90EEED-5F18-4213-9179-68EAD460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1809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766648-DB5D-4B16-A2E1-390B672A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886075"/>
            <a:ext cx="1676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0F172A"/>
                </a:solidFill>
              </a:defRPr>
            </a:defPPr>
            <a:lvl1pPr algn="l">
              <a:defRPr sz="750" b="1">
                <a:solidFill>
                  <a:srgbClr val="0F172A"/>
                </a:solidFill>
              </a:defRPr>
            </a:lvl1pPr>
            <a:lvl2pPr algn="l">
              <a:defRPr sz="750" b="1">
                <a:solidFill>
                  <a:srgbClr val="0F172A"/>
                </a:solidFill>
              </a:defRPr>
            </a:lvl2pPr>
            <a:lvl3pPr algn="l">
              <a:defRPr sz="750" b="1">
                <a:solidFill>
                  <a:srgbClr val="0F172A"/>
                </a:solidFill>
              </a:defRPr>
            </a:lvl3pPr>
            <a:lvl4pPr algn="l">
              <a:defRPr sz="750" b="1">
                <a:solidFill>
                  <a:srgbClr val="0F172A"/>
                </a:solidFill>
              </a:defRPr>
            </a:lvl4pPr>
            <a:lvl5pPr algn="l">
              <a:defRPr sz="750" b="1">
                <a:solidFill>
                  <a:srgbClr val="0F172A"/>
                </a:solidFill>
              </a:defRPr>
            </a:lvl5pPr>
            <a:lvl6pPr algn="l">
              <a:defRPr sz="750" b="1">
                <a:solidFill>
                  <a:srgbClr val="0F172A"/>
                </a:solidFill>
              </a:defRPr>
            </a:lvl6pPr>
            <a:lvl7pPr algn="l">
              <a:defRPr sz="750" b="1">
                <a:solidFill>
                  <a:srgbClr val="0F172A"/>
                </a:solidFill>
              </a:defRPr>
            </a:lvl7pPr>
            <a:lvl8pPr algn="l">
              <a:defRPr sz="750" b="1">
                <a:solidFill>
                  <a:srgbClr val="0F172A"/>
                </a:solidFill>
              </a:defRPr>
            </a:lvl8pPr>
            <a:lvl9pPr algn="l">
              <a:defRPr sz="7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0F172A"/>
                </a:solidFill>
              </a:defRPr>
            </a:pPr>
            <a:r>
              <a:rPr sz="750" b="1">
                <a:solidFill>
                  <a:srgbClr val="0F172A"/>
                </a:solidFill>
              </a:rPr>
              <a:t>Google Cloud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93A845-E270-40C8-BF2A-DF4DEF3F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857500"/>
            <a:ext cx="3810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6CA68D-93E4-4707-B819-B88FA55E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886075"/>
            <a:ext cx="3676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project, billing, region, domain, IAM, quotas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E9AE5C-511A-463E-A0FD-4E5EBD2A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57500"/>
            <a:ext cx="27622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BE1467-F874-4F63-915E-B3AD0533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886075"/>
            <a:ext cx="2628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inventory + access review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9E6A12-6294-412F-83A9-40B7B4EF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57500"/>
            <a:ext cx="2743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05554F-1A25-4CED-8C51-1C91A752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886075"/>
            <a:ext cx="2609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least privilege + alerts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C0770A-034E-47CF-81C1-3D15E223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38525"/>
            <a:ext cx="1809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E36907-25B5-4DC4-83B4-F20C274C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467100"/>
            <a:ext cx="1676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0F172A"/>
                </a:solidFill>
              </a:defRPr>
            </a:defPPr>
            <a:lvl1pPr algn="l">
              <a:defRPr sz="750" b="1">
                <a:solidFill>
                  <a:srgbClr val="0F172A"/>
                </a:solidFill>
              </a:defRPr>
            </a:lvl1pPr>
            <a:lvl2pPr algn="l">
              <a:defRPr sz="750" b="1">
                <a:solidFill>
                  <a:srgbClr val="0F172A"/>
                </a:solidFill>
              </a:defRPr>
            </a:lvl2pPr>
            <a:lvl3pPr algn="l">
              <a:defRPr sz="750" b="1">
                <a:solidFill>
                  <a:srgbClr val="0F172A"/>
                </a:solidFill>
              </a:defRPr>
            </a:lvl3pPr>
            <a:lvl4pPr algn="l">
              <a:defRPr sz="750" b="1">
                <a:solidFill>
                  <a:srgbClr val="0F172A"/>
                </a:solidFill>
              </a:defRPr>
            </a:lvl4pPr>
            <a:lvl5pPr algn="l">
              <a:defRPr sz="750" b="1">
                <a:solidFill>
                  <a:srgbClr val="0F172A"/>
                </a:solidFill>
              </a:defRPr>
            </a:lvl5pPr>
            <a:lvl6pPr algn="l">
              <a:defRPr sz="750" b="1">
                <a:solidFill>
                  <a:srgbClr val="0F172A"/>
                </a:solidFill>
              </a:defRPr>
            </a:lvl6pPr>
            <a:lvl7pPr algn="l">
              <a:defRPr sz="750" b="1">
                <a:solidFill>
                  <a:srgbClr val="0F172A"/>
                </a:solidFill>
              </a:defRPr>
            </a:lvl7pPr>
            <a:lvl8pPr algn="l">
              <a:defRPr sz="750" b="1">
                <a:solidFill>
                  <a:srgbClr val="0F172A"/>
                </a:solidFill>
              </a:defRPr>
            </a:lvl8pPr>
            <a:lvl9pPr algn="l">
              <a:defRPr sz="7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0F172A"/>
                </a:solidFill>
              </a:defRPr>
            </a:pPr>
            <a:r>
              <a:rPr sz="750" b="1">
                <a:solidFill>
                  <a:srgbClr val="0F172A"/>
                </a:solidFill>
              </a:rPr>
              <a:t>Data/storage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3B4557-23C0-4895-838B-67A63452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38525"/>
            <a:ext cx="3810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F29CA3-EA4F-40D3-9444-70B60BE8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467100"/>
            <a:ext cx="3676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provider, retention, RPO/RTO, restore approver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5764D5-B5DC-4B98-A9EF-DC029DC5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38525"/>
            <a:ext cx="27622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0AA413-C013-4623-9DD2-82397018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467100"/>
            <a:ext cx="2628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backup + restore result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51AAC6-A5F5-47D0-8B83-FB93CB8D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38525"/>
            <a:ext cx="2743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3F56E9-EA4A-4A0E-A15B-E285B401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467100"/>
            <a:ext cx="2609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objective met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C2EB96-29D5-4080-B006-10665B94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9550"/>
            <a:ext cx="1809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75F602-29D6-4ED8-A845-305077B5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048125"/>
            <a:ext cx="1676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0F172A"/>
                </a:solidFill>
              </a:defRPr>
            </a:defPPr>
            <a:lvl1pPr algn="l">
              <a:defRPr sz="750" b="1">
                <a:solidFill>
                  <a:srgbClr val="0F172A"/>
                </a:solidFill>
              </a:defRPr>
            </a:lvl1pPr>
            <a:lvl2pPr algn="l">
              <a:defRPr sz="750" b="1">
                <a:solidFill>
                  <a:srgbClr val="0F172A"/>
                </a:solidFill>
              </a:defRPr>
            </a:lvl2pPr>
            <a:lvl3pPr algn="l">
              <a:defRPr sz="750" b="1">
                <a:solidFill>
                  <a:srgbClr val="0F172A"/>
                </a:solidFill>
              </a:defRPr>
            </a:lvl3pPr>
            <a:lvl4pPr algn="l">
              <a:defRPr sz="750" b="1">
                <a:solidFill>
                  <a:srgbClr val="0F172A"/>
                </a:solidFill>
              </a:defRPr>
            </a:lvl4pPr>
            <a:lvl5pPr algn="l">
              <a:defRPr sz="750" b="1">
                <a:solidFill>
                  <a:srgbClr val="0F172A"/>
                </a:solidFill>
              </a:defRPr>
            </a:lvl5pPr>
            <a:lvl6pPr algn="l">
              <a:defRPr sz="750" b="1">
                <a:solidFill>
                  <a:srgbClr val="0F172A"/>
                </a:solidFill>
              </a:defRPr>
            </a:lvl6pPr>
            <a:lvl7pPr algn="l">
              <a:defRPr sz="750" b="1">
                <a:solidFill>
                  <a:srgbClr val="0F172A"/>
                </a:solidFill>
              </a:defRPr>
            </a:lvl7pPr>
            <a:lvl8pPr algn="l">
              <a:defRPr sz="750" b="1">
                <a:solidFill>
                  <a:srgbClr val="0F172A"/>
                </a:solidFill>
              </a:defRPr>
            </a:lvl8pPr>
            <a:lvl9pPr algn="l">
              <a:defRPr sz="7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0F172A"/>
                </a:solidFill>
              </a:defRPr>
            </a:pPr>
            <a:r>
              <a:rPr sz="750" b="1">
                <a:solidFill>
                  <a:srgbClr val="0F172A"/>
                </a:solidFill>
              </a:rPr>
              <a:t>Stripe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5CDBC4-4197-4C92-ADA5-EB6C06BA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19550"/>
            <a:ext cx="3810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82D6B4-A0EF-4953-BF68-9BEFCE74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048125"/>
            <a:ext cx="3676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verification, bank/tax, products/prices, portal, webhook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AA14105-44B8-491B-A644-5CD37A9E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19550"/>
            <a:ext cx="27622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D1ECD9B-10C6-4A62-8C3F-C7146232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48125"/>
            <a:ext cx="2628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test + live receipts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234668-D2C5-440D-B78E-1F257143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19550"/>
            <a:ext cx="2743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7BAEC19-32A3-4DAE-BEC7-94CD6DD6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048125"/>
            <a:ext cx="2609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paid state matches access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08CF734-FB25-489E-840F-6DB61FAD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00575"/>
            <a:ext cx="1809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1C1D177-1FE2-464A-A74A-DC3DEDAC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629150"/>
            <a:ext cx="1676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0F172A"/>
                </a:solidFill>
              </a:defRPr>
            </a:defPPr>
            <a:lvl1pPr algn="l">
              <a:defRPr sz="750" b="1">
                <a:solidFill>
                  <a:srgbClr val="0F172A"/>
                </a:solidFill>
              </a:defRPr>
            </a:lvl1pPr>
            <a:lvl2pPr algn="l">
              <a:defRPr sz="750" b="1">
                <a:solidFill>
                  <a:srgbClr val="0F172A"/>
                </a:solidFill>
              </a:defRPr>
            </a:lvl2pPr>
            <a:lvl3pPr algn="l">
              <a:defRPr sz="750" b="1">
                <a:solidFill>
                  <a:srgbClr val="0F172A"/>
                </a:solidFill>
              </a:defRPr>
            </a:lvl3pPr>
            <a:lvl4pPr algn="l">
              <a:defRPr sz="750" b="1">
                <a:solidFill>
                  <a:srgbClr val="0F172A"/>
                </a:solidFill>
              </a:defRPr>
            </a:lvl4pPr>
            <a:lvl5pPr algn="l">
              <a:defRPr sz="750" b="1">
                <a:solidFill>
                  <a:srgbClr val="0F172A"/>
                </a:solidFill>
              </a:defRPr>
            </a:lvl5pPr>
            <a:lvl6pPr algn="l">
              <a:defRPr sz="750" b="1">
                <a:solidFill>
                  <a:srgbClr val="0F172A"/>
                </a:solidFill>
              </a:defRPr>
            </a:lvl6pPr>
            <a:lvl7pPr algn="l">
              <a:defRPr sz="750" b="1">
                <a:solidFill>
                  <a:srgbClr val="0F172A"/>
                </a:solidFill>
              </a:defRPr>
            </a:lvl7pPr>
            <a:lvl8pPr algn="l">
              <a:defRPr sz="750" b="1">
                <a:solidFill>
                  <a:srgbClr val="0F172A"/>
                </a:solidFill>
              </a:defRPr>
            </a:lvl8pPr>
            <a:lvl9pPr algn="l">
              <a:defRPr sz="7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0F172A"/>
                </a:solidFill>
              </a:defRPr>
            </a:pPr>
            <a:r>
              <a:rPr sz="750" b="1">
                <a:solidFill>
                  <a:srgbClr val="0F172A"/>
                </a:solidFill>
              </a:rPr>
              <a:t>AI/models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8602818-F4EA-43BD-8D65-2EDB9EE2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00575"/>
            <a:ext cx="3810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483FB22-707B-4647-8F5C-615BDDA7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629150"/>
            <a:ext cx="3676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API project/key, spend, allowed data, availability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B57BA57-842F-491F-9148-B584FCB7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00575"/>
            <a:ext cx="27622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40800C8-0416-4E3F-90E7-B411F7FB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629150"/>
            <a:ext cx="2628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golden eval + cost report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7060927-289F-4A95-9977-1434CFBC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600575"/>
            <a:ext cx="2743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A9F9AB0-FF7D-4A83-BE11-B8C5D45E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629150"/>
            <a:ext cx="2609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targets pass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BDF1524-B762-4BA1-B123-6D528BA3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81600"/>
            <a:ext cx="1809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C98DF54-44D8-4DF9-AF40-4B3100AE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210175"/>
            <a:ext cx="1676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0F172A"/>
                </a:solidFill>
              </a:defRPr>
            </a:defPPr>
            <a:lvl1pPr algn="l">
              <a:defRPr sz="750" b="1">
                <a:solidFill>
                  <a:srgbClr val="0F172A"/>
                </a:solidFill>
              </a:defRPr>
            </a:lvl1pPr>
            <a:lvl2pPr algn="l">
              <a:defRPr sz="750" b="1">
                <a:solidFill>
                  <a:srgbClr val="0F172A"/>
                </a:solidFill>
              </a:defRPr>
            </a:lvl2pPr>
            <a:lvl3pPr algn="l">
              <a:defRPr sz="750" b="1">
                <a:solidFill>
                  <a:srgbClr val="0F172A"/>
                </a:solidFill>
              </a:defRPr>
            </a:lvl3pPr>
            <a:lvl4pPr algn="l">
              <a:defRPr sz="750" b="1">
                <a:solidFill>
                  <a:srgbClr val="0F172A"/>
                </a:solidFill>
              </a:defRPr>
            </a:lvl4pPr>
            <a:lvl5pPr algn="l">
              <a:defRPr sz="750" b="1">
                <a:solidFill>
                  <a:srgbClr val="0F172A"/>
                </a:solidFill>
              </a:defRPr>
            </a:lvl5pPr>
            <a:lvl6pPr algn="l">
              <a:defRPr sz="750" b="1">
                <a:solidFill>
                  <a:srgbClr val="0F172A"/>
                </a:solidFill>
              </a:defRPr>
            </a:lvl6pPr>
            <a:lvl7pPr algn="l">
              <a:defRPr sz="750" b="1">
                <a:solidFill>
                  <a:srgbClr val="0F172A"/>
                </a:solidFill>
              </a:defRPr>
            </a:lvl7pPr>
            <a:lvl8pPr algn="l">
              <a:defRPr sz="750" b="1">
                <a:solidFill>
                  <a:srgbClr val="0F172A"/>
                </a:solidFill>
              </a:defRPr>
            </a:lvl8pPr>
            <a:lvl9pPr algn="l">
              <a:defRPr sz="7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0F172A"/>
                </a:solidFill>
              </a:defRPr>
            </a:pPr>
            <a:r>
              <a:rPr sz="750" b="1">
                <a:solidFill>
                  <a:srgbClr val="0F172A"/>
                </a:solidFill>
              </a:rPr>
              <a:t>Google Drive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1146B51-5F06-40E4-BBE4-1A9F2D1C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181600"/>
            <a:ext cx="3810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2BDA5BA-B8D7-4A9A-A73D-B4C901FA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210175"/>
            <a:ext cx="3676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folder, owner/group access, retention, folder IDs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90C3204-CE5D-4BD9-ABCC-FBC55969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181600"/>
            <a:ext cx="27622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FFC377A-0110-4382-ADAE-803F7200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210175"/>
            <a:ext cx="2628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upload + readback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0229248-B269-4737-B62A-E6CDCB9A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181600"/>
            <a:ext cx="2743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B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B80253E-2F23-46DD-BAE2-5D7D495E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210175"/>
            <a:ext cx="2609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no DB dump/secrets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1CFB633-2A2B-4C42-9CA4-6454F0B0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62625"/>
            <a:ext cx="1809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C01029A-9393-468A-A6D3-0E474DF9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791200"/>
            <a:ext cx="1676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0F172A"/>
                </a:solidFill>
              </a:defRPr>
            </a:defPPr>
            <a:lvl1pPr algn="l">
              <a:defRPr sz="750" b="1">
                <a:solidFill>
                  <a:srgbClr val="0F172A"/>
                </a:solidFill>
              </a:defRPr>
            </a:lvl1pPr>
            <a:lvl2pPr algn="l">
              <a:defRPr sz="750" b="1">
                <a:solidFill>
                  <a:srgbClr val="0F172A"/>
                </a:solidFill>
              </a:defRPr>
            </a:lvl2pPr>
            <a:lvl3pPr algn="l">
              <a:defRPr sz="750" b="1">
                <a:solidFill>
                  <a:srgbClr val="0F172A"/>
                </a:solidFill>
              </a:defRPr>
            </a:lvl3pPr>
            <a:lvl4pPr algn="l">
              <a:defRPr sz="750" b="1">
                <a:solidFill>
                  <a:srgbClr val="0F172A"/>
                </a:solidFill>
              </a:defRPr>
            </a:lvl4pPr>
            <a:lvl5pPr algn="l">
              <a:defRPr sz="750" b="1">
                <a:solidFill>
                  <a:srgbClr val="0F172A"/>
                </a:solidFill>
              </a:defRPr>
            </a:lvl5pPr>
            <a:lvl6pPr algn="l">
              <a:defRPr sz="750" b="1">
                <a:solidFill>
                  <a:srgbClr val="0F172A"/>
                </a:solidFill>
              </a:defRPr>
            </a:lvl6pPr>
            <a:lvl7pPr algn="l">
              <a:defRPr sz="750" b="1">
                <a:solidFill>
                  <a:srgbClr val="0F172A"/>
                </a:solidFill>
              </a:defRPr>
            </a:lvl7pPr>
            <a:lvl8pPr algn="l">
              <a:defRPr sz="750" b="1">
                <a:solidFill>
                  <a:srgbClr val="0F172A"/>
                </a:solidFill>
              </a:defRPr>
            </a:lvl8pPr>
            <a:lvl9pPr algn="l">
              <a:defRPr sz="7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0F172A"/>
                </a:solidFill>
              </a:defRPr>
            </a:pPr>
            <a:r>
              <a:rPr sz="750" b="1">
                <a:solidFill>
                  <a:srgbClr val="0F172A"/>
                </a:solidFill>
              </a:rPr>
              <a:t>Launch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E5858DD-9B77-440D-819E-47813716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762625"/>
            <a:ext cx="3810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690141E-9071-4413-A50B-CB0B29D4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791200"/>
            <a:ext cx="3676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price, benefits, trial, support, date, rollback authority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E1333E8-24E6-48FB-AE1E-3766E7A7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762625"/>
            <a:ext cx="27622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EC833A7-DF89-4D60-A652-9B057820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791200"/>
            <a:ext cx="2628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signed packet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1AEF493-F324-406B-8951-3A684E37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762625"/>
            <a:ext cx="2743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4C58C56-9878-4ACA-B90B-2A2366E5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791200"/>
            <a:ext cx="2609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5B6475"/>
                </a:solidFill>
              </a:defRPr>
            </a:defPPr>
            <a:lvl1pPr algn="l">
              <a:defRPr sz="750" b="0">
                <a:solidFill>
                  <a:srgbClr val="5B6475"/>
                </a:solidFill>
              </a:defRPr>
            </a:lvl1pPr>
            <a:lvl2pPr algn="l">
              <a:defRPr sz="750" b="0">
                <a:solidFill>
                  <a:srgbClr val="5B6475"/>
                </a:solidFill>
              </a:defRPr>
            </a:lvl2pPr>
            <a:lvl3pPr algn="l">
              <a:defRPr sz="750" b="0">
                <a:solidFill>
                  <a:srgbClr val="5B6475"/>
                </a:solidFill>
              </a:defRPr>
            </a:lvl3pPr>
            <a:lvl4pPr algn="l">
              <a:defRPr sz="750" b="0">
                <a:solidFill>
                  <a:srgbClr val="5B6475"/>
                </a:solidFill>
              </a:defRPr>
            </a:lvl4pPr>
            <a:lvl5pPr algn="l">
              <a:defRPr sz="750" b="0">
                <a:solidFill>
                  <a:srgbClr val="5B6475"/>
                </a:solidFill>
              </a:defRPr>
            </a:lvl5pPr>
            <a:lvl6pPr algn="l">
              <a:defRPr sz="750" b="0">
                <a:solidFill>
                  <a:srgbClr val="5B6475"/>
                </a:solidFill>
              </a:defRPr>
            </a:lvl6pPr>
            <a:lvl7pPr algn="l">
              <a:defRPr sz="750" b="0">
                <a:solidFill>
                  <a:srgbClr val="5B6475"/>
                </a:solidFill>
              </a:defRPr>
            </a:lvl7pPr>
            <a:lvl8pPr algn="l">
              <a:defRPr sz="750" b="0">
                <a:solidFill>
                  <a:srgbClr val="5B6475"/>
                </a:solidFill>
              </a:defRPr>
            </a:lvl8pPr>
            <a:lvl9pPr algn="l">
              <a:defRPr sz="7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5B6475"/>
                </a:solidFill>
              </a:defRPr>
            </a:pPr>
            <a:r>
              <a:rPr sz="750" b="0">
                <a:solidFill>
                  <a:srgbClr val="5B6475"/>
                </a:solidFill>
              </a:rPr>
              <a:t>Gregg approval recorded</a:t>
            </a:r>
          </a:p>
        </p:txBody>
      </p:sp>
    </p:spTree>
    <p:extLst>
      <p:ext uri="{BB962C8B-B14F-4D97-AF65-F5344CB8AC3E}">
        <p14:creationId xmlns:p14="http://schemas.microsoft.com/office/powerpoint/2010/main" val="47704469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48DB7D-43A7-4F5E-8F81-3940BF46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6D28D9"/>
                </a:solidFill>
              </a:defRPr>
            </a:defPPr>
            <a:lvl1pPr algn="l">
              <a:defRPr sz="825" b="1">
                <a:solidFill>
                  <a:srgbClr val="6D28D9"/>
                </a:solidFill>
              </a:defRPr>
            </a:lvl1pPr>
            <a:lvl2pPr algn="l">
              <a:defRPr sz="825" b="1">
                <a:solidFill>
                  <a:srgbClr val="6D28D9"/>
                </a:solidFill>
              </a:defRPr>
            </a:lvl2pPr>
            <a:lvl3pPr algn="l">
              <a:defRPr sz="825" b="1">
                <a:solidFill>
                  <a:srgbClr val="6D28D9"/>
                </a:solidFill>
              </a:defRPr>
            </a:lvl3pPr>
            <a:lvl4pPr algn="l">
              <a:defRPr sz="825" b="1">
                <a:solidFill>
                  <a:srgbClr val="6D28D9"/>
                </a:solidFill>
              </a:defRPr>
            </a:lvl4pPr>
            <a:lvl5pPr algn="l">
              <a:defRPr sz="825" b="1">
                <a:solidFill>
                  <a:srgbClr val="6D28D9"/>
                </a:solidFill>
              </a:defRPr>
            </a:lvl5pPr>
            <a:lvl6pPr algn="l">
              <a:defRPr sz="825" b="1">
                <a:solidFill>
                  <a:srgbClr val="6D28D9"/>
                </a:solidFill>
              </a:defRPr>
            </a:lvl6pPr>
            <a:lvl7pPr algn="l">
              <a:defRPr sz="825" b="1">
                <a:solidFill>
                  <a:srgbClr val="6D28D9"/>
                </a:solidFill>
              </a:defRPr>
            </a:lvl7pPr>
            <a:lvl8pPr algn="l">
              <a:defRPr sz="825" b="1">
                <a:solidFill>
                  <a:srgbClr val="6D28D9"/>
                </a:solidFill>
              </a:defRPr>
            </a:lvl8pPr>
            <a:lvl9pPr algn="l">
              <a:defRPr sz="825" b="1">
                <a:solidFill>
                  <a:srgbClr val="6D28D9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6D28D9"/>
                </a:solidFill>
              </a:defRPr>
            </a:pPr>
            <a:r>
              <a:rPr sz="825" b="1">
                <a:solidFill>
                  <a:srgbClr val="6D28D9"/>
                </a:solidFill>
              </a:rPr>
              <a:t>LAUNCH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56DD7-F513-4A81-B682-B1242B08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0F172A"/>
                </a:solidFill>
              </a:defRPr>
            </a:defPPr>
            <a:lvl1pPr algn="l">
              <a:defRPr sz="2250" b="1">
                <a:solidFill>
                  <a:srgbClr val="0F172A"/>
                </a:solidFill>
              </a:defRPr>
            </a:lvl1pPr>
            <a:lvl2pPr algn="l">
              <a:defRPr sz="2250" b="1">
                <a:solidFill>
                  <a:srgbClr val="0F172A"/>
                </a:solidFill>
              </a:defRPr>
            </a:lvl2pPr>
            <a:lvl3pPr algn="l">
              <a:defRPr sz="2250" b="1">
                <a:solidFill>
                  <a:srgbClr val="0F172A"/>
                </a:solidFill>
              </a:defRPr>
            </a:lvl3pPr>
            <a:lvl4pPr algn="l">
              <a:defRPr sz="2250" b="1">
                <a:solidFill>
                  <a:srgbClr val="0F172A"/>
                </a:solidFill>
              </a:defRPr>
            </a:lvl4pPr>
            <a:lvl5pPr algn="l">
              <a:defRPr sz="2250" b="1">
                <a:solidFill>
                  <a:srgbClr val="0F172A"/>
                </a:solidFill>
              </a:defRPr>
            </a:lvl5pPr>
            <a:lvl6pPr algn="l">
              <a:defRPr sz="2250" b="1">
                <a:solidFill>
                  <a:srgbClr val="0F172A"/>
                </a:solidFill>
              </a:defRPr>
            </a:lvl6pPr>
            <a:lvl7pPr algn="l">
              <a:defRPr sz="2250" b="1">
                <a:solidFill>
                  <a:srgbClr val="0F172A"/>
                </a:solidFill>
              </a:defRPr>
            </a:lvl7pPr>
            <a:lvl8pPr algn="l">
              <a:defRPr sz="2250" b="1">
                <a:solidFill>
                  <a:srgbClr val="0F172A"/>
                </a:solidFill>
              </a:defRPr>
            </a:lvl8pPr>
            <a:lvl9pPr algn="l">
              <a:defRPr sz="2250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Realistic six-week evidence path after decisions and accounts are available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63D22-9DDB-47D8-952E-61B01B5C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B6475"/>
                </a:solidFill>
              </a:defRPr>
            </a:defPPr>
            <a:lvl1pPr algn="l">
              <a:defRPr sz="1050" b="0">
                <a:solidFill>
                  <a:srgbClr val="5B6475"/>
                </a:solidFill>
              </a:defRPr>
            </a:lvl1pPr>
            <a:lvl2pPr algn="l">
              <a:defRPr sz="1050" b="0">
                <a:solidFill>
                  <a:srgbClr val="5B6475"/>
                </a:solidFill>
              </a:defRPr>
            </a:lvl2pPr>
            <a:lvl3pPr algn="l">
              <a:defRPr sz="1050" b="0">
                <a:solidFill>
                  <a:srgbClr val="5B6475"/>
                </a:solidFill>
              </a:defRPr>
            </a:lvl3pPr>
            <a:lvl4pPr algn="l">
              <a:defRPr sz="1050" b="0">
                <a:solidFill>
                  <a:srgbClr val="5B6475"/>
                </a:solidFill>
              </a:defRPr>
            </a:lvl4pPr>
            <a:lvl5pPr algn="l">
              <a:defRPr sz="1050" b="0">
                <a:solidFill>
                  <a:srgbClr val="5B6475"/>
                </a:solidFill>
              </a:defRPr>
            </a:lvl5pPr>
            <a:lvl6pPr algn="l">
              <a:defRPr sz="1050" b="0">
                <a:solidFill>
                  <a:srgbClr val="5B6475"/>
                </a:solidFill>
              </a:defRPr>
            </a:lvl6pPr>
            <a:lvl7pPr algn="l">
              <a:defRPr sz="1050" b="0">
                <a:solidFill>
                  <a:srgbClr val="5B6475"/>
                </a:solidFill>
              </a:defRPr>
            </a:lvl7pPr>
            <a:lvl8pPr algn="l">
              <a:defRPr sz="1050" b="0">
                <a:solidFill>
                  <a:srgbClr val="5B6475"/>
                </a:solidFill>
              </a:defRPr>
            </a:lvl8pPr>
            <a:lvl9pPr algn="l">
              <a:defRPr sz="105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Schedule is a planning proxy, not a promise; external verification remains on the critical path.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C37FB7-921D-4292-AB2A-11E51F3F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F"/>
          </a:solidFill>
          <a:ln xmlns:a="http://schemas.openxmlformats.org/drawingml/2006/main" w="0">
            <a:solidFill>
              <a:srgbClr val="EEE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B1EF39-973F-4E3F-A36F-3E70FDF5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75" b="0">
                <a:solidFill>
                  <a:srgbClr val="7A8291"/>
                </a:solidFill>
              </a:defRPr>
            </a:defPPr>
            <a:lvl1pPr algn="l">
              <a:defRPr sz="675" b="0">
                <a:solidFill>
                  <a:srgbClr val="7A8291"/>
                </a:solidFill>
              </a:defRPr>
            </a:lvl1pPr>
            <a:lvl2pPr algn="l">
              <a:defRPr sz="675" b="0">
                <a:solidFill>
                  <a:srgbClr val="7A8291"/>
                </a:solidFill>
              </a:defRPr>
            </a:lvl2pPr>
            <a:lvl3pPr algn="l">
              <a:defRPr sz="675" b="0">
                <a:solidFill>
                  <a:srgbClr val="7A8291"/>
                </a:solidFill>
              </a:defRPr>
            </a:lvl3pPr>
            <a:lvl4pPr algn="l">
              <a:defRPr sz="675" b="0">
                <a:solidFill>
                  <a:srgbClr val="7A8291"/>
                </a:solidFill>
              </a:defRPr>
            </a:lvl4pPr>
            <a:lvl5pPr algn="l">
              <a:defRPr sz="675" b="0">
                <a:solidFill>
                  <a:srgbClr val="7A8291"/>
                </a:solidFill>
              </a:defRPr>
            </a:lvl5pPr>
            <a:lvl6pPr algn="l">
              <a:defRPr sz="675" b="0">
                <a:solidFill>
                  <a:srgbClr val="7A8291"/>
                </a:solidFill>
              </a:defRPr>
            </a:lvl6pPr>
            <a:lvl7pPr algn="l">
              <a:defRPr sz="675" b="0">
                <a:solidFill>
                  <a:srgbClr val="7A8291"/>
                </a:solidFill>
              </a:defRPr>
            </a:lvl7pPr>
            <a:lvl8pPr algn="l">
              <a:defRPr sz="675" b="0">
                <a:solidFill>
                  <a:srgbClr val="7A8291"/>
                </a:solidFill>
              </a:defRPr>
            </a:lvl8pPr>
            <a:lvl9pPr algn="l">
              <a:defRPr sz="675" b="0">
                <a:solidFill>
                  <a:srgbClr val="7A8291"/>
                </a:solidFill>
              </a:defRPr>
            </a:lvl9pPr>
          </a:lstStyle>
          <a:p xmlns:a="http://schemas.openxmlformats.org/drawingml/2006/main">
            <a:pPr algn="l">
              <a:defRPr sz="675" b="0">
                <a:solidFill>
                  <a:srgbClr val="7A8291"/>
                </a:solidFill>
              </a:defRPr>
            </a:pPr>
            <a:r>
              <a:rPr sz="675" b="0">
                <a:solidFill>
                  <a:srgbClr val="7A8291"/>
                </a:solidFill>
              </a:rPr>
              <a:t>MGT SKIN CARE · PRODUCT &amp; PRODUCTION BLUEPRINT · 25 OCT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5A540B-90A1-44A7-A378-1B400AA3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1">
                <a:solidFill>
                  <a:srgbClr val="7A8291"/>
                </a:solidFill>
              </a:defRPr>
            </a:defPPr>
            <a:lvl1pPr algn="r">
              <a:defRPr sz="750" b="1">
                <a:solidFill>
                  <a:srgbClr val="7A8291"/>
                </a:solidFill>
              </a:defRPr>
            </a:lvl1pPr>
            <a:lvl2pPr algn="r">
              <a:defRPr sz="750" b="1">
                <a:solidFill>
                  <a:srgbClr val="7A8291"/>
                </a:solidFill>
              </a:defRPr>
            </a:lvl2pPr>
            <a:lvl3pPr algn="r">
              <a:defRPr sz="750" b="1">
                <a:solidFill>
                  <a:srgbClr val="7A8291"/>
                </a:solidFill>
              </a:defRPr>
            </a:lvl3pPr>
            <a:lvl4pPr algn="r">
              <a:defRPr sz="750" b="1">
                <a:solidFill>
                  <a:srgbClr val="7A8291"/>
                </a:solidFill>
              </a:defRPr>
            </a:lvl4pPr>
            <a:lvl5pPr algn="r">
              <a:defRPr sz="750" b="1">
                <a:solidFill>
                  <a:srgbClr val="7A8291"/>
                </a:solidFill>
              </a:defRPr>
            </a:lvl5pPr>
            <a:lvl6pPr algn="r">
              <a:defRPr sz="750" b="1">
                <a:solidFill>
                  <a:srgbClr val="7A8291"/>
                </a:solidFill>
              </a:defRPr>
            </a:lvl6pPr>
            <a:lvl7pPr algn="r">
              <a:defRPr sz="750" b="1">
                <a:solidFill>
                  <a:srgbClr val="7A8291"/>
                </a:solidFill>
              </a:defRPr>
            </a:lvl7pPr>
            <a:lvl8pPr algn="r">
              <a:defRPr sz="750" b="1">
                <a:solidFill>
                  <a:srgbClr val="7A8291"/>
                </a:solidFill>
              </a:defRPr>
            </a:lvl8pPr>
            <a:lvl9pPr algn="r">
              <a:defRPr sz="750" b="1">
                <a:solidFill>
                  <a:srgbClr val="7A8291"/>
                </a:solidFill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7A8291"/>
                </a:solidFill>
              </a:defRPr>
            </a:pPr>
            <a:r>
              <a:rPr sz="750" b="1">
                <a:solidFill>
                  <a:srgbClr val="7A8291"/>
                </a:solidFill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109B7-3A33-4DD1-BB19-EE297C5C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676400" cy="27813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F0CA15-9ED1-4B5D-977A-EF1E533F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57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W1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FAF46F-8D4F-4FFB-AA72-AFBCD831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6D28D9"/>
                </a:solidFill>
              </a:defRPr>
            </a:defPPr>
            <a:lvl1pPr algn="l">
              <a:defRPr sz="825" b="1">
                <a:solidFill>
                  <a:srgbClr val="6D28D9"/>
                </a:solidFill>
              </a:defRPr>
            </a:lvl1pPr>
            <a:lvl2pPr algn="l">
              <a:defRPr sz="825" b="1">
                <a:solidFill>
                  <a:srgbClr val="6D28D9"/>
                </a:solidFill>
              </a:defRPr>
            </a:lvl2pPr>
            <a:lvl3pPr algn="l">
              <a:defRPr sz="825" b="1">
                <a:solidFill>
                  <a:srgbClr val="6D28D9"/>
                </a:solidFill>
              </a:defRPr>
            </a:lvl3pPr>
            <a:lvl4pPr algn="l">
              <a:defRPr sz="825" b="1">
                <a:solidFill>
                  <a:srgbClr val="6D28D9"/>
                </a:solidFill>
              </a:defRPr>
            </a:lvl4pPr>
            <a:lvl5pPr algn="l">
              <a:defRPr sz="825" b="1">
                <a:solidFill>
                  <a:srgbClr val="6D28D9"/>
                </a:solidFill>
              </a:defRPr>
            </a:lvl5pPr>
            <a:lvl6pPr algn="l">
              <a:defRPr sz="825" b="1">
                <a:solidFill>
                  <a:srgbClr val="6D28D9"/>
                </a:solidFill>
              </a:defRPr>
            </a:lvl6pPr>
            <a:lvl7pPr algn="l">
              <a:defRPr sz="825" b="1">
                <a:solidFill>
                  <a:srgbClr val="6D28D9"/>
                </a:solidFill>
              </a:defRPr>
            </a:lvl7pPr>
            <a:lvl8pPr algn="l">
              <a:defRPr sz="825" b="1">
                <a:solidFill>
                  <a:srgbClr val="6D28D9"/>
                </a:solidFill>
              </a:defRPr>
            </a:lvl8pPr>
            <a:lvl9pPr algn="l">
              <a:defRPr sz="825" b="1">
                <a:solidFill>
                  <a:srgbClr val="6D28D9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6D28D9"/>
                </a:solidFill>
              </a:defRPr>
            </a:pPr>
            <a:r>
              <a:rPr sz="825" b="1">
                <a:solidFill>
                  <a:srgbClr val="6D28D9"/>
                </a:solidFill>
              </a:rPr>
              <a:t>DECIDE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A8AD1B-0C24-4AA5-B21D-45A6980A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371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F172A"/>
                </a:solidFill>
              </a:defRPr>
            </a:defPPr>
            <a:lvl1pPr algn="l">
              <a:defRPr sz="975" b="1">
                <a:solidFill>
                  <a:srgbClr val="0F172A"/>
                </a:solidFill>
              </a:defRPr>
            </a:lvl1pPr>
            <a:lvl2pPr algn="l">
              <a:defRPr sz="975" b="1">
                <a:solidFill>
                  <a:srgbClr val="0F172A"/>
                </a:solidFill>
              </a:defRPr>
            </a:lvl2pPr>
            <a:lvl3pPr algn="l">
              <a:defRPr sz="975" b="1">
                <a:solidFill>
                  <a:srgbClr val="0F172A"/>
                </a:solidFill>
              </a:defRPr>
            </a:lvl3pPr>
            <a:lvl4pPr algn="l">
              <a:defRPr sz="975" b="1">
                <a:solidFill>
                  <a:srgbClr val="0F172A"/>
                </a:solidFill>
              </a:defRPr>
            </a:lvl4pPr>
            <a:lvl5pPr algn="l">
              <a:defRPr sz="975" b="1">
                <a:solidFill>
                  <a:srgbClr val="0F172A"/>
                </a:solidFill>
              </a:defRPr>
            </a:lvl5pPr>
            <a:lvl6pPr algn="l">
              <a:defRPr sz="975" b="1">
                <a:solidFill>
                  <a:srgbClr val="0F172A"/>
                </a:solidFill>
              </a:defRPr>
            </a:lvl6pPr>
            <a:lvl7pPr algn="l">
              <a:defRPr sz="975" b="1">
                <a:solidFill>
                  <a:srgbClr val="0F172A"/>
                </a:solidFill>
              </a:defRPr>
            </a:lvl7pPr>
            <a:lvl8pPr algn="l">
              <a:defRPr sz="975" b="1">
                <a:solidFill>
                  <a:srgbClr val="0F172A"/>
                </a:solidFill>
              </a:defRPr>
            </a:lvl8pPr>
            <a:lvl9pPr algn="l">
              <a:defRPr sz="975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F172A"/>
                </a:solidFill>
              </a:defRPr>
            </a:pPr>
            <a:r>
              <a:rPr sz="975" b="1">
                <a:solidFill>
                  <a:srgbClr val="0F172A"/>
                </a:solidFill>
              </a:rPr>
              <a:t>pricing, provider, data boundary, RPO/RTO, legal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FC34A-3F3E-41D5-8F55-7E48F1C1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09750"/>
            <a:ext cx="1676400" cy="27813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124A96-3472-4041-9C2B-52648848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000250"/>
            <a:ext cx="457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W2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7BE9C6-A8A8-45A8-AD65-23ADFBBF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4574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2563EB"/>
                </a:solidFill>
              </a:defRPr>
            </a:defPPr>
            <a:lvl1pPr algn="l">
              <a:defRPr sz="825" b="1">
                <a:solidFill>
                  <a:srgbClr val="2563EB"/>
                </a:solidFill>
              </a:defRPr>
            </a:lvl1pPr>
            <a:lvl2pPr algn="l">
              <a:defRPr sz="825" b="1">
                <a:solidFill>
                  <a:srgbClr val="2563EB"/>
                </a:solidFill>
              </a:defRPr>
            </a:lvl2pPr>
            <a:lvl3pPr algn="l">
              <a:defRPr sz="825" b="1">
                <a:solidFill>
                  <a:srgbClr val="2563EB"/>
                </a:solidFill>
              </a:defRPr>
            </a:lvl3pPr>
            <a:lvl4pPr algn="l">
              <a:defRPr sz="825" b="1">
                <a:solidFill>
                  <a:srgbClr val="2563EB"/>
                </a:solidFill>
              </a:defRPr>
            </a:lvl4pPr>
            <a:lvl5pPr algn="l">
              <a:defRPr sz="825" b="1">
                <a:solidFill>
                  <a:srgbClr val="2563EB"/>
                </a:solidFill>
              </a:defRPr>
            </a:lvl5pPr>
            <a:lvl6pPr algn="l">
              <a:defRPr sz="825" b="1">
                <a:solidFill>
                  <a:srgbClr val="2563EB"/>
                </a:solidFill>
              </a:defRPr>
            </a:lvl6pPr>
            <a:lvl7pPr algn="l">
              <a:defRPr sz="825" b="1">
                <a:solidFill>
                  <a:srgbClr val="2563EB"/>
                </a:solidFill>
              </a:defRPr>
            </a:lvl7pPr>
            <a:lvl8pPr algn="l">
              <a:defRPr sz="825" b="1">
                <a:solidFill>
                  <a:srgbClr val="2563EB"/>
                </a:solidFill>
              </a:defRPr>
            </a:lvl8pPr>
            <a:lvl9pPr algn="l">
              <a:defRPr sz="82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CONFIGURE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A2E4EB-896C-40FD-BA57-0EA11A75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876550"/>
            <a:ext cx="1371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F172A"/>
                </a:solidFill>
              </a:defRPr>
            </a:defPPr>
            <a:lvl1pPr algn="l">
              <a:defRPr sz="975" b="1">
                <a:solidFill>
                  <a:srgbClr val="0F172A"/>
                </a:solidFill>
              </a:defRPr>
            </a:lvl1pPr>
            <a:lvl2pPr algn="l">
              <a:defRPr sz="975" b="1">
                <a:solidFill>
                  <a:srgbClr val="0F172A"/>
                </a:solidFill>
              </a:defRPr>
            </a:lvl2pPr>
            <a:lvl3pPr algn="l">
              <a:defRPr sz="975" b="1">
                <a:solidFill>
                  <a:srgbClr val="0F172A"/>
                </a:solidFill>
              </a:defRPr>
            </a:lvl3pPr>
            <a:lvl4pPr algn="l">
              <a:defRPr sz="975" b="1">
                <a:solidFill>
                  <a:srgbClr val="0F172A"/>
                </a:solidFill>
              </a:defRPr>
            </a:lvl4pPr>
            <a:lvl5pPr algn="l">
              <a:defRPr sz="975" b="1">
                <a:solidFill>
                  <a:srgbClr val="0F172A"/>
                </a:solidFill>
              </a:defRPr>
            </a:lvl5pPr>
            <a:lvl6pPr algn="l">
              <a:defRPr sz="975" b="1">
                <a:solidFill>
                  <a:srgbClr val="0F172A"/>
                </a:solidFill>
              </a:defRPr>
            </a:lvl6pPr>
            <a:lvl7pPr algn="l">
              <a:defRPr sz="975" b="1">
                <a:solidFill>
                  <a:srgbClr val="0F172A"/>
                </a:solidFill>
              </a:defRPr>
            </a:lvl7pPr>
            <a:lvl8pPr algn="l">
              <a:defRPr sz="975" b="1">
                <a:solidFill>
                  <a:srgbClr val="0F172A"/>
                </a:solidFill>
              </a:defRPr>
            </a:lvl8pPr>
            <a:lvl9pPr algn="l">
              <a:defRPr sz="975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F172A"/>
                </a:solidFill>
              </a:defRPr>
            </a:pPr>
            <a:r>
              <a:rPr sz="975" b="1">
                <a:solidFill>
                  <a:srgbClr val="0F172A"/>
                </a:solidFill>
              </a:rPr>
              <a:t>identity, database, secrets, Stripe, Google projects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49C735-A956-4FA9-8D86-7456E977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09750"/>
            <a:ext cx="1676400" cy="27813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D3E062-68D9-4D0E-A315-7DFB8044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457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W3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BB71E5-8CF9-4CE4-A10B-A4303E1B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0891B2"/>
                </a:solidFill>
              </a:defRPr>
            </a:defPPr>
            <a:lvl1pPr algn="l">
              <a:defRPr sz="825" b="1">
                <a:solidFill>
                  <a:srgbClr val="0891B2"/>
                </a:solidFill>
              </a:defRPr>
            </a:lvl1pPr>
            <a:lvl2pPr algn="l">
              <a:defRPr sz="825" b="1">
                <a:solidFill>
                  <a:srgbClr val="0891B2"/>
                </a:solidFill>
              </a:defRPr>
            </a:lvl2pPr>
            <a:lvl3pPr algn="l">
              <a:defRPr sz="825" b="1">
                <a:solidFill>
                  <a:srgbClr val="0891B2"/>
                </a:solidFill>
              </a:defRPr>
            </a:lvl3pPr>
            <a:lvl4pPr algn="l">
              <a:defRPr sz="825" b="1">
                <a:solidFill>
                  <a:srgbClr val="0891B2"/>
                </a:solidFill>
              </a:defRPr>
            </a:lvl4pPr>
            <a:lvl5pPr algn="l">
              <a:defRPr sz="825" b="1">
                <a:solidFill>
                  <a:srgbClr val="0891B2"/>
                </a:solidFill>
              </a:defRPr>
            </a:lvl5pPr>
            <a:lvl6pPr algn="l">
              <a:defRPr sz="825" b="1">
                <a:solidFill>
                  <a:srgbClr val="0891B2"/>
                </a:solidFill>
              </a:defRPr>
            </a:lvl6pPr>
            <a:lvl7pPr algn="l">
              <a:defRPr sz="825" b="1">
                <a:solidFill>
                  <a:srgbClr val="0891B2"/>
                </a:solidFill>
              </a:defRPr>
            </a:lvl7pPr>
            <a:lvl8pPr algn="l">
              <a:defRPr sz="825" b="1">
                <a:solidFill>
                  <a:srgbClr val="0891B2"/>
                </a:solidFill>
              </a:defRPr>
            </a:lvl8pPr>
            <a:lvl9pPr algn="l">
              <a:defRPr sz="825" b="1">
                <a:solidFill>
                  <a:srgbClr val="0891B2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0891B2"/>
                </a:solidFill>
              </a:defRPr>
            </a:pPr>
            <a:r>
              <a:rPr sz="825" b="1">
                <a:solidFill>
                  <a:srgbClr val="0891B2"/>
                </a:solidFill>
              </a:rPr>
              <a:t>INTEGRATE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9AAAB0-4E25-47B8-BC07-2F01E389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76550"/>
            <a:ext cx="1371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F172A"/>
                </a:solidFill>
              </a:defRPr>
            </a:defPPr>
            <a:lvl1pPr algn="l">
              <a:defRPr sz="975" b="1">
                <a:solidFill>
                  <a:srgbClr val="0F172A"/>
                </a:solidFill>
              </a:defRPr>
            </a:lvl1pPr>
            <a:lvl2pPr algn="l">
              <a:defRPr sz="975" b="1">
                <a:solidFill>
                  <a:srgbClr val="0F172A"/>
                </a:solidFill>
              </a:defRPr>
            </a:lvl2pPr>
            <a:lvl3pPr algn="l">
              <a:defRPr sz="975" b="1">
                <a:solidFill>
                  <a:srgbClr val="0F172A"/>
                </a:solidFill>
              </a:defRPr>
            </a:lvl3pPr>
            <a:lvl4pPr algn="l">
              <a:defRPr sz="975" b="1">
                <a:solidFill>
                  <a:srgbClr val="0F172A"/>
                </a:solidFill>
              </a:defRPr>
            </a:lvl4pPr>
            <a:lvl5pPr algn="l">
              <a:defRPr sz="975" b="1">
                <a:solidFill>
                  <a:srgbClr val="0F172A"/>
                </a:solidFill>
              </a:defRPr>
            </a:lvl5pPr>
            <a:lvl6pPr algn="l">
              <a:defRPr sz="975" b="1">
                <a:solidFill>
                  <a:srgbClr val="0F172A"/>
                </a:solidFill>
              </a:defRPr>
            </a:lvl6pPr>
            <a:lvl7pPr algn="l">
              <a:defRPr sz="975" b="1">
                <a:solidFill>
                  <a:srgbClr val="0F172A"/>
                </a:solidFill>
              </a:defRPr>
            </a:lvl7pPr>
            <a:lvl8pPr algn="l">
              <a:defRPr sz="975" b="1">
                <a:solidFill>
                  <a:srgbClr val="0F172A"/>
                </a:solidFill>
              </a:defRPr>
            </a:lvl8pPr>
            <a:lvl9pPr algn="l">
              <a:defRPr sz="975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F172A"/>
                </a:solidFill>
              </a:defRPr>
            </a:pPr>
            <a:r>
              <a:rPr sz="975" b="1">
                <a:solidFill>
                  <a:srgbClr val="0F172A"/>
                </a:solidFill>
              </a:rPr>
              <a:t>migrations, webhooks, Cloud Run, GCS/Drive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D3C098-E233-486B-B1F9-B42E9651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1676400" cy="27813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37EC29-CECE-4C93-A5E5-4D246F6D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00250"/>
            <a:ext cx="457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78"/>
          </a:solidFill>
          <a:ln xmlns:a="http://schemas.openxmlformats.org/drawingml/2006/main" w="9525">
            <a:solidFill>
              <a:srgbClr val="0F9D7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W4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CF8443-FA6B-446B-AEAD-8AFE897E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574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0F9D78"/>
                </a:solidFill>
              </a:defRPr>
            </a:defPPr>
            <a:lvl1pPr algn="l">
              <a:defRPr sz="825" b="1">
                <a:solidFill>
                  <a:srgbClr val="0F9D78"/>
                </a:solidFill>
              </a:defRPr>
            </a:lvl1pPr>
            <a:lvl2pPr algn="l">
              <a:defRPr sz="825" b="1">
                <a:solidFill>
                  <a:srgbClr val="0F9D78"/>
                </a:solidFill>
              </a:defRPr>
            </a:lvl2pPr>
            <a:lvl3pPr algn="l">
              <a:defRPr sz="825" b="1">
                <a:solidFill>
                  <a:srgbClr val="0F9D78"/>
                </a:solidFill>
              </a:defRPr>
            </a:lvl3pPr>
            <a:lvl4pPr algn="l">
              <a:defRPr sz="825" b="1">
                <a:solidFill>
                  <a:srgbClr val="0F9D78"/>
                </a:solidFill>
              </a:defRPr>
            </a:lvl4pPr>
            <a:lvl5pPr algn="l">
              <a:defRPr sz="825" b="1">
                <a:solidFill>
                  <a:srgbClr val="0F9D78"/>
                </a:solidFill>
              </a:defRPr>
            </a:lvl5pPr>
            <a:lvl6pPr algn="l">
              <a:defRPr sz="825" b="1">
                <a:solidFill>
                  <a:srgbClr val="0F9D78"/>
                </a:solidFill>
              </a:defRPr>
            </a:lvl6pPr>
            <a:lvl7pPr algn="l">
              <a:defRPr sz="825" b="1">
                <a:solidFill>
                  <a:srgbClr val="0F9D78"/>
                </a:solidFill>
              </a:defRPr>
            </a:lvl7pPr>
            <a:lvl8pPr algn="l">
              <a:defRPr sz="825" b="1">
                <a:solidFill>
                  <a:srgbClr val="0F9D78"/>
                </a:solidFill>
              </a:defRPr>
            </a:lvl8pPr>
            <a:lvl9pPr algn="l">
              <a:defRPr sz="825" b="1">
                <a:solidFill>
                  <a:srgbClr val="0F9D78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0F9D78"/>
                </a:solidFill>
              </a:defRPr>
            </a:pPr>
            <a:r>
              <a:rPr sz="825" b="1">
                <a:solidFill>
                  <a:srgbClr val="0F9D78"/>
                </a:solidFill>
              </a:rPr>
              <a:t>QUALIFY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D6BD78-3899-4A20-9073-2BEB2908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76550"/>
            <a:ext cx="1371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F172A"/>
                </a:solidFill>
              </a:defRPr>
            </a:defPPr>
            <a:lvl1pPr algn="l">
              <a:defRPr sz="975" b="1">
                <a:solidFill>
                  <a:srgbClr val="0F172A"/>
                </a:solidFill>
              </a:defRPr>
            </a:lvl1pPr>
            <a:lvl2pPr algn="l">
              <a:defRPr sz="975" b="1">
                <a:solidFill>
                  <a:srgbClr val="0F172A"/>
                </a:solidFill>
              </a:defRPr>
            </a:lvl2pPr>
            <a:lvl3pPr algn="l">
              <a:defRPr sz="975" b="1">
                <a:solidFill>
                  <a:srgbClr val="0F172A"/>
                </a:solidFill>
              </a:defRPr>
            </a:lvl3pPr>
            <a:lvl4pPr algn="l">
              <a:defRPr sz="975" b="1">
                <a:solidFill>
                  <a:srgbClr val="0F172A"/>
                </a:solidFill>
              </a:defRPr>
            </a:lvl4pPr>
            <a:lvl5pPr algn="l">
              <a:defRPr sz="975" b="1">
                <a:solidFill>
                  <a:srgbClr val="0F172A"/>
                </a:solidFill>
              </a:defRPr>
            </a:lvl5pPr>
            <a:lvl6pPr algn="l">
              <a:defRPr sz="975" b="1">
                <a:solidFill>
                  <a:srgbClr val="0F172A"/>
                </a:solidFill>
              </a:defRPr>
            </a:lvl6pPr>
            <a:lvl7pPr algn="l">
              <a:defRPr sz="975" b="1">
                <a:solidFill>
                  <a:srgbClr val="0F172A"/>
                </a:solidFill>
              </a:defRPr>
            </a:lvl7pPr>
            <a:lvl8pPr algn="l">
              <a:defRPr sz="975" b="1">
                <a:solidFill>
                  <a:srgbClr val="0F172A"/>
                </a:solidFill>
              </a:defRPr>
            </a:lvl8pPr>
            <a:lvl9pPr algn="l">
              <a:defRPr sz="975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F172A"/>
                </a:solidFill>
              </a:defRPr>
            </a:pPr>
            <a:r>
              <a:rPr sz="975" b="1">
                <a:solidFill>
                  <a:srgbClr val="0F172A"/>
                </a:solidFill>
              </a:rPr>
              <a:t>AI, accessibility, security, load and failure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781F43-364E-43D6-97B3-CC39371E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1676400" cy="27813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6FDD56-DE61-408E-9081-B474DFED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00250"/>
            <a:ext cx="457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W5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770D1F-22C0-4DA5-A33D-C8D26584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574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D97706"/>
                </a:solidFill>
              </a:defRPr>
            </a:defPPr>
            <a:lvl1pPr algn="l">
              <a:defRPr sz="825" b="1">
                <a:solidFill>
                  <a:srgbClr val="D97706"/>
                </a:solidFill>
              </a:defRPr>
            </a:lvl1pPr>
            <a:lvl2pPr algn="l">
              <a:defRPr sz="825" b="1">
                <a:solidFill>
                  <a:srgbClr val="D97706"/>
                </a:solidFill>
              </a:defRPr>
            </a:lvl2pPr>
            <a:lvl3pPr algn="l">
              <a:defRPr sz="825" b="1">
                <a:solidFill>
                  <a:srgbClr val="D97706"/>
                </a:solidFill>
              </a:defRPr>
            </a:lvl3pPr>
            <a:lvl4pPr algn="l">
              <a:defRPr sz="825" b="1">
                <a:solidFill>
                  <a:srgbClr val="D97706"/>
                </a:solidFill>
              </a:defRPr>
            </a:lvl4pPr>
            <a:lvl5pPr algn="l">
              <a:defRPr sz="825" b="1">
                <a:solidFill>
                  <a:srgbClr val="D97706"/>
                </a:solidFill>
              </a:defRPr>
            </a:lvl5pPr>
            <a:lvl6pPr algn="l">
              <a:defRPr sz="825" b="1">
                <a:solidFill>
                  <a:srgbClr val="D97706"/>
                </a:solidFill>
              </a:defRPr>
            </a:lvl6pPr>
            <a:lvl7pPr algn="l">
              <a:defRPr sz="825" b="1">
                <a:solidFill>
                  <a:srgbClr val="D97706"/>
                </a:solidFill>
              </a:defRPr>
            </a:lvl7pPr>
            <a:lvl8pPr algn="l">
              <a:defRPr sz="825" b="1">
                <a:solidFill>
                  <a:srgbClr val="D97706"/>
                </a:solidFill>
              </a:defRPr>
            </a:lvl8pPr>
            <a:lvl9pPr algn="l">
              <a:defRPr sz="825" b="1">
                <a:solidFill>
                  <a:srgbClr val="D97706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D97706"/>
                </a:solidFill>
              </a:defRPr>
            </a:pPr>
            <a:r>
              <a:rPr sz="825" b="1">
                <a:solidFill>
                  <a:srgbClr val="D97706"/>
                </a:solidFill>
              </a:rPr>
              <a:t>REHEARSE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E86621-B2E2-4EBC-850D-DCB592D6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76550"/>
            <a:ext cx="1371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F172A"/>
                </a:solidFill>
              </a:defRPr>
            </a:defPPr>
            <a:lvl1pPr algn="l">
              <a:defRPr sz="975" b="1">
                <a:solidFill>
                  <a:srgbClr val="0F172A"/>
                </a:solidFill>
              </a:defRPr>
            </a:lvl1pPr>
            <a:lvl2pPr algn="l">
              <a:defRPr sz="975" b="1">
                <a:solidFill>
                  <a:srgbClr val="0F172A"/>
                </a:solidFill>
              </a:defRPr>
            </a:lvl2pPr>
            <a:lvl3pPr algn="l">
              <a:defRPr sz="975" b="1">
                <a:solidFill>
                  <a:srgbClr val="0F172A"/>
                </a:solidFill>
              </a:defRPr>
            </a:lvl3pPr>
            <a:lvl4pPr algn="l">
              <a:defRPr sz="975" b="1">
                <a:solidFill>
                  <a:srgbClr val="0F172A"/>
                </a:solidFill>
              </a:defRPr>
            </a:lvl4pPr>
            <a:lvl5pPr algn="l">
              <a:defRPr sz="975" b="1">
                <a:solidFill>
                  <a:srgbClr val="0F172A"/>
                </a:solidFill>
              </a:defRPr>
            </a:lvl5pPr>
            <a:lvl6pPr algn="l">
              <a:defRPr sz="975" b="1">
                <a:solidFill>
                  <a:srgbClr val="0F172A"/>
                </a:solidFill>
              </a:defRPr>
            </a:lvl6pPr>
            <a:lvl7pPr algn="l">
              <a:defRPr sz="975" b="1">
                <a:solidFill>
                  <a:srgbClr val="0F172A"/>
                </a:solidFill>
              </a:defRPr>
            </a:lvl7pPr>
            <a:lvl8pPr algn="l">
              <a:defRPr sz="975" b="1">
                <a:solidFill>
                  <a:srgbClr val="0F172A"/>
                </a:solidFill>
              </a:defRPr>
            </a:lvl8pPr>
            <a:lvl9pPr algn="l">
              <a:defRPr sz="975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F172A"/>
                </a:solidFill>
              </a:defRPr>
            </a:pPr>
            <a:r>
              <a:rPr sz="975" b="1">
                <a:solidFill>
                  <a:srgbClr val="0F172A"/>
                </a:solidFill>
              </a:rPr>
              <a:t>restore, rollback, incident, support and billing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253DD4-659B-4BBA-B892-51A5D2AF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809750"/>
            <a:ext cx="1676400" cy="27813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6B771D-1461-4794-8502-392F2935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000250"/>
            <a:ext cx="457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4343"/>
          </a:solidFill>
          <a:ln xmlns:a="http://schemas.openxmlformats.org/drawingml/2006/main" w="9525">
            <a:solidFill>
              <a:srgbClr val="D1434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W6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94229D-3EB6-4B64-B46F-ED244C2F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4574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D14343"/>
                </a:solidFill>
              </a:defRPr>
            </a:defPPr>
            <a:lvl1pPr algn="l">
              <a:defRPr sz="825" b="1">
                <a:solidFill>
                  <a:srgbClr val="D14343"/>
                </a:solidFill>
              </a:defRPr>
            </a:lvl1pPr>
            <a:lvl2pPr algn="l">
              <a:defRPr sz="825" b="1">
                <a:solidFill>
                  <a:srgbClr val="D14343"/>
                </a:solidFill>
              </a:defRPr>
            </a:lvl2pPr>
            <a:lvl3pPr algn="l">
              <a:defRPr sz="825" b="1">
                <a:solidFill>
                  <a:srgbClr val="D14343"/>
                </a:solidFill>
              </a:defRPr>
            </a:lvl3pPr>
            <a:lvl4pPr algn="l">
              <a:defRPr sz="825" b="1">
                <a:solidFill>
                  <a:srgbClr val="D14343"/>
                </a:solidFill>
              </a:defRPr>
            </a:lvl4pPr>
            <a:lvl5pPr algn="l">
              <a:defRPr sz="825" b="1">
                <a:solidFill>
                  <a:srgbClr val="D14343"/>
                </a:solidFill>
              </a:defRPr>
            </a:lvl5pPr>
            <a:lvl6pPr algn="l">
              <a:defRPr sz="825" b="1">
                <a:solidFill>
                  <a:srgbClr val="D14343"/>
                </a:solidFill>
              </a:defRPr>
            </a:lvl6pPr>
            <a:lvl7pPr algn="l">
              <a:defRPr sz="825" b="1">
                <a:solidFill>
                  <a:srgbClr val="D14343"/>
                </a:solidFill>
              </a:defRPr>
            </a:lvl7pPr>
            <a:lvl8pPr algn="l">
              <a:defRPr sz="825" b="1">
                <a:solidFill>
                  <a:srgbClr val="D14343"/>
                </a:solidFill>
              </a:defRPr>
            </a:lvl8pPr>
            <a:lvl9pPr algn="l">
              <a:defRPr sz="825" b="1">
                <a:solidFill>
                  <a:srgbClr val="D14343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D14343"/>
                </a:solidFill>
              </a:defRPr>
            </a:pPr>
            <a:r>
              <a:rPr sz="825" b="1">
                <a:solidFill>
                  <a:srgbClr val="D14343"/>
                </a:solidFill>
              </a:rPr>
              <a:t>RELEASE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877C22-EE9E-4695-89C4-28179F0A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76550"/>
            <a:ext cx="1371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F172A"/>
                </a:solidFill>
              </a:defRPr>
            </a:defPPr>
            <a:lvl1pPr algn="l">
              <a:defRPr sz="975" b="1">
                <a:solidFill>
                  <a:srgbClr val="0F172A"/>
                </a:solidFill>
              </a:defRPr>
            </a:lvl1pPr>
            <a:lvl2pPr algn="l">
              <a:defRPr sz="975" b="1">
                <a:solidFill>
                  <a:srgbClr val="0F172A"/>
                </a:solidFill>
              </a:defRPr>
            </a:lvl2pPr>
            <a:lvl3pPr algn="l">
              <a:defRPr sz="975" b="1">
                <a:solidFill>
                  <a:srgbClr val="0F172A"/>
                </a:solidFill>
              </a:defRPr>
            </a:lvl3pPr>
            <a:lvl4pPr algn="l">
              <a:defRPr sz="975" b="1">
                <a:solidFill>
                  <a:srgbClr val="0F172A"/>
                </a:solidFill>
              </a:defRPr>
            </a:lvl4pPr>
            <a:lvl5pPr algn="l">
              <a:defRPr sz="975" b="1">
                <a:solidFill>
                  <a:srgbClr val="0F172A"/>
                </a:solidFill>
              </a:defRPr>
            </a:lvl5pPr>
            <a:lvl6pPr algn="l">
              <a:defRPr sz="975" b="1">
                <a:solidFill>
                  <a:srgbClr val="0F172A"/>
                </a:solidFill>
              </a:defRPr>
            </a:lvl6pPr>
            <a:lvl7pPr algn="l">
              <a:defRPr sz="975" b="1">
                <a:solidFill>
                  <a:srgbClr val="0F172A"/>
                </a:solidFill>
              </a:defRPr>
            </a:lvl7pPr>
            <a:lvl8pPr algn="l">
              <a:defRPr sz="975" b="1">
                <a:solidFill>
                  <a:srgbClr val="0F172A"/>
                </a:solidFill>
              </a:defRPr>
            </a:lvl8pPr>
            <a:lvl9pPr algn="l">
              <a:defRPr sz="975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F172A"/>
                </a:solidFill>
              </a:defRPr>
            </a:pPr>
            <a:r>
              <a:rPr sz="975" b="1">
                <a:solidFill>
                  <a:srgbClr val="0F172A"/>
                </a:solidFill>
              </a:rPr>
              <a:t>acceptance, signed packet, canary, observe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362DD7-FD65-45D1-8B9E-8EBCC248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52578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F56E1D-CD23-413B-A971-38DB9248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95875"/>
            <a:ext cx="57150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C38C3A-7741-4B78-9D3B-EF6EFBA5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6350"/>
            <a:ext cx="480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F172A"/>
                </a:solidFill>
              </a:defRPr>
            </a:defPPr>
            <a:lvl1pPr algn="l">
              <a:defRPr sz="1125" b="1">
                <a:solidFill>
                  <a:srgbClr val="0F172A"/>
                </a:solidFill>
              </a:defRPr>
            </a:lvl1pPr>
            <a:lvl2pPr algn="l">
              <a:defRPr sz="1125" b="1">
                <a:solidFill>
                  <a:srgbClr val="0F172A"/>
                </a:solidFill>
              </a:defRPr>
            </a:lvl2pPr>
            <a:lvl3pPr algn="l">
              <a:defRPr sz="1125" b="1">
                <a:solidFill>
                  <a:srgbClr val="0F172A"/>
                </a:solidFill>
              </a:defRPr>
            </a:lvl3pPr>
            <a:lvl4pPr algn="l">
              <a:defRPr sz="1125" b="1">
                <a:solidFill>
                  <a:srgbClr val="0F172A"/>
                </a:solidFill>
              </a:defRPr>
            </a:lvl4pPr>
            <a:lvl5pPr algn="l">
              <a:defRPr sz="1125" b="1">
                <a:solidFill>
                  <a:srgbClr val="0F172A"/>
                </a:solidFill>
              </a:defRPr>
            </a:lvl5pPr>
            <a:lvl6pPr algn="l">
              <a:defRPr sz="1125" b="1">
                <a:solidFill>
                  <a:srgbClr val="0F172A"/>
                </a:solidFill>
              </a:defRPr>
            </a:lvl6pPr>
            <a:lvl7pPr algn="l">
              <a:defRPr sz="1125" b="1">
                <a:solidFill>
                  <a:srgbClr val="0F172A"/>
                </a:solidFill>
              </a:defRPr>
            </a:lvl7pPr>
            <a:lvl8pPr algn="l">
              <a:defRPr sz="1125" b="1">
                <a:solidFill>
                  <a:srgbClr val="0F172A"/>
                </a:solidFill>
              </a:defRPr>
            </a:lvl8pPr>
            <a:lvl9pPr algn="l">
              <a:defRPr sz="1125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Compute allocation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B64169-5DF0-444D-AD2A-B494AB0F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91150"/>
            <a:ext cx="4800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B6475"/>
                </a:solidFill>
              </a:defRPr>
            </a:defPPr>
            <a:lvl1pPr algn="l">
              <a:defRPr sz="900" b="0">
                <a:solidFill>
                  <a:srgbClr val="5B6475"/>
                </a:solidFill>
              </a:defRPr>
            </a:lvl1pPr>
            <a:lvl2pPr algn="l">
              <a:defRPr sz="900" b="0">
                <a:solidFill>
                  <a:srgbClr val="5B6475"/>
                </a:solidFill>
              </a:defRPr>
            </a:lvl2pPr>
            <a:lvl3pPr algn="l">
              <a:defRPr sz="900" b="0">
                <a:solidFill>
                  <a:srgbClr val="5B6475"/>
                </a:solidFill>
              </a:defRPr>
            </a:lvl3pPr>
            <a:lvl4pPr algn="l">
              <a:defRPr sz="900" b="0">
                <a:solidFill>
                  <a:srgbClr val="5B6475"/>
                </a:solidFill>
              </a:defRPr>
            </a:lvl4pPr>
            <a:lvl5pPr algn="l">
              <a:defRPr sz="900" b="0">
                <a:solidFill>
                  <a:srgbClr val="5B6475"/>
                </a:solidFill>
              </a:defRPr>
            </a:lvl5pPr>
            <a:lvl6pPr algn="l">
              <a:defRPr sz="900" b="0">
                <a:solidFill>
                  <a:srgbClr val="5B6475"/>
                </a:solidFill>
              </a:defRPr>
            </a:lvl6pPr>
            <a:lvl7pPr algn="l">
              <a:defRPr sz="900" b="0">
                <a:solidFill>
                  <a:srgbClr val="5B6475"/>
                </a:solidFill>
              </a:defRPr>
            </a:lvl7pPr>
            <a:lvl8pPr algn="l">
              <a:defRPr sz="900" b="0">
                <a:solidFill>
                  <a:srgbClr val="5B6475"/>
                </a:solidFill>
              </a:defRPr>
            </a:lvl8pPr>
            <a:lvl9pPr algn="l">
              <a:defRPr sz="90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Product/legal 20% · cloud/data 25% · payments/identity 15% · AI qualification 20% · QA/accessibility/security 15% · operations 5%.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EDD0BF-5892-44A1-A812-FE2FE856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53000"/>
            <a:ext cx="56769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47D7DD-BF71-4FAB-9C37-9298EFFE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095875"/>
            <a:ext cx="57150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4343"/>
          </a:solidFill>
          <a:ln xmlns:a="http://schemas.openxmlformats.org/drawingml/2006/main" w="0">
            <a:solidFill>
              <a:srgbClr val="D1434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F909AC-1A4C-4E56-B80D-5CBD01B2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86350"/>
            <a:ext cx="521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F172A"/>
                </a:solidFill>
              </a:defRPr>
            </a:defPPr>
            <a:lvl1pPr algn="l">
              <a:defRPr sz="1125" b="1">
                <a:solidFill>
                  <a:srgbClr val="0F172A"/>
                </a:solidFill>
              </a:defRPr>
            </a:lvl1pPr>
            <a:lvl2pPr algn="l">
              <a:defRPr sz="1125" b="1">
                <a:solidFill>
                  <a:srgbClr val="0F172A"/>
                </a:solidFill>
              </a:defRPr>
            </a:lvl2pPr>
            <a:lvl3pPr algn="l">
              <a:defRPr sz="1125" b="1">
                <a:solidFill>
                  <a:srgbClr val="0F172A"/>
                </a:solidFill>
              </a:defRPr>
            </a:lvl3pPr>
            <a:lvl4pPr algn="l">
              <a:defRPr sz="1125" b="1">
                <a:solidFill>
                  <a:srgbClr val="0F172A"/>
                </a:solidFill>
              </a:defRPr>
            </a:lvl4pPr>
            <a:lvl5pPr algn="l">
              <a:defRPr sz="1125" b="1">
                <a:solidFill>
                  <a:srgbClr val="0F172A"/>
                </a:solidFill>
              </a:defRPr>
            </a:lvl5pPr>
            <a:lvl6pPr algn="l">
              <a:defRPr sz="1125" b="1">
                <a:solidFill>
                  <a:srgbClr val="0F172A"/>
                </a:solidFill>
              </a:defRPr>
            </a:lvl6pPr>
            <a:lvl7pPr algn="l">
              <a:defRPr sz="1125" b="1">
                <a:solidFill>
                  <a:srgbClr val="0F172A"/>
                </a:solidFill>
              </a:defRPr>
            </a:lvl7pPr>
            <a:lvl8pPr algn="l">
              <a:defRPr sz="1125" b="1">
                <a:solidFill>
                  <a:srgbClr val="0F172A"/>
                </a:solidFill>
              </a:defRPr>
            </a:lvl8pPr>
            <a:lvl9pPr algn="l">
              <a:defRPr sz="1125" b="1">
                <a:solidFill>
                  <a:srgbClr val="0F17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Stop conditions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328BCC-87F6-42C5-A6AC-2809BAB9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391150"/>
            <a:ext cx="521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B6475"/>
                </a:solidFill>
              </a:defRPr>
            </a:defPPr>
            <a:lvl1pPr algn="l">
              <a:defRPr sz="900" b="0">
                <a:solidFill>
                  <a:srgbClr val="5B6475"/>
                </a:solidFill>
              </a:defRPr>
            </a:lvl1pPr>
            <a:lvl2pPr algn="l">
              <a:defRPr sz="900" b="0">
                <a:solidFill>
                  <a:srgbClr val="5B6475"/>
                </a:solidFill>
              </a:defRPr>
            </a:lvl2pPr>
            <a:lvl3pPr algn="l">
              <a:defRPr sz="900" b="0">
                <a:solidFill>
                  <a:srgbClr val="5B6475"/>
                </a:solidFill>
              </a:defRPr>
            </a:lvl3pPr>
            <a:lvl4pPr algn="l">
              <a:defRPr sz="900" b="0">
                <a:solidFill>
                  <a:srgbClr val="5B6475"/>
                </a:solidFill>
              </a:defRPr>
            </a:lvl4pPr>
            <a:lvl5pPr algn="l">
              <a:defRPr sz="900" b="0">
                <a:solidFill>
                  <a:srgbClr val="5B6475"/>
                </a:solidFill>
              </a:defRPr>
            </a:lvl5pPr>
            <a:lvl6pPr algn="l">
              <a:defRPr sz="900" b="0">
                <a:solidFill>
                  <a:srgbClr val="5B6475"/>
                </a:solidFill>
              </a:defRPr>
            </a:lvl6pPr>
            <a:lvl7pPr algn="l">
              <a:defRPr sz="900" b="0">
                <a:solidFill>
                  <a:srgbClr val="5B6475"/>
                </a:solidFill>
              </a:defRPr>
            </a:lvl7pPr>
            <a:lvl8pPr algn="l">
              <a:defRPr sz="900" b="0">
                <a:solidFill>
                  <a:srgbClr val="5B6475"/>
                </a:solidFill>
              </a:defRPr>
            </a:lvl8pPr>
            <a:lvl9pPr algn="l">
              <a:defRPr sz="900" b="0">
                <a:solidFill>
                  <a:srgbClr val="5B6475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B6475"/>
                </a:solidFill>
              </a:defRPr>
            </a:pPr>
            <a:r>
              <a:rPr sz="900" b="0">
                <a:solidFill>
                  <a:srgbClr val="5B6475"/>
                </a:solidFill>
              </a:rPr>
              <a:t>No restore evidence; unverified webhook; critical access/security defect; missing legal links; unapproved live catalog; AI regression; unsupported rollback.</a:t>
            </a:r>
          </a:p>
        </p:txBody>
      </p:sp>
    </p:spTree>
    <p:extLst>
      <p:ext uri="{BB962C8B-B14F-4D97-AF65-F5344CB8AC3E}">
        <p14:creationId xmlns:p14="http://schemas.microsoft.com/office/powerpoint/2010/main" val="166831847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20B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27830D-A45B-424E-A7B3-C78ED244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266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215B"/>
          </a:solidFill>
          <a:ln xmlns:a="http://schemas.openxmlformats.org/drawingml/2006/main" w="9525">
            <a:solidFill>
              <a:srgbClr val="34215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D9CCFF"/>
                </a:solidFill>
              </a:defRPr>
            </a:defPPr>
            <a:lvl1pPr algn="ctr">
              <a:defRPr sz="825" b="1">
                <a:solidFill>
                  <a:srgbClr val="D9CCFF"/>
                </a:solidFill>
              </a:defRPr>
            </a:lvl1pPr>
            <a:lvl2pPr algn="ctr">
              <a:defRPr sz="825" b="1">
                <a:solidFill>
                  <a:srgbClr val="D9CCFF"/>
                </a:solidFill>
              </a:defRPr>
            </a:lvl2pPr>
            <a:lvl3pPr algn="ctr">
              <a:defRPr sz="825" b="1">
                <a:solidFill>
                  <a:srgbClr val="D9CCFF"/>
                </a:solidFill>
              </a:defRPr>
            </a:lvl3pPr>
            <a:lvl4pPr algn="ctr">
              <a:defRPr sz="825" b="1">
                <a:solidFill>
                  <a:srgbClr val="D9CCFF"/>
                </a:solidFill>
              </a:defRPr>
            </a:lvl4pPr>
            <a:lvl5pPr algn="ctr">
              <a:defRPr sz="825" b="1">
                <a:solidFill>
                  <a:srgbClr val="D9CCFF"/>
                </a:solidFill>
              </a:defRPr>
            </a:lvl5pPr>
            <a:lvl6pPr algn="ctr">
              <a:defRPr sz="825" b="1">
                <a:solidFill>
                  <a:srgbClr val="D9CCFF"/>
                </a:solidFill>
              </a:defRPr>
            </a:lvl6pPr>
            <a:lvl7pPr algn="ctr">
              <a:defRPr sz="825" b="1">
                <a:solidFill>
                  <a:srgbClr val="D9CCFF"/>
                </a:solidFill>
              </a:defRPr>
            </a:lvl7pPr>
            <a:lvl8pPr algn="ctr">
              <a:defRPr sz="825" b="1">
                <a:solidFill>
                  <a:srgbClr val="D9CCFF"/>
                </a:solidFill>
              </a:defRPr>
            </a:lvl8pPr>
            <a:lvl9pPr algn="ctr">
              <a:defRPr sz="825" b="1">
                <a:solidFill>
                  <a:srgbClr val="D9CC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D9CCFF"/>
                </a:solidFill>
              </a:defRPr>
            </a:pPr>
            <a:r>
              <a:rPr sz="825" b="1">
                <a:solidFill>
                  <a:srgbClr val="D9CCFF"/>
                </a:solidFill>
              </a:rPr>
              <a:t>LAUNCH AUTHORITY · GREGG CLARK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3A050-7170-4016-B3A7-189394F1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</a:defRPr>
            </a:defPPr>
            <a:lvl1pPr algn="ctr">
              <a:defRPr sz="3000" b="1">
                <a:solidFill>
                  <a:srgbClr val="FFFFFF"/>
                </a:solidFill>
              </a:defRPr>
            </a:lvl1pPr>
            <a:lvl2pPr algn="ctr">
              <a:defRPr sz="3000" b="1">
                <a:solidFill>
                  <a:srgbClr val="FFFFFF"/>
                </a:solidFill>
              </a:defRPr>
            </a:lvl2pPr>
            <a:lvl3pPr algn="ctr">
              <a:defRPr sz="3000" b="1">
                <a:solidFill>
                  <a:srgbClr val="FFFFFF"/>
                </a:solidFill>
              </a:defRPr>
            </a:lvl3pPr>
            <a:lvl4pPr algn="ctr">
              <a:defRPr sz="3000" b="1">
                <a:solidFill>
                  <a:srgbClr val="FFFFFF"/>
                </a:solidFill>
              </a:defRPr>
            </a:lvl4pPr>
            <a:lvl5pPr algn="ctr">
              <a:defRPr sz="3000" b="1">
                <a:solidFill>
                  <a:srgbClr val="FFFFFF"/>
                </a:solidFill>
              </a:defRPr>
            </a:lvl5pPr>
            <a:lvl6pPr algn="ctr">
              <a:defRPr sz="3000" b="1">
                <a:solidFill>
                  <a:srgbClr val="FFFFFF"/>
                </a:solidFill>
              </a:defRPr>
            </a:lvl6pPr>
            <a:lvl7pPr algn="ctr">
              <a:defRPr sz="3000" b="1">
                <a:solidFill>
                  <a:srgbClr val="FFFFFF"/>
                </a:solidFill>
              </a:defRPr>
            </a:lvl7pPr>
            <a:lvl8pPr algn="ctr">
              <a:defRPr sz="3000" b="1">
                <a:solidFill>
                  <a:srgbClr val="FFFFFF"/>
                </a:solidFill>
              </a:defRPr>
            </a:lvl8pPr>
            <a:lvl9pPr algn="ctr">
              <a:defRPr sz="30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Move from build to controlled production qualification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453A4D-A8E2-4D23-B56E-9BFE691B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D9CCFF"/>
                </a:solidFill>
              </a:defRPr>
            </a:defPPr>
            <a:lvl1pPr algn="ctr">
              <a:defRPr sz="1350" b="0">
                <a:solidFill>
                  <a:srgbClr val="D9CCFF"/>
                </a:solidFill>
              </a:defRPr>
            </a:lvl1pPr>
            <a:lvl2pPr algn="ctr">
              <a:defRPr sz="1350" b="0">
                <a:solidFill>
                  <a:srgbClr val="D9CCFF"/>
                </a:solidFill>
              </a:defRPr>
            </a:lvl2pPr>
            <a:lvl3pPr algn="ctr">
              <a:defRPr sz="1350" b="0">
                <a:solidFill>
                  <a:srgbClr val="D9CCFF"/>
                </a:solidFill>
              </a:defRPr>
            </a:lvl3pPr>
            <a:lvl4pPr algn="ctr">
              <a:defRPr sz="1350" b="0">
                <a:solidFill>
                  <a:srgbClr val="D9CCFF"/>
                </a:solidFill>
              </a:defRPr>
            </a:lvl4pPr>
            <a:lvl5pPr algn="ctr">
              <a:defRPr sz="1350" b="0">
                <a:solidFill>
                  <a:srgbClr val="D9CCFF"/>
                </a:solidFill>
              </a:defRPr>
            </a:lvl5pPr>
            <a:lvl6pPr algn="ctr">
              <a:defRPr sz="1350" b="0">
                <a:solidFill>
                  <a:srgbClr val="D9CCFF"/>
                </a:solidFill>
              </a:defRPr>
            </a:lvl6pPr>
            <a:lvl7pPr algn="ctr">
              <a:defRPr sz="1350" b="0">
                <a:solidFill>
                  <a:srgbClr val="D9CCFF"/>
                </a:solidFill>
              </a:defRPr>
            </a:lvl7pPr>
            <a:lvl8pPr algn="ctr">
              <a:defRPr sz="1350" b="0">
                <a:solidFill>
                  <a:srgbClr val="D9CCFF"/>
                </a:solidFill>
              </a:defRPr>
            </a:lvl8pPr>
            <a:lvl9pPr algn="ctr">
              <a:defRPr sz="1350" b="0">
                <a:solidFill>
                  <a:srgbClr val="D9CCFF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D9CCFF"/>
                </a:solidFill>
              </a:defRPr>
            </a:pPr>
            <a:r>
              <a:rPr sz="1350" b="0">
                <a:solidFill>
                  <a:srgbClr val="D9CCFF"/>
                </a:solidFill>
              </a:rPr>
              <a:t>Four explicit approvals start the final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02437-07A5-4A51-8AF2-477A91F5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52578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21143B"/>
          </a:solidFill>
          <a:ln xmlns:a="http://schemas.openxmlformats.org/drawingml/2006/main" w="9525">
            <a:solidFill>
              <a:srgbClr val="4B377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652C82-5BA3-40E8-A519-8900A799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3AEB8-491E-414F-AB85-C9F6E353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05200"/>
            <a:ext cx="436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</a:defRPr>
            </a:defPPr>
            <a:lvl1pPr algn="l">
              <a:defRPr sz="1125" b="1">
                <a:solidFill>
                  <a:srgbClr val="FFFFFF"/>
                </a:solidFill>
              </a:defRPr>
            </a:lvl1pPr>
            <a:lvl2pPr algn="l">
              <a:defRPr sz="1125" b="1">
                <a:solidFill>
                  <a:srgbClr val="FFFFFF"/>
                </a:solidFill>
              </a:defRPr>
            </a:lvl2pPr>
            <a:lvl3pPr algn="l">
              <a:defRPr sz="1125" b="1">
                <a:solidFill>
                  <a:srgbClr val="FFFFFF"/>
                </a:solidFill>
              </a:defRPr>
            </a:lvl3pPr>
            <a:lvl4pPr algn="l">
              <a:defRPr sz="1125" b="1">
                <a:solidFill>
                  <a:srgbClr val="FFFFFF"/>
                </a:solidFill>
              </a:defRPr>
            </a:lvl4pPr>
            <a:lvl5pPr algn="l">
              <a:defRPr sz="1125" b="1">
                <a:solidFill>
                  <a:srgbClr val="FFFFFF"/>
                </a:solidFill>
              </a:defRPr>
            </a:lvl5pPr>
            <a:lvl6pPr algn="l">
              <a:defRPr sz="1125" b="1">
                <a:solidFill>
                  <a:srgbClr val="FFFFFF"/>
                </a:solidFill>
              </a:defRPr>
            </a:lvl6pPr>
            <a:lvl7pPr algn="l">
              <a:defRPr sz="1125" b="1">
                <a:solidFill>
                  <a:srgbClr val="FFFFFF"/>
                </a:solidFill>
              </a:defRPr>
            </a:lvl7pPr>
            <a:lvl8pPr algn="l">
              <a:defRPr sz="1125" b="1">
                <a:solidFill>
                  <a:srgbClr val="FFFFFF"/>
                </a:solidFill>
              </a:defRPr>
            </a:lvl8pPr>
            <a:lvl9pPr algn="l"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Commercial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DB39BE-EAF7-41E1-8D73-64E72B45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10000"/>
            <a:ext cx="436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D8CFF0"/>
                </a:solidFill>
              </a:defRPr>
            </a:defPPr>
            <a:lvl1pPr algn="l">
              <a:defRPr sz="900" b="0">
                <a:solidFill>
                  <a:srgbClr val="D8CFF0"/>
                </a:solidFill>
              </a:defRPr>
            </a:lvl1pPr>
            <a:lvl2pPr algn="l">
              <a:defRPr sz="900" b="0">
                <a:solidFill>
                  <a:srgbClr val="D8CFF0"/>
                </a:solidFill>
              </a:defRPr>
            </a:lvl2pPr>
            <a:lvl3pPr algn="l">
              <a:defRPr sz="900" b="0">
                <a:solidFill>
                  <a:srgbClr val="D8CFF0"/>
                </a:solidFill>
              </a:defRPr>
            </a:lvl3pPr>
            <a:lvl4pPr algn="l">
              <a:defRPr sz="900" b="0">
                <a:solidFill>
                  <a:srgbClr val="D8CFF0"/>
                </a:solidFill>
              </a:defRPr>
            </a:lvl4pPr>
            <a:lvl5pPr algn="l">
              <a:defRPr sz="900" b="0">
                <a:solidFill>
                  <a:srgbClr val="D8CFF0"/>
                </a:solidFill>
              </a:defRPr>
            </a:lvl5pPr>
            <a:lvl6pPr algn="l">
              <a:defRPr sz="900" b="0">
                <a:solidFill>
                  <a:srgbClr val="D8CFF0"/>
                </a:solidFill>
              </a:defRPr>
            </a:lvl6pPr>
            <a:lvl7pPr algn="l">
              <a:defRPr sz="900" b="0">
                <a:solidFill>
                  <a:srgbClr val="D8CFF0"/>
                </a:solidFill>
              </a:defRPr>
            </a:lvl7pPr>
            <a:lvl8pPr algn="l">
              <a:defRPr sz="900" b="0">
                <a:solidFill>
                  <a:srgbClr val="D8CFF0"/>
                </a:solidFill>
              </a:defRPr>
            </a:lvl8pPr>
            <a:lvl9pPr algn="l">
              <a:defRPr sz="900" b="0">
                <a:solidFill>
                  <a:srgbClr val="D8CFF0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D8CFF0"/>
                </a:solidFill>
              </a:defRPr>
            </a:pPr>
            <a:r>
              <a:rPr sz="900" b="0">
                <a:solidFill>
                  <a:srgbClr val="D8CFF0"/>
                </a:solidFill>
              </a:rPr>
              <a:t>Keep two tiers or implement Free / Guided / Studio.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962CFD-E7D7-42B5-9ACB-0E32EA93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90900"/>
            <a:ext cx="52578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21143B"/>
          </a:solidFill>
          <a:ln xmlns:a="http://schemas.openxmlformats.org/drawingml/2006/main" w="9525">
            <a:solidFill>
              <a:srgbClr val="4B377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E29E33-14C6-40EA-A527-0C913B28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2425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39733E-2457-4065-9009-9F7ADE20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05200"/>
            <a:ext cx="436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</a:defRPr>
            </a:defPPr>
            <a:lvl1pPr algn="l">
              <a:defRPr sz="1125" b="1">
                <a:solidFill>
                  <a:srgbClr val="FFFFFF"/>
                </a:solidFill>
              </a:defRPr>
            </a:lvl1pPr>
            <a:lvl2pPr algn="l">
              <a:defRPr sz="1125" b="1">
                <a:solidFill>
                  <a:srgbClr val="FFFFFF"/>
                </a:solidFill>
              </a:defRPr>
            </a:lvl2pPr>
            <a:lvl3pPr algn="l">
              <a:defRPr sz="1125" b="1">
                <a:solidFill>
                  <a:srgbClr val="FFFFFF"/>
                </a:solidFill>
              </a:defRPr>
            </a:lvl3pPr>
            <a:lvl4pPr algn="l">
              <a:defRPr sz="1125" b="1">
                <a:solidFill>
                  <a:srgbClr val="FFFFFF"/>
                </a:solidFill>
              </a:defRPr>
            </a:lvl4pPr>
            <a:lvl5pPr algn="l">
              <a:defRPr sz="1125" b="1">
                <a:solidFill>
                  <a:srgbClr val="FFFFFF"/>
                </a:solidFill>
              </a:defRPr>
            </a:lvl5pPr>
            <a:lvl6pPr algn="l">
              <a:defRPr sz="1125" b="1">
                <a:solidFill>
                  <a:srgbClr val="FFFFFF"/>
                </a:solidFill>
              </a:defRPr>
            </a:lvl6pPr>
            <a:lvl7pPr algn="l">
              <a:defRPr sz="1125" b="1">
                <a:solidFill>
                  <a:srgbClr val="FFFFFF"/>
                </a:solidFill>
              </a:defRPr>
            </a:lvl7pPr>
            <a:lvl8pPr algn="l">
              <a:defRPr sz="1125" b="1">
                <a:solidFill>
                  <a:srgbClr val="FFFFFF"/>
                </a:solidFill>
              </a:defRPr>
            </a:lvl8pPr>
            <a:lvl9pPr algn="l"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Data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8AFCEB-7683-4DDA-A0C2-5BCD50FC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10000"/>
            <a:ext cx="436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D8CFF0"/>
                </a:solidFill>
              </a:defRPr>
            </a:defPPr>
            <a:lvl1pPr algn="l">
              <a:defRPr sz="900" b="0">
                <a:solidFill>
                  <a:srgbClr val="D8CFF0"/>
                </a:solidFill>
              </a:defRPr>
            </a:lvl1pPr>
            <a:lvl2pPr algn="l">
              <a:defRPr sz="900" b="0">
                <a:solidFill>
                  <a:srgbClr val="D8CFF0"/>
                </a:solidFill>
              </a:defRPr>
            </a:lvl2pPr>
            <a:lvl3pPr algn="l">
              <a:defRPr sz="900" b="0">
                <a:solidFill>
                  <a:srgbClr val="D8CFF0"/>
                </a:solidFill>
              </a:defRPr>
            </a:lvl3pPr>
            <a:lvl4pPr algn="l">
              <a:defRPr sz="900" b="0">
                <a:solidFill>
                  <a:srgbClr val="D8CFF0"/>
                </a:solidFill>
              </a:defRPr>
            </a:lvl4pPr>
            <a:lvl5pPr algn="l">
              <a:defRPr sz="900" b="0">
                <a:solidFill>
                  <a:srgbClr val="D8CFF0"/>
                </a:solidFill>
              </a:defRPr>
            </a:lvl5pPr>
            <a:lvl6pPr algn="l">
              <a:defRPr sz="900" b="0">
                <a:solidFill>
                  <a:srgbClr val="D8CFF0"/>
                </a:solidFill>
              </a:defRPr>
            </a:lvl6pPr>
            <a:lvl7pPr algn="l">
              <a:defRPr sz="900" b="0">
                <a:solidFill>
                  <a:srgbClr val="D8CFF0"/>
                </a:solidFill>
              </a:defRPr>
            </a:lvl7pPr>
            <a:lvl8pPr algn="l">
              <a:defRPr sz="900" b="0">
                <a:solidFill>
                  <a:srgbClr val="D8CFF0"/>
                </a:solidFill>
              </a:defRPr>
            </a:lvl8pPr>
            <a:lvl9pPr algn="l">
              <a:defRPr sz="900" b="0">
                <a:solidFill>
                  <a:srgbClr val="D8CFF0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D8CFF0"/>
                </a:solidFill>
              </a:defRPr>
            </a:pPr>
            <a:r>
              <a:rPr sz="900" b="0">
                <a:solidFill>
                  <a:srgbClr val="D8CFF0"/>
                </a:solidFill>
              </a:rPr>
              <a:t>Supabase + Cloud Run, or Cloud SQL + Cloud Run—not both primary.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8FA867-C195-4B91-AEBB-9648F813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29150"/>
            <a:ext cx="52578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21143B"/>
          </a:solidFill>
          <a:ln xmlns:a="http://schemas.openxmlformats.org/drawingml/2006/main" w="9525">
            <a:solidFill>
              <a:srgbClr val="4B377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071870-314E-420C-BC61-B398B484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17A160-82B9-4B1C-8096-6972DF70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43450"/>
            <a:ext cx="436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</a:defRPr>
            </a:defPPr>
            <a:lvl1pPr algn="l">
              <a:defRPr sz="1125" b="1">
                <a:solidFill>
                  <a:srgbClr val="FFFFFF"/>
                </a:solidFill>
              </a:defRPr>
            </a:lvl1pPr>
            <a:lvl2pPr algn="l">
              <a:defRPr sz="1125" b="1">
                <a:solidFill>
                  <a:srgbClr val="FFFFFF"/>
                </a:solidFill>
              </a:defRPr>
            </a:lvl2pPr>
            <a:lvl3pPr algn="l">
              <a:defRPr sz="1125" b="1">
                <a:solidFill>
                  <a:srgbClr val="FFFFFF"/>
                </a:solidFill>
              </a:defRPr>
            </a:lvl3pPr>
            <a:lvl4pPr algn="l">
              <a:defRPr sz="1125" b="1">
                <a:solidFill>
                  <a:srgbClr val="FFFFFF"/>
                </a:solidFill>
              </a:defRPr>
            </a:lvl4pPr>
            <a:lvl5pPr algn="l">
              <a:defRPr sz="1125" b="1">
                <a:solidFill>
                  <a:srgbClr val="FFFFFF"/>
                </a:solidFill>
              </a:defRPr>
            </a:lvl5pPr>
            <a:lvl6pPr algn="l">
              <a:defRPr sz="1125" b="1">
                <a:solidFill>
                  <a:srgbClr val="FFFFFF"/>
                </a:solidFill>
              </a:defRPr>
            </a:lvl6pPr>
            <a:lvl7pPr algn="l">
              <a:defRPr sz="1125" b="1">
                <a:solidFill>
                  <a:srgbClr val="FFFFFF"/>
                </a:solidFill>
              </a:defRPr>
            </a:lvl7pPr>
            <a:lvl8pPr algn="l">
              <a:defRPr sz="1125" b="1">
                <a:solidFill>
                  <a:srgbClr val="FFFFFF"/>
                </a:solidFill>
              </a:defRPr>
            </a:lvl8pPr>
            <a:lvl9pPr algn="l"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AI budget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EEB2B0-F74B-4E85-B96E-1C2C1649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48250"/>
            <a:ext cx="436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D8CFF0"/>
                </a:solidFill>
              </a:defRPr>
            </a:defPPr>
            <a:lvl1pPr algn="l">
              <a:defRPr sz="900" b="0">
                <a:solidFill>
                  <a:srgbClr val="D8CFF0"/>
                </a:solidFill>
              </a:defRPr>
            </a:lvl1pPr>
            <a:lvl2pPr algn="l">
              <a:defRPr sz="900" b="0">
                <a:solidFill>
                  <a:srgbClr val="D8CFF0"/>
                </a:solidFill>
              </a:defRPr>
            </a:lvl2pPr>
            <a:lvl3pPr algn="l">
              <a:defRPr sz="900" b="0">
                <a:solidFill>
                  <a:srgbClr val="D8CFF0"/>
                </a:solidFill>
              </a:defRPr>
            </a:lvl3pPr>
            <a:lvl4pPr algn="l">
              <a:defRPr sz="900" b="0">
                <a:solidFill>
                  <a:srgbClr val="D8CFF0"/>
                </a:solidFill>
              </a:defRPr>
            </a:lvl4pPr>
            <a:lvl5pPr algn="l">
              <a:defRPr sz="900" b="0">
                <a:solidFill>
                  <a:srgbClr val="D8CFF0"/>
                </a:solidFill>
              </a:defRPr>
            </a:lvl5pPr>
            <a:lvl6pPr algn="l">
              <a:defRPr sz="900" b="0">
                <a:solidFill>
                  <a:srgbClr val="D8CFF0"/>
                </a:solidFill>
              </a:defRPr>
            </a:lvl6pPr>
            <a:lvl7pPr algn="l">
              <a:defRPr sz="900" b="0">
                <a:solidFill>
                  <a:srgbClr val="D8CFF0"/>
                </a:solidFill>
              </a:defRPr>
            </a:lvl7pPr>
            <a:lvl8pPr algn="l">
              <a:defRPr sz="900" b="0">
                <a:solidFill>
                  <a:srgbClr val="D8CFF0"/>
                </a:solidFill>
              </a:defRPr>
            </a:lvl8pPr>
            <a:lvl9pPr algn="l">
              <a:defRPr sz="900" b="0">
                <a:solidFill>
                  <a:srgbClr val="D8CFF0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D8CFF0"/>
                </a:solidFill>
              </a:defRPr>
            </a:pPr>
            <a:r>
              <a:rPr sz="900" b="0">
                <a:solidFill>
                  <a:srgbClr val="D8CFF0"/>
                </a:solidFill>
              </a:rPr>
              <a:t>Authorize Luna, Sol and Astra evaluation and data boundary.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88BC80-B405-4ABB-9569-0BDAF6D4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29150"/>
            <a:ext cx="52578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21143B"/>
          </a:solidFill>
          <a:ln xmlns:a="http://schemas.openxmlformats.org/drawingml/2006/main" w="9525">
            <a:solidFill>
              <a:srgbClr val="4B377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EE0530-E0AA-441C-B110-D4F5C2EE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6250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</a:defRPr>
            </a:defPPr>
            <a:lvl1pPr algn="ctr">
              <a:defRPr sz="825" b="1">
                <a:solidFill>
                  <a:srgbClr val="FFFFFF"/>
                </a:solidFill>
              </a:defRPr>
            </a:lvl1pPr>
            <a:lvl2pPr algn="ctr">
              <a:defRPr sz="825" b="1">
                <a:solidFill>
                  <a:srgbClr val="FFFFFF"/>
                </a:solidFill>
              </a:defRPr>
            </a:lvl2pPr>
            <a:lvl3pPr algn="ctr">
              <a:defRPr sz="825" b="1">
                <a:solidFill>
                  <a:srgbClr val="FFFFFF"/>
                </a:solidFill>
              </a:defRPr>
            </a:lvl3pPr>
            <a:lvl4pPr algn="ctr">
              <a:defRPr sz="825" b="1">
                <a:solidFill>
                  <a:srgbClr val="FFFFFF"/>
                </a:solidFill>
              </a:defRPr>
            </a:lvl4pPr>
            <a:lvl5pPr algn="ctr">
              <a:defRPr sz="825" b="1">
                <a:solidFill>
                  <a:srgbClr val="FFFFFF"/>
                </a:solidFill>
              </a:defRPr>
            </a:lvl5pPr>
            <a:lvl6pPr algn="ctr">
              <a:defRPr sz="825" b="1">
                <a:solidFill>
                  <a:srgbClr val="FFFFFF"/>
                </a:solidFill>
              </a:defRPr>
            </a:lvl6pPr>
            <a:lvl7pPr algn="ctr">
              <a:defRPr sz="825" b="1">
                <a:solidFill>
                  <a:srgbClr val="FFFFFF"/>
                </a:solidFill>
              </a:defRPr>
            </a:lvl7pPr>
            <a:lvl8pPr algn="ctr">
              <a:defRPr sz="825" b="1">
                <a:solidFill>
                  <a:srgbClr val="FFFFFF"/>
                </a:solidFill>
              </a:defRPr>
            </a:lvl8pPr>
            <a:lvl9pPr algn="ct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460259-9430-40B2-9656-A9929811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43450"/>
            <a:ext cx="436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</a:defRPr>
            </a:defPPr>
            <a:lvl1pPr algn="l">
              <a:defRPr sz="1125" b="1">
                <a:solidFill>
                  <a:srgbClr val="FFFFFF"/>
                </a:solidFill>
              </a:defRPr>
            </a:lvl1pPr>
            <a:lvl2pPr algn="l">
              <a:defRPr sz="1125" b="1">
                <a:solidFill>
                  <a:srgbClr val="FFFFFF"/>
                </a:solidFill>
              </a:defRPr>
            </a:lvl2pPr>
            <a:lvl3pPr algn="l">
              <a:defRPr sz="1125" b="1">
                <a:solidFill>
                  <a:srgbClr val="FFFFFF"/>
                </a:solidFill>
              </a:defRPr>
            </a:lvl3pPr>
            <a:lvl4pPr algn="l">
              <a:defRPr sz="1125" b="1">
                <a:solidFill>
                  <a:srgbClr val="FFFFFF"/>
                </a:solidFill>
              </a:defRPr>
            </a:lvl4pPr>
            <a:lvl5pPr algn="l">
              <a:defRPr sz="1125" b="1">
                <a:solidFill>
                  <a:srgbClr val="FFFFFF"/>
                </a:solidFill>
              </a:defRPr>
            </a:lvl5pPr>
            <a:lvl6pPr algn="l">
              <a:defRPr sz="1125" b="1">
                <a:solidFill>
                  <a:srgbClr val="FFFFFF"/>
                </a:solidFill>
              </a:defRPr>
            </a:lvl6pPr>
            <a:lvl7pPr algn="l">
              <a:defRPr sz="1125" b="1">
                <a:solidFill>
                  <a:srgbClr val="FFFFFF"/>
                </a:solidFill>
              </a:defRPr>
            </a:lvl7pPr>
            <a:lvl8pPr algn="l">
              <a:defRPr sz="1125" b="1">
                <a:solidFill>
                  <a:srgbClr val="FFFFFF"/>
                </a:solidFill>
              </a:defRPr>
            </a:lvl8pPr>
            <a:lvl9pPr algn="l"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Launch window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B883E7-6AD1-41C2-B4A2-73A63E85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48250"/>
            <a:ext cx="436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D8CFF0"/>
                </a:solidFill>
              </a:defRPr>
            </a:defPPr>
            <a:lvl1pPr algn="l">
              <a:defRPr sz="900" b="0">
                <a:solidFill>
                  <a:srgbClr val="D8CFF0"/>
                </a:solidFill>
              </a:defRPr>
            </a:lvl1pPr>
            <a:lvl2pPr algn="l">
              <a:defRPr sz="900" b="0">
                <a:solidFill>
                  <a:srgbClr val="D8CFF0"/>
                </a:solidFill>
              </a:defRPr>
            </a:lvl2pPr>
            <a:lvl3pPr algn="l">
              <a:defRPr sz="900" b="0">
                <a:solidFill>
                  <a:srgbClr val="D8CFF0"/>
                </a:solidFill>
              </a:defRPr>
            </a:lvl3pPr>
            <a:lvl4pPr algn="l">
              <a:defRPr sz="900" b="0">
                <a:solidFill>
                  <a:srgbClr val="D8CFF0"/>
                </a:solidFill>
              </a:defRPr>
            </a:lvl4pPr>
            <a:lvl5pPr algn="l">
              <a:defRPr sz="900" b="0">
                <a:solidFill>
                  <a:srgbClr val="D8CFF0"/>
                </a:solidFill>
              </a:defRPr>
            </a:lvl5pPr>
            <a:lvl6pPr algn="l">
              <a:defRPr sz="900" b="0">
                <a:solidFill>
                  <a:srgbClr val="D8CFF0"/>
                </a:solidFill>
              </a:defRPr>
            </a:lvl6pPr>
            <a:lvl7pPr algn="l">
              <a:defRPr sz="900" b="0">
                <a:solidFill>
                  <a:srgbClr val="D8CFF0"/>
                </a:solidFill>
              </a:defRPr>
            </a:lvl7pPr>
            <a:lvl8pPr algn="l">
              <a:defRPr sz="900" b="0">
                <a:solidFill>
                  <a:srgbClr val="D8CFF0"/>
                </a:solidFill>
              </a:defRPr>
            </a:lvl8pPr>
            <a:lvl9pPr algn="l">
              <a:defRPr sz="900" b="0">
                <a:solidFill>
                  <a:srgbClr val="D8CFF0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D8CFF0"/>
                </a:solidFill>
              </a:defRPr>
            </a:pPr>
            <a:r>
              <a:rPr sz="900" b="0">
                <a:solidFill>
                  <a:srgbClr val="D8CFF0"/>
                </a:solidFill>
              </a:rPr>
              <a:t>Name date, support, reviewers and rollback authority.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B4C685-E2BE-4FC0-A9A5-FFEC0D0C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75" b="0">
                <a:solidFill>
                  <a:srgbClr val="CFC5EA"/>
                </a:solidFill>
              </a:defRPr>
            </a:defPPr>
            <a:lvl1pPr algn="l">
              <a:defRPr sz="675" b="0">
                <a:solidFill>
                  <a:srgbClr val="CFC5EA"/>
                </a:solidFill>
              </a:defRPr>
            </a:lvl1pPr>
            <a:lvl2pPr algn="l">
              <a:defRPr sz="675" b="0">
                <a:solidFill>
                  <a:srgbClr val="CFC5EA"/>
                </a:solidFill>
              </a:defRPr>
            </a:lvl2pPr>
            <a:lvl3pPr algn="l">
              <a:defRPr sz="675" b="0">
                <a:solidFill>
                  <a:srgbClr val="CFC5EA"/>
                </a:solidFill>
              </a:defRPr>
            </a:lvl3pPr>
            <a:lvl4pPr algn="l">
              <a:defRPr sz="675" b="0">
                <a:solidFill>
                  <a:srgbClr val="CFC5EA"/>
                </a:solidFill>
              </a:defRPr>
            </a:lvl4pPr>
            <a:lvl5pPr algn="l">
              <a:defRPr sz="675" b="0">
                <a:solidFill>
                  <a:srgbClr val="CFC5EA"/>
                </a:solidFill>
              </a:defRPr>
            </a:lvl5pPr>
            <a:lvl6pPr algn="l">
              <a:defRPr sz="675" b="0">
                <a:solidFill>
                  <a:srgbClr val="CFC5EA"/>
                </a:solidFill>
              </a:defRPr>
            </a:lvl6pPr>
            <a:lvl7pPr algn="l">
              <a:defRPr sz="675" b="0">
                <a:solidFill>
                  <a:srgbClr val="CFC5EA"/>
                </a:solidFill>
              </a:defRPr>
            </a:lvl7pPr>
            <a:lvl8pPr algn="l">
              <a:defRPr sz="675" b="0">
                <a:solidFill>
                  <a:srgbClr val="CFC5EA"/>
                </a:solidFill>
              </a:defRPr>
            </a:lvl8pPr>
            <a:lvl9pPr algn="l">
              <a:defRPr sz="675" b="0">
                <a:solidFill>
                  <a:srgbClr val="CFC5EA"/>
                </a:solidFill>
              </a:defRPr>
            </a:lvl9pPr>
          </a:lstStyle>
          <a:p xmlns:a="http://schemas.openxmlformats.org/drawingml/2006/main">
            <a:pPr algn="l">
              <a:defRPr sz="675" b="0">
                <a:solidFill>
                  <a:srgbClr val="CFC5EA"/>
                </a:solidFill>
              </a:defRPr>
            </a:pPr>
            <a:r>
              <a:rPr sz="675" b="0">
                <a:solidFill>
                  <a:srgbClr val="CFC5EA"/>
                </a:solidFill>
              </a:rPr>
              <a:t>MGT SKIN CARE · PRODUCT &amp; PRODUCTION BLUEPRINT · 25 OCT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0CCF7E-1F70-4E55-941B-7BCA6814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1">
                <a:solidFill>
                  <a:srgbClr val="CFC5EA"/>
                </a:solidFill>
              </a:defRPr>
            </a:defPPr>
            <a:lvl1pPr algn="r">
              <a:defRPr sz="750" b="1">
                <a:solidFill>
                  <a:srgbClr val="CFC5EA"/>
                </a:solidFill>
              </a:defRPr>
            </a:lvl1pPr>
            <a:lvl2pPr algn="r">
              <a:defRPr sz="750" b="1">
                <a:solidFill>
                  <a:srgbClr val="CFC5EA"/>
                </a:solidFill>
              </a:defRPr>
            </a:lvl2pPr>
            <a:lvl3pPr algn="r">
              <a:defRPr sz="750" b="1">
                <a:solidFill>
                  <a:srgbClr val="CFC5EA"/>
                </a:solidFill>
              </a:defRPr>
            </a:lvl3pPr>
            <a:lvl4pPr algn="r">
              <a:defRPr sz="750" b="1">
                <a:solidFill>
                  <a:srgbClr val="CFC5EA"/>
                </a:solidFill>
              </a:defRPr>
            </a:lvl4pPr>
            <a:lvl5pPr algn="r">
              <a:defRPr sz="750" b="1">
                <a:solidFill>
                  <a:srgbClr val="CFC5EA"/>
                </a:solidFill>
              </a:defRPr>
            </a:lvl5pPr>
            <a:lvl6pPr algn="r">
              <a:defRPr sz="750" b="1">
                <a:solidFill>
                  <a:srgbClr val="CFC5EA"/>
                </a:solidFill>
              </a:defRPr>
            </a:lvl6pPr>
            <a:lvl7pPr algn="r">
              <a:defRPr sz="750" b="1">
                <a:solidFill>
                  <a:srgbClr val="CFC5EA"/>
                </a:solidFill>
              </a:defRPr>
            </a:lvl7pPr>
            <a:lvl8pPr algn="r">
              <a:defRPr sz="750" b="1">
                <a:solidFill>
                  <a:srgbClr val="CFC5EA"/>
                </a:solidFill>
              </a:defRPr>
            </a:lvl8pPr>
            <a:lvl9pPr algn="r">
              <a:defRPr sz="750" b="1">
                <a:solidFill>
                  <a:srgbClr val="CFC5EA"/>
                </a:solidFill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CFC5EA"/>
                </a:solidFill>
              </a:defRPr>
            </a:pPr>
            <a:r>
              <a:rPr sz="750" b="1">
                <a:solidFill>
                  <a:srgbClr val="CFC5EA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9797824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2026-10-25T23:24:17.5320000Z</dcterms:created>
  <dcterms:modified xsi:type="dcterms:W3CDTF">2026-10-25T23:24:17.5320000Z</dcterms:modified>
</coreProperties>
</file>