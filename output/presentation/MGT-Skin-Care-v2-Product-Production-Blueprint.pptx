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f7612d548749ce" /><Relationship Type="http://schemas.openxmlformats.org/officeDocument/2006/relationships/extended-properties" Target="/docProps/app.xml" Id="R2104f913e0074f71" /><Relationship Type="http://schemas.openxmlformats.org/officeDocument/2006/relationships/officeDocument" Target="/ppt/presentation.xml" Id="R0bd36dd79f6241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eada1ce6234e16"/>
  </p:sldMasterIdLst>
  <p:notesMasterIdLst>
    <p:notesMasterId xmlns:r="http://schemas.openxmlformats.org/officeDocument/2006/relationships" r:id="R6af36d03509a40ac"/>
  </p:notesMasterIdLst>
  <p:sldIdLst>
    <p:sldId xmlns:r="http://schemas.openxmlformats.org/officeDocument/2006/relationships" id="256" r:id="R5b529693a5fc4055"/>
    <p:sldId xmlns:r="http://schemas.openxmlformats.org/officeDocument/2006/relationships" id="257" r:id="Ra1b380ba466a428b"/>
    <p:sldId xmlns:r="http://schemas.openxmlformats.org/officeDocument/2006/relationships" id="258" r:id="R0ebd21b809684a7b"/>
    <p:sldId xmlns:r="http://schemas.openxmlformats.org/officeDocument/2006/relationships" id="259" r:id="R5c80523692274a24"/>
    <p:sldId xmlns:r="http://schemas.openxmlformats.org/officeDocument/2006/relationships" id="260" r:id="R7fb83cc28266492c"/>
    <p:sldId xmlns:r="http://schemas.openxmlformats.org/officeDocument/2006/relationships" id="261" r:id="R35e1eeefe1fb4de3"/>
    <p:sldId xmlns:r="http://schemas.openxmlformats.org/officeDocument/2006/relationships" id="262" r:id="R22d2aa08eb444b83"/>
    <p:sldId xmlns:r="http://schemas.openxmlformats.org/officeDocument/2006/relationships" id="263" r:id="Rea57c35eb7864c62"/>
    <p:sldId xmlns:r="http://schemas.openxmlformats.org/officeDocument/2006/relationships" id="264" r:id="Re1c17181b0b44a23"/>
    <p:sldId xmlns:r="http://schemas.openxmlformats.org/officeDocument/2006/relationships" id="265" r:id="R2b96b5767c92470c"/>
    <p:sldId xmlns:r="http://schemas.openxmlformats.org/officeDocument/2006/relationships" id="266" r:id="R0ca0c76700984ab2"/>
    <p:sldId xmlns:r="http://schemas.openxmlformats.org/officeDocument/2006/relationships" id="267" r:id="R45e73d24b8644735"/>
    <p:sldId xmlns:r="http://schemas.openxmlformats.org/officeDocument/2006/relationships" id="268" r:id="Rba740b575d6a4330"/>
    <p:sldId xmlns:r="http://schemas.openxmlformats.org/officeDocument/2006/relationships" id="269" r:id="Rf1c6743d76c3404d"/>
    <p:sldId xmlns:r="http://schemas.openxmlformats.org/officeDocument/2006/relationships" id="270" r:id="R11b238efb6d64351"/>
    <p:sldId xmlns:r="http://schemas.openxmlformats.org/officeDocument/2006/relationships" id="271" r:id="R8aee29bc96e14678"/>
    <p:sldId xmlns:r="http://schemas.openxmlformats.org/officeDocument/2006/relationships" id="272" r:id="Rfcc3936aa9464cfb"/>
    <p:sldId xmlns:r="http://schemas.openxmlformats.org/officeDocument/2006/relationships" id="273" r:id="Re6c21f9788db4f45"/>
    <p:sldId xmlns:r="http://schemas.openxmlformats.org/officeDocument/2006/relationships" id="274" r:id="R40b44674b48e4d96"/>
    <p:sldId xmlns:r="http://schemas.openxmlformats.org/officeDocument/2006/relationships" id="275" r:id="Rc0e2efb8bba844f3"/>
    <p:sldId xmlns:r="http://schemas.openxmlformats.org/officeDocument/2006/relationships" id="276" r:id="R04215b3213d04ba8"/>
    <p:sldId xmlns:r="http://schemas.openxmlformats.org/officeDocument/2006/relationships" id="277" r:id="Rd8f956b40b7c45b0"/>
    <p:sldId xmlns:r="http://schemas.openxmlformats.org/officeDocument/2006/relationships" id="278" r:id="Rca6d760870374e6e"/>
    <p:sldId xmlns:r="http://schemas.openxmlformats.org/officeDocument/2006/relationships" id="279" r:id="R9b5bd49b64a54edf"/>
    <p:sldId xmlns:r="http://schemas.openxmlformats.org/officeDocument/2006/relationships" id="280" r:id="Rd46ac848edf445ac"/>
    <p:sldId xmlns:r="http://schemas.openxmlformats.org/officeDocument/2006/relationships" id="281" r:id="R09962dd2cb8549e2"/>
    <p:sldId xmlns:r="http://schemas.openxmlformats.org/officeDocument/2006/relationships" id="282" r:id="Rf5507d3c46304ebf"/>
    <p:sldId xmlns:r="http://schemas.openxmlformats.org/officeDocument/2006/relationships" id="283" r:id="R553d0556ebd849d0"/>
    <p:sldId xmlns:r="http://schemas.openxmlformats.org/officeDocument/2006/relationships" id="284" r:id="Rd448c1a1262c4b73"/>
    <p:sldId xmlns:r="http://schemas.openxmlformats.org/officeDocument/2006/relationships" id="285" r:id="Rf156b9e5369e4a7e"/>
    <p:sldId xmlns:r="http://schemas.openxmlformats.org/officeDocument/2006/relationships" id="286" r:id="Ra336042209b24c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636710860843a3" /><Relationship Type="http://schemas.openxmlformats.org/officeDocument/2006/relationships/slideMaster" Target="/ppt/slideMasters/slideMaster1.xml" Id="Raceada1ce6234e16" /><Relationship Type="http://schemas.openxmlformats.org/officeDocument/2006/relationships/notesMaster" Target="/ppt/notesMasters/notesMaster1.xml" Id="R6af36d03509a40ac" /><Relationship Type="http://schemas.openxmlformats.org/officeDocument/2006/relationships/presProps" Target="/ppt/presProps.xml" Id="R10f7e95428f2479e" /><Relationship Type="http://schemas.openxmlformats.org/officeDocument/2006/relationships/tableStyles" Target="/ppt/tableStyles.xml" Id="R61bd9daaf18343e5" /><Relationship Type="http://schemas.openxmlformats.org/officeDocument/2006/relationships/slide" Target="/ppt/slides/slide1.xml" Id="R5b529693a5fc4055" /><Relationship Type="http://schemas.openxmlformats.org/officeDocument/2006/relationships/slide" Target="/ppt/slides/slide2.xml" Id="Ra1b380ba466a428b" /><Relationship Type="http://schemas.openxmlformats.org/officeDocument/2006/relationships/slide" Target="/ppt/slides/slide3.xml" Id="R0ebd21b809684a7b" /><Relationship Type="http://schemas.openxmlformats.org/officeDocument/2006/relationships/slide" Target="/ppt/slides/slide4.xml" Id="R5c80523692274a24" /><Relationship Type="http://schemas.openxmlformats.org/officeDocument/2006/relationships/slide" Target="/ppt/slides/slide5.xml" Id="R7fb83cc28266492c" /><Relationship Type="http://schemas.openxmlformats.org/officeDocument/2006/relationships/slide" Target="/ppt/slides/slide6.xml" Id="R35e1eeefe1fb4de3" /><Relationship Type="http://schemas.openxmlformats.org/officeDocument/2006/relationships/slide" Target="/ppt/slides/slide7.xml" Id="R22d2aa08eb444b83" /><Relationship Type="http://schemas.openxmlformats.org/officeDocument/2006/relationships/slide" Target="/ppt/slides/slide8.xml" Id="Rea57c35eb7864c62" /><Relationship Type="http://schemas.openxmlformats.org/officeDocument/2006/relationships/slide" Target="/ppt/slides/slide9.xml" Id="Re1c17181b0b44a23" /><Relationship Type="http://schemas.openxmlformats.org/officeDocument/2006/relationships/slide" Target="/ppt/slides/slide10.xml" Id="R2b96b5767c92470c" /><Relationship Type="http://schemas.openxmlformats.org/officeDocument/2006/relationships/slide" Target="/ppt/slides/slide11.xml" Id="R0ca0c76700984ab2" /><Relationship Type="http://schemas.openxmlformats.org/officeDocument/2006/relationships/slide" Target="/ppt/slides/slide12.xml" Id="R45e73d24b8644735" /><Relationship Type="http://schemas.openxmlformats.org/officeDocument/2006/relationships/slide" Target="/ppt/slides/slide13.xml" Id="Rba740b575d6a4330" /><Relationship Type="http://schemas.openxmlformats.org/officeDocument/2006/relationships/slide" Target="/ppt/slides/slide14.xml" Id="Rf1c6743d76c3404d" /><Relationship Type="http://schemas.openxmlformats.org/officeDocument/2006/relationships/slide" Target="/ppt/slides/slide15.xml" Id="R11b238efb6d64351" /><Relationship Type="http://schemas.openxmlformats.org/officeDocument/2006/relationships/slide" Target="/ppt/slides/slide16.xml" Id="R8aee29bc96e14678" /><Relationship Type="http://schemas.openxmlformats.org/officeDocument/2006/relationships/slide" Target="/ppt/slides/slide17.xml" Id="Rfcc3936aa9464cfb" /><Relationship Type="http://schemas.openxmlformats.org/officeDocument/2006/relationships/slide" Target="/ppt/slides/slide18.xml" Id="Re6c21f9788db4f45" /><Relationship Type="http://schemas.openxmlformats.org/officeDocument/2006/relationships/slide" Target="/ppt/slides/slide19.xml" Id="R40b44674b48e4d96" /><Relationship Type="http://schemas.openxmlformats.org/officeDocument/2006/relationships/slide" Target="/ppt/slides/slide20.xml" Id="Rc0e2efb8bba844f3" /><Relationship Type="http://schemas.openxmlformats.org/officeDocument/2006/relationships/slide" Target="/ppt/slides/slide21.xml" Id="R04215b3213d04ba8" /><Relationship Type="http://schemas.openxmlformats.org/officeDocument/2006/relationships/slide" Target="/ppt/slides/slide22.xml" Id="Rd8f956b40b7c45b0" /><Relationship Type="http://schemas.openxmlformats.org/officeDocument/2006/relationships/slide" Target="/ppt/slides/slide23.xml" Id="Rca6d760870374e6e" /><Relationship Type="http://schemas.openxmlformats.org/officeDocument/2006/relationships/slide" Target="/ppt/slides/slide24.xml" Id="R9b5bd49b64a54edf" /><Relationship Type="http://schemas.openxmlformats.org/officeDocument/2006/relationships/slide" Target="/ppt/slides/slide25.xml" Id="Rd46ac848edf445ac" /><Relationship Type="http://schemas.openxmlformats.org/officeDocument/2006/relationships/slide" Target="/ppt/slides/slide26.xml" Id="R09962dd2cb8549e2" /><Relationship Type="http://schemas.openxmlformats.org/officeDocument/2006/relationships/slide" Target="/ppt/slides/slide27.xml" Id="Rf5507d3c46304ebf" /><Relationship Type="http://schemas.openxmlformats.org/officeDocument/2006/relationships/slide" Target="/ppt/slides/slide28.xml" Id="R553d0556ebd849d0" /><Relationship Type="http://schemas.openxmlformats.org/officeDocument/2006/relationships/slide" Target="/ppt/slides/slide29.xml" Id="Rd448c1a1262c4b73" /><Relationship Type="http://schemas.openxmlformats.org/officeDocument/2006/relationships/slide" Target="/ppt/slides/slide30.xml" Id="Rf156b9e5369e4a7e" /><Relationship Type="http://schemas.openxmlformats.org/officeDocument/2006/relationships/slide" Target="/ppt/slides/slide31.xml" Id="Ra336042209b24c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d045e682494c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eabe8228cb4c9a" /><Relationship Type="http://schemas.openxmlformats.org/officeDocument/2006/relationships/notesMaster" Target="/ppt/notesMasters/notesMaster1.xml" Id="Rc608533982194d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8e6e8bdaed432e" /><Relationship Type="http://schemas.openxmlformats.org/officeDocument/2006/relationships/notesMaster" Target="/ppt/notesMasters/notesMaster1.xml" Id="Rbc6dc8975fd2433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eb48ac7bf74292" /><Relationship Type="http://schemas.openxmlformats.org/officeDocument/2006/relationships/notesMaster" Target="/ppt/notesMasters/notesMaster1.xml" Id="R3ce6017ccb1142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8b7922a9e234497" /><Relationship Type="http://schemas.openxmlformats.org/officeDocument/2006/relationships/notesMaster" Target="/ppt/notesMasters/notesMaster1.xml" Id="Rbe7bd03cbf674c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91c6ad44a64804" /><Relationship Type="http://schemas.openxmlformats.org/officeDocument/2006/relationships/notesMaster" Target="/ppt/notesMasters/notesMaster1.xml" Id="R7908fc46827a4e7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562b52ce8f94cbe" /><Relationship Type="http://schemas.openxmlformats.org/officeDocument/2006/relationships/notesMaster" Target="/ppt/notesMasters/notesMaster1.xml" Id="Raddf0e553f3044f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15999fb81c4cd0" /><Relationship Type="http://schemas.openxmlformats.org/officeDocument/2006/relationships/notesMaster" Target="/ppt/notesMasters/notesMaster1.xml" Id="R2f68544057a34f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74beb413f9a4f11" /><Relationship Type="http://schemas.openxmlformats.org/officeDocument/2006/relationships/notesMaster" Target="/ppt/notesMasters/notesMaster1.xml" Id="Rd1a3adfe1c2143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171ba860f14019" /><Relationship Type="http://schemas.openxmlformats.org/officeDocument/2006/relationships/notesMaster" Target="/ppt/notesMasters/notesMaster1.xml" Id="R7acf177e927149b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62098a966db4d94" /><Relationship Type="http://schemas.openxmlformats.org/officeDocument/2006/relationships/notesMaster" Target="/ppt/notesMasters/notesMaster1.xml" Id="R8c17dfc0e4dd4d3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86238a714b94603" /><Relationship Type="http://schemas.openxmlformats.org/officeDocument/2006/relationships/notesMaster" Target="/ppt/notesMasters/notesMaster1.xml" Id="R69cbe6fb74724ed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bf669f9f1444938" /><Relationship Type="http://schemas.openxmlformats.org/officeDocument/2006/relationships/notesMaster" Target="/ppt/notesMasters/notesMaster1.xml" Id="R2372abb431b543e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e8cc23efc084247" /><Relationship Type="http://schemas.openxmlformats.org/officeDocument/2006/relationships/notesMaster" Target="/ppt/notesMasters/notesMaster1.xml" Id="R49aafe224eb446e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d3076703e804f48" /><Relationship Type="http://schemas.openxmlformats.org/officeDocument/2006/relationships/notesMaster" Target="/ppt/notesMasters/notesMaster1.xml" Id="R38b765f28e25495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f98509c8a73442c" /><Relationship Type="http://schemas.openxmlformats.org/officeDocument/2006/relationships/notesMaster" Target="/ppt/notesMasters/notesMaster1.xml" Id="Re620b829e1aa4b0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0dd4499104c4939" /><Relationship Type="http://schemas.openxmlformats.org/officeDocument/2006/relationships/notesMaster" Target="/ppt/notesMasters/notesMaster1.xml" Id="Rc97a09be9cc2412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9728078445149f7" /><Relationship Type="http://schemas.openxmlformats.org/officeDocument/2006/relationships/notesMaster" Target="/ppt/notesMasters/notesMaster1.xml" Id="R1fd9dd859e05408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82fda83fc7d4196" /><Relationship Type="http://schemas.openxmlformats.org/officeDocument/2006/relationships/notesMaster" Target="/ppt/notesMasters/notesMaster1.xml" Id="R30105c31eb3444b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8a4afc32d8b4243" /><Relationship Type="http://schemas.openxmlformats.org/officeDocument/2006/relationships/notesMaster" Target="/ppt/notesMasters/notesMaster1.xml" Id="R7bc98e2be7514c8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2fb90ba5afc49a7" /><Relationship Type="http://schemas.openxmlformats.org/officeDocument/2006/relationships/notesMaster" Target="/ppt/notesMasters/notesMaster1.xml" Id="R092b451c1031499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694443da57147f2" /><Relationship Type="http://schemas.openxmlformats.org/officeDocument/2006/relationships/notesMaster" Target="/ppt/notesMasters/notesMaster1.xml" Id="Rec01b8df4f8a48c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2ba27b9a59445a5" /><Relationship Type="http://schemas.openxmlformats.org/officeDocument/2006/relationships/notesMaster" Target="/ppt/notesMasters/notesMaster1.xml" Id="Rb971d8fc0c7d42b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5851b0097774590" /><Relationship Type="http://schemas.openxmlformats.org/officeDocument/2006/relationships/notesMaster" Target="/ppt/notesMasters/notesMaster1.xml" Id="R00dfdca044304d0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71dc5a9a83d47d6" /><Relationship Type="http://schemas.openxmlformats.org/officeDocument/2006/relationships/notesMaster" Target="/ppt/notesMasters/notesMaster1.xml" Id="R9664a2f16fc7428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c5c4d3fd3a84107" /><Relationship Type="http://schemas.openxmlformats.org/officeDocument/2006/relationships/notesMaster" Target="/ppt/notesMasters/notesMaster1.xml" Id="R2ee70bb091c64b7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5d4fc4327e9413d" /><Relationship Type="http://schemas.openxmlformats.org/officeDocument/2006/relationships/notesMaster" Target="/ppt/notesMasters/notesMaster1.xml" Id="R1214c2c69a39405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9a46e3696314955" /><Relationship Type="http://schemas.openxmlformats.org/officeDocument/2006/relationships/notesMaster" Target="/ppt/notesMasters/notesMaster1.xml" Id="R9fd4c0211fe24b2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b963eb23ca54c9b" /><Relationship Type="http://schemas.openxmlformats.org/officeDocument/2006/relationships/notesMaster" Target="/ppt/notesMasters/notesMaster1.xml" Id="Rcf6dcd2379ba430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a84e0fc95894eea" /><Relationship Type="http://schemas.openxmlformats.org/officeDocument/2006/relationships/notesMaster" Target="/ppt/notesMasters/notesMaster1.xml" Id="R4c24033cc0aa472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ecc1f80dc994801" /><Relationship Type="http://schemas.openxmlformats.org/officeDocument/2006/relationships/notesMaster" Target="/ppt/notesMasters/notesMaster1.xml" Id="R5cb77436f6ba420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e1556960de14d3f" /><Relationship Type="http://schemas.openxmlformats.org/officeDocument/2006/relationships/notesMaster" Target="/ppt/notesMasters/notesMaster1.xml" Id="Rcbaef8ad7fc244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Local production-build capture updated 27 Oct 2026.</a:t>
            </a:r>
          </a:p>
          <a:p xmlns:a="http://schemas.openxmlformats.org/drawingml/2006/main">
            <a:r>
              <a:t>This deck is a decision and execution blueprint, not a launch authorization.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routes come from the repository configuration.</a:t>
            </a:r>
          </a:p>
          <a:p xmlns:a="http://schemas.openxmlformats.org/drawingml/2006/main">
            <a:r>
              <a:t>Official GPT-6 roles and list prices: https://developers.openai.com/api/docs/models and https://developers.openai.com/api/docs/pricing</a:t>
            </a:r>
          </a:p>
          <a:p xmlns:a="http://schemas.openxmlformats.org/drawingml/2006/main">
            <a:r>
              <a:t>No live qualification claim is made.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selection: https://developers.openai.com/api/docs/models</a:t>
            </a:r>
          </a:p>
          <a:p xmlns:a="http://schemas.openxmlformats.org/drawingml/2006/main">
            <a:r>
              <a:t>Pricing accessed 25 Oct 2026: https://developers.openai.com/api/docs/pricing</a:t>
            </a:r>
          </a:p>
          <a:p xmlns:a="http://schemas.openxmlformats.org/drawingml/2006/main">
            <a:r>
              <a:t>Deployment guidance: https://developers.openai.com/api/docs/guides/deployment-checklist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Checkout: https://docs.stripe.com/payments/checkout/build-subscriptions</a:t>
            </a:r>
          </a:p>
          <a:p xmlns:a="http://schemas.openxmlformats.org/drawingml/2006/main">
            <a:r>
              <a:t>Subscriptions/webhooks: https://docs.stripe.com/billing/subscriptions/webhooks</a:t>
            </a:r>
          </a:p>
          <a:p xmlns:a="http://schemas.openxmlformats.org/drawingml/2006/main">
            <a:r>
              <a:t>Customer Portal: https://docs.stripe.com/customer-management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Cloud Run: https://cloud.google.com/run/docs</a:t>
            </a:r>
          </a:p>
          <a:p xmlns:a="http://schemas.openxmlformats.org/drawingml/2006/main">
            <a:r>
              <a:t>Cloud SQL PostgreSQL PITR: https://cloud.google.com/sql/docs/postgres/backup-recovery/restore</a:t>
            </a:r>
          </a:p>
          <a:p xmlns:a="http://schemas.openxmlformats.org/drawingml/2006/main">
            <a:r>
              <a:t>Drive is a secondary human-readable archive, not the sole recovery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Curology accessed 25 Oct 2026: https://curology.com/products/custom-formula-acne/</a:t>
            </a:r>
          </a:p>
          <a:p xmlns:a="http://schemas.openxmlformats.org/drawingml/2006/main">
            <a:r>
              <a:t>Musely accessed 25 Oct 2026: https://www.musely.com/skinregeneration</a:t>
            </a:r>
          </a:p>
          <a:p xmlns:a="http://schemas.openxmlformats.org/drawingml/2006/main">
            <a:r>
              <a:t>PROVEN accessed 25 Oct 2026: https://support.provenskincare.com/en-US/what-is-the-difference-between-a-one-time-order-and-subscription-339597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Final approval remains with Gregg Clark.</a:t>
            </a:r>
          </a:p>
          <a:p xmlns:a="http://schemas.openxmlformats.org/drawingml/2006/main">
            <a:r>
              <a:t>This deck does not itself authorize production launch.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Launch order is fixed: web first, Android second, Apple later.</a:t>
            </a:r>
          </a:p>
          <a:p xmlns:a="http://schemas.openxmlformats.org/drawingml/2006/main">
            <a:r>
              <a:t>Calendar dates remain movable; evidence gates do not.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Ranges assume a small cross-functional team and timely external approvals.</a:t>
            </a:r>
          </a:p>
          <a:p xmlns:a="http://schemas.openxmlformats.org/drawingml/2006/main">
            <a:r>
              <a:t>A range is not a commitment until its entry gate is complete.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project tracker remains open until the later Apple release completes its stability window.</a:t>
            </a:r>
          </a:p>
          <a:p xmlns:a="http://schemas.openxmlformats.org/drawingml/2006/main">
            <a:r>
              <a:t>Operational reviews continue after project closure under the production runbook.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202e77154b43f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235ba04e2c42a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26757d752846d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ec816b639141b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5e042ff0d54c8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8790f22884414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65E183-3D0A-4D58-B0C8-2F77D4976A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30B8735-697F-4F7C-AB37-318EE2BDB73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FE4914F-BBD6-4A83-9708-BFCD73391E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B9E59FB-194A-42B3-B20F-08E474CA6F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FE3F37D-7517-431A-80C6-A25C63C989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B71B634-BC15-40DF-85AD-5C37A52D62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080D668-2777-45A0-9A9E-A232CAF6893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54FF422-5AAC-4ED1-A884-6322B0F4AA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20A209B-4F57-45B4-9115-7E70787365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5A77541-15C0-4AEC-A6C5-5ABB8A52D4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9b76d524134085" /><Relationship Type="http://schemas.openxmlformats.org/officeDocument/2006/relationships/slideLayout" Target="/ppt/slideLayouts/slideLayout1.xml" Id="R4b74fdfc402743b5" /><Relationship Type="http://schemas.openxmlformats.org/officeDocument/2006/relationships/slideLayout" Target="/ppt/slideLayouts/slideLayout2.xml" Id="R44df5f47fdcf4bee" /><Relationship Type="http://schemas.openxmlformats.org/officeDocument/2006/relationships/slideLayout" Target="/ppt/slideLayouts/slideLayout3.xml" Id="R7ab9eecd845346fd" /><Relationship Type="http://schemas.openxmlformats.org/officeDocument/2006/relationships/slideLayout" Target="/ppt/slideLayouts/slideLayout4.xml" Id="R5fdad9f26d664c02" /><Relationship Type="http://schemas.openxmlformats.org/officeDocument/2006/relationships/slideLayout" Target="/ppt/slideLayouts/slideLayout5.xml" Id="R93233bea54f044a7" /><Relationship Type="http://schemas.openxmlformats.org/officeDocument/2006/relationships/slideLayout" Target="/ppt/slideLayouts/slideLayout6.xml" Id="R62bddf6f5ef84e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74fdfc402743b5"/>
    <p:sldLayoutId xmlns:r="http://schemas.openxmlformats.org/officeDocument/2006/relationships" id="2147483650" r:id="R44df5f47fdcf4bee"/>
    <p:sldLayoutId xmlns:r="http://schemas.openxmlformats.org/officeDocument/2006/relationships" id="2147483651" r:id="R7ab9eecd845346fd"/>
    <p:sldLayoutId xmlns:r="http://schemas.openxmlformats.org/officeDocument/2006/relationships" id="2147483652" r:id="R5fdad9f26d664c02"/>
    <p:sldLayoutId xmlns:r="http://schemas.openxmlformats.org/officeDocument/2006/relationships" id="2147483653" r:id="R93233bea54f044a7"/>
    <p:sldLayoutId xmlns:r="http://schemas.openxmlformats.org/officeDocument/2006/relationships" id="2147483654" r:id="R62bddf6f5ef84e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3ef94589b74de4" /><Relationship Type="http://schemas.openxmlformats.org/officeDocument/2006/relationships/image" Target="/ppt/media/image.png" Id="Rd6c954c575424ffc" /><Relationship Type="http://schemas.openxmlformats.org/officeDocument/2006/relationships/notesSlide" Target="/ppt/notesSlides/notesSlide1.xml" Id="Re192405ec17c4f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3c9c99d1394a7a" /><Relationship Type="http://schemas.openxmlformats.org/officeDocument/2006/relationships/notesSlide" Target="/ppt/notesSlides/notesSlide2.xml" Id="R6455ff9268f240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841c84eeb24a40" /><Relationship Type="http://schemas.openxmlformats.org/officeDocument/2006/relationships/notesSlide" Target="/ppt/notesSlides/notesSlide3.xml" Id="R1eb41439dd654e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291bb7a0aa4efb" /><Relationship Type="http://schemas.openxmlformats.org/officeDocument/2006/relationships/image" Target="/ppt/media/image2.png" Id="R417d1d526e674e4e" /><Relationship Type="http://schemas.openxmlformats.org/officeDocument/2006/relationships/notesSlide" Target="/ppt/notesSlides/notesSlide4.xml" Id="Rfc3c4f6edcad46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e9f80df7744d3c" /><Relationship Type="http://schemas.openxmlformats.org/officeDocument/2006/relationships/image" Target="/ppt/media/image3.png" Id="R117c189bd08b400e" /><Relationship Type="http://schemas.openxmlformats.org/officeDocument/2006/relationships/image" Target="/ppt/media/image4.png" Id="R3ad4d48a0fc04f83" /><Relationship Type="http://schemas.openxmlformats.org/officeDocument/2006/relationships/image" Target="/ppt/media/image5.png" Id="R5248e69d465c4eca" /><Relationship Type="http://schemas.openxmlformats.org/officeDocument/2006/relationships/notesSlide" Target="/ppt/notesSlides/notesSlide5.xml" Id="Rd0a5e6911908425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9c53fb1dff4b88" /><Relationship Type="http://schemas.openxmlformats.org/officeDocument/2006/relationships/image" Target="/ppt/media/image6.png" Id="R17beb62b7ed8495d" /><Relationship Type="http://schemas.openxmlformats.org/officeDocument/2006/relationships/image" Target="/ppt/media/image7.png" Id="R5715b163cdae441d" /><Relationship Type="http://schemas.openxmlformats.org/officeDocument/2006/relationships/image" Target="/ppt/media/image8.png" Id="Rcd28f9c8a7c1413b" /><Relationship Type="http://schemas.openxmlformats.org/officeDocument/2006/relationships/notesSlide" Target="/ppt/notesSlides/notesSlide6.xml" Id="R8e017b9ba9ec43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692889a8cc4e05" /><Relationship Type="http://schemas.openxmlformats.org/officeDocument/2006/relationships/notesSlide" Target="/ppt/notesSlides/notesSlide7.xml" Id="R0032e068243e478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b816f6998a4f0d" /><Relationship Type="http://schemas.openxmlformats.org/officeDocument/2006/relationships/notesSlide" Target="/ppt/notesSlides/notesSlide8.xml" Id="Re290a3ba848a4f1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b4cb2bce2c4e67" /><Relationship Type="http://schemas.openxmlformats.org/officeDocument/2006/relationships/notesSlide" Target="/ppt/notesSlides/notesSlide9.xml" Id="R1e3bc3c013ac44d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e32edc2ffd423f" /><Relationship Type="http://schemas.openxmlformats.org/officeDocument/2006/relationships/notesSlide" Target="/ppt/notesSlides/notesSlide10.xml" Id="R5169f175b55649d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0a95be78624fef" /><Relationship Type="http://schemas.openxmlformats.org/officeDocument/2006/relationships/notesSlide" Target="/ppt/notesSlides/notesSlide11.xml" Id="R545b23a3a63843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5a093f74c94d5b" /><Relationship Type="http://schemas.openxmlformats.org/officeDocument/2006/relationships/notesSlide" Target="/ppt/notesSlides/notesSlide12.xml" Id="Rf6fa9b467ffd485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40da911dba43c1" /><Relationship Type="http://schemas.openxmlformats.org/officeDocument/2006/relationships/notesSlide" Target="/ppt/notesSlides/notesSlide13.xml" Id="R0c627fed3f1c472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870c8611f240d9" /><Relationship Type="http://schemas.openxmlformats.org/officeDocument/2006/relationships/notesSlide" Target="/ppt/notesSlides/notesSlide14.xml" Id="Rafc56ea9f5cd489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6c4db7f6be4320" /><Relationship Type="http://schemas.openxmlformats.org/officeDocument/2006/relationships/notesSlide" Target="/ppt/notesSlides/notesSlide15.xml" Id="Rd0521035eade46d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a4ed7a8c364539" /><Relationship Type="http://schemas.openxmlformats.org/officeDocument/2006/relationships/notesSlide" Target="/ppt/notesSlides/notesSlide16.xml" Id="R811b695352aa452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30295a9f3049b8" /><Relationship Type="http://schemas.openxmlformats.org/officeDocument/2006/relationships/notesSlide" Target="/ppt/notesSlides/notesSlide17.xml" Id="Rad11b18e3e5c4e9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4c1542059844fe" /><Relationship Type="http://schemas.openxmlformats.org/officeDocument/2006/relationships/notesSlide" Target="/ppt/notesSlides/notesSlide18.xml" Id="Rfb234c30b3d54e7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c1e2f7146b4dab" /><Relationship Type="http://schemas.openxmlformats.org/officeDocument/2006/relationships/notesSlide" Target="/ppt/notesSlides/notesSlide19.xml" Id="R25b08696a38341e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dd41dd32b24b10" /><Relationship Type="http://schemas.openxmlformats.org/officeDocument/2006/relationships/notesSlide" Target="/ppt/notesSlides/notesSlide20.xml" Id="R4f0011f1cab4457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80e47211e7478e" /><Relationship Type="http://schemas.openxmlformats.org/officeDocument/2006/relationships/notesSlide" Target="/ppt/notesSlides/notesSlide21.xml" Id="R2360e126c5a9453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e4f94e2aff4d42" /><Relationship Type="http://schemas.openxmlformats.org/officeDocument/2006/relationships/notesSlide" Target="/ppt/notesSlides/notesSlide22.xml" Id="R02f570e678f648c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cd43390aaa4f73" /><Relationship Type="http://schemas.openxmlformats.org/officeDocument/2006/relationships/notesSlide" Target="/ppt/notesSlides/notesSlide23.xml" Id="Re0b88b973071499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a153532bef45e2" /><Relationship Type="http://schemas.openxmlformats.org/officeDocument/2006/relationships/notesSlide" Target="/ppt/notesSlides/notesSlide24.xml" Id="R98103bb6fe02404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bfbcbe1ddf4d8a" /><Relationship Type="http://schemas.openxmlformats.org/officeDocument/2006/relationships/notesSlide" Target="/ppt/notesSlides/notesSlide25.xml" Id="R6ce57035262a4d5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1a079b6c3547c5" /><Relationship Type="http://schemas.openxmlformats.org/officeDocument/2006/relationships/notesSlide" Target="/ppt/notesSlides/notesSlide26.xml" Id="Raf134624ef104a3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fe49786ab74bcf" /><Relationship Type="http://schemas.openxmlformats.org/officeDocument/2006/relationships/notesSlide" Target="/ppt/notesSlides/notesSlide27.xml" Id="Rf1a762b26cab4b7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441a112a3b4039" /><Relationship Type="http://schemas.openxmlformats.org/officeDocument/2006/relationships/notesSlide" Target="/ppt/notesSlides/notesSlide28.xml" Id="Rc8a153d139094f5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28ec7f0cd641c3" /><Relationship Type="http://schemas.openxmlformats.org/officeDocument/2006/relationships/notesSlide" Target="/ppt/notesSlides/notesSlide29.xml" Id="Rb73ebcd99e054f9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2dfaf120d54275" /><Relationship Type="http://schemas.openxmlformats.org/officeDocument/2006/relationships/notesSlide" Target="/ppt/notesSlides/notesSlide30.xml" Id="R366d685c202546d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b3dfd0cfa445c3" /><Relationship Type="http://schemas.openxmlformats.org/officeDocument/2006/relationships/notesSlide" Target="/ppt/notesSlides/notesSlide31.xml" Id="R67cdf2cab0cf462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0B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5DCF57-8457-4545-83D7-79348313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0">
            <a:solidFill>
              <a:srgbClr val="21143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C64650-DF69-4A06-83D7-C994B838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-47625"/>
            <a:ext cx="5048250" cy="6953250"/>
          </a:xfrm>
          <a:prstGeom xmlns:a="http://schemas.openxmlformats.org/drawingml/2006/main" prst="roundRect">
            <a:avLst>
              <a:gd name="adj" fmla="val 22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8E2"/>
            </a:solidFill>
            <a:prstDash val="solid"/>
          </a:ln>
        </p:spPr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7F158E-FA80-4F8E-ADA0-161F614671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c954c575424ffc"/>
          <a:srcRect xmlns:a="http://schemas.openxmlformats.org/drawingml/2006/main" l="5000" t="0" r="5000" b="68000"/>
          <a:stretch xmlns:a="http://schemas.openxmlformats.org/drawingml/2006/main"/>
        </p:blipFill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oundRect">
            <a:avLst>
              <a:gd name="adj" fmla="val 153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516F0C-A923-4334-8A04-B8F555DF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23622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215B"/>
          </a:solidFill>
          <a:ln xmlns:a="http://schemas.openxmlformats.org/drawingml/2006/main" w="9525">
            <a:solidFill>
              <a:srgbClr val="34215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D9CCFF"/>
                </a:solidFill>
              </a:defRPr>
            </a:defPPr>
            <a:lvl1pPr algn="ctr">
              <a:defRPr sz="825" b="1">
                <a:solidFill>
                  <a:srgbClr val="D9CCFF"/>
                </a:solidFill>
              </a:defRPr>
            </a:lvl1pPr>
            <a:lvl2pPr algn="ctr">
              <a:defRPr sz="825" b="1">
                <a:solidFill>
                  <a:srgbClr val="D9CCFF"/>
                </a:solidFill>
              </a:defRPr>
            </a:lvl2pPr>
            <a:lvl3pPr algn="ctr">
              <a:defRPr sz="825" b="1">
                <a:solidFill>
                  <a:srgbClr val="D9CCFF"/>
                </a:solidFill>
              </a:defRPr>
            </a:lvl3pPr>
            <a:lvl4pPr algn="ctr">
              <a:defRPr sz="825" b="1">
                <a:solidFill>
                  <a:srgbClr val="D9CCFF"/>
                </a:solidFill>
              </a:defRPr>
            </a:lvl4pPr>
            <a:lvl5pPr algn="ctr">
              <a:defRPr sz="825" b="1">
                <a:solidFill>
                  <a:srgbClr val="D9CCFF"/>
                </a:solidFill>
              </a:defRPr>
            </a:lvl5pPr>
            <a:lvl6pPr algn="ctr">
              <a:defRPr sz="825" b="1">
                <a:solidFill>
                  <a:srgbClr val="D9CCFF"/>
                </a:solidFill>
              </a:defRPr>
            </a:lvl6pPr>
            <a:lvl7pPr algn="ctr">
              <a:defRPr sz="825" b="1">
                <a:solidFill>
                  <a:srgbClr val="D9CCFF"/>
                </a:solidFill>
              </a:defRPr>
            </a:lvl7pPr>
            <a:lvl8pPr algn="ctr">
              <a:defRPr sz="825" b="1">
                <a:solidFill>
                  <a:srgbClr val="D9CCFF"/>
                </a:solidFill>
              </a:defRPr>
            </a:lvl8pPr>
            <a:lvl9pPr algn="ctr">
              <a:defRPr sz="825" b="1">
                <a:solidFill>
                  <a:srgbClr val="D9CC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D9CCFF"/>
                </a:solidFill>
              </a:defRPr>
            </a:pPr>
            <a:r>
              <a:rPr sz="825" b="1">
                <a:solidFill>
                  <a:srgbClr val="D9CCFF"/>
                </a:solidFill>
              </a:rPr>
              <a:t>OWNER / APPROVER · GREGG CLARK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3E7140-0CF9-4199-BF3C-47607A778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590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450" b="1">
                <a:solidFill>
                  <a:srgbClr val="FFFFFF"/>
                </a:solidFill>
              </a:defRPr>
            </a:defPPr>
            <a:lvl1pPr algn="l">
              <a:defRPr sz="3450" b="1">
                <a:solidFill>
                  <a:srgbClr val="FFFFFF"/>
                </a:solidFill>
              </a:defRPr>
            </a:lvl1pPr>
            <a:lvl2pPr algn="l">
              <a:defRPr sz="3450" b="1">
                <a:solidFill>
                  <a:srgbClr val="FFFFFF"/>
                </a:solidFill>
              </a:defRPr>
            </a:lvl2pPr>
            <a:lvl3pPr algn="l">
              <a:defRPr sz="3450" b="1">
                <a:solidFill>
                  <a:srgbClr val="FFFFFF"/>
                </a:solidFill>
              </a:defRPr>
            </a:lvl3pPr>
            <a:lvl4pPr algn="l">
              <a:defRPr sz="3450" b="1">
                <a:solidFill>
                  <a:srgbClr val="FFFFFF"/>
                </a:solidFill>
              </a:defRPr>
            </a:lvl4pPr>
            <a:lvl5pPr algn="l">
              <a:defRPr sz="3450" b="1">
                <a:solidFill>
                  <a:srgbClr val="FFFFFF"/>
                </a:solidFill>
              </a:defRPr>
            </a:lvl5pPr>
            <a:lvl6pPr algn="l">
              <a:defRPr sz="3450" b="1">
                <a:solidFill>
                  <a:srgbClr val="FFFFFF"/>
                </a:solidFill>
              </a:defRPr>
            </a:lvl6pPr>
            <a:lvl7pPr algn="l">
              <a:defRPr sz="3450" b="1">
                <a:solidFill>
                  <a:srgbClr val="FFFFFF"/>
                </a:solidFill>
              </a:defRPr>
            </a:lvl7pPr>
            <a:lvl8pPr algn="l">
              <a:defRPr sz="3450" b="1">
                <a:solidFill>
                  <a:srgbClr val="FFFFFF"/>
                </a:solidFill>
              </a:defRPr>
            </a:lvl8pPr>
            <a:lvl9pPr algn="l">
              <a:defRPr sz="34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MGT Skin Care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BBE181-4F87-465E-9E2B-95FA858E5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5905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1">
                <a:solidFill>
                  <a:srgbClr val="D9CCFF"/>
                </a:solidFill>
              </a:defRPr>
            </a:defPPr>
            <a:lvl1pPr algn="l">
              <a:defRPr sz="2025" b="1">
                <a:solidFill>
                  <a:srgbClr val="D9CCFF"/>
                </a:solidFill>
              </a:defRPr>
            </a:lvl1pPr>
            <a:lvl2pPr algn="l">
              <a:defRPr sz="2025" b="1">
                <a:solidFill>
                  <a:srgbClr val="D9CCFF"/>
                </a:solidFill>
              </a:defRPr>
            </a:lvl2pPr>
            <a:lvl3pPr algn="l">
              <a:defRPr sz="2025" b="1">
                <a:solidFill>
                  <a:srgbClr val="D9CCFF"/>
                </a:solidFill>
              </a:defRPr>
            </a:lvl3pPr>
            <a:lvl4pPr algn="l">
              <a:defRPr sz="2025" b="1">
                <a:solidFill>
                  <a:srgbClr val="D9CCFF"/>
                </a:solidFill>
              </a:defRPr>
            </a:lvl4pPr>
            <a:lvl5pPr algn="l">
              <a:defRPr sz="2025" b="1">
                <a:solidFill>
                  <a:srgbClr val="D9CCFF"/>
                </a:solidFill>
              </a:defRPr>
            </a:lvl5pPr>
            <a:lvl6pPr algn="l">
              <a:defRPr sz="2025" b="1">
                <a:solidFill>
                  <a:srgbClr val="D9CCFF"/>
                </a:solidFill>
              </a:defRPr>
            </a:lvl6pPr>
            <a:lvl7pPr algn="l">
              <a:defRPr sz="2025" b="1">
                <a:solidFill>
                  <a:srgbClr val="D9CCFF"/>
                </a:solidFill>
              </a:defRPr>
            </a:lvl7pPr>
            <a:lvl8pPr algn="l">
              <a:defRPr sz="2025" b="1">
                <a:solidFill>
                  <a:srgbClr val="D9CCFF"/>
                </a:solidFill>
              </a:defRPr>
            </a:lvl8pPr>
            <a:lvl9pPr algn="l">
              <a:defRPr sz="2025" b="1">
                <a:solidFill>
                  <a:srgbClr val="D9CCFF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D9CCFF"/>
                </a:solidFill>
              </a:defRPr>
            </a:pPr>
            <a:r>
              <a:rPr sz="2025" b="1">
                <a:solidFill>
                  <a:srgbClr val="D9CCFF"/>
                </a:solidFill>
              </a:rPr>
              <a:t>Full product functions, intelligence engine, production infrastructure &amp; launch plan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BC766-4C36-4A26-A4E4-682DE76A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581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D7D2E3"/>
                </a:solidFill>
              </a:defRPr>
            </a:defPPr>
            <a:lvl1pPr algn="l">
              <a:defRPr sz="1200" b="0">
                <a:solidFill>
                  <a:srgbClr val="D7D2E3"/>
                </a:solidFill>
              </a:defRPr>
            </a:lvl1pPr>
            <a:lvl2pPr algn="l">
              <a:defRPr sz="1200" b="0">
                <a:solidFill>
                  <a:srgbClr val="D7D2E3"/>
                </a:solidFill>
              </a:defRPr>
            </a:lvl2pPr>
            <a:lvl3pPr algn="l">
              <a:defRPr sz="1200" b="0">
                <a:solidFill>
                  <a:srgbClr val="D7D2E3"/>
                </a:solidFill>
              </a:defRPr>
            </a:lvl3pPr>
            <a:lvl4pPr algn="l">
              <a:defRPr sz="1200" b="0">
                <a:solidFill>
                  <a:srgbClr val="D7D2E3"/>
                </a:solidFill>
              </a:defRPr>
            </a:lvl4pPr>
            <a:lvl5pPr algn="l">
              <a:defRPr sz="1200" b="0">
                <a:solidFill>
                  <a:srgbClr val="D7D2E3"/>
                </a:solidFill>
              </a:defRPr>
            </a:lvl5pPr>
            <a:lvl6pPr algn="l">
              <a:defRPr sz="1200" b="0">
                <a:solidFill>
                  <a:srgbClr val="D7D2E3"/>
                </a:solidFill>
              </a:defRPr>
            </a:lvl6pPr>
            <a:lvl7pPr algn="l">
              <a:defRPr sz="1200" b="0">
                <a:solidFill>
                  <a:srgbClr val="D7D2E3"/>
                </a:solidFill>
              </a:defRPr>
            </a:lvl7pPr>
            <a:lvl8pPr algn="l">
              <a:defRPr sz="1200" b="0">
                <a:solidFill>
                  <a:srgbClr val="D7D2E3"/>
                </a:solidFill>
              </a:defRPr>
            </a:lvl8pPr>
            <a:lvl9pPr algn="l">
              <a:defRPr sz="1200" b="0">
                <a:solidFill>
                  <a:srgbClr val="D7D2E3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D7D2E3"/>
                </a:solidFill>
              </a:defRPr>
            </a:pPr>
            <a:r>
              <a:rPr sz="1200" b="0">
                <a:solidFill>
                  <a:srgbClr val="D7D2E3"/>
                </a:solidFill>
              </a:rPr>
              <a:t>Evidence-backed portal blueprint · 3-tier commercial option · Google Cloud and Drive recovery 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0712D5-15C5-4ACB-8FEF-7DA526E9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CFC5EA"/>
                </a:solidFill>
              </a:defRPr>
            </a:defPPr>
            <a:lvl1pPr algn="l">
              <a:defRPr sz="675" b="0">
                <a:solidFill>
                  <a:srgbClr val="CFC5EA"/>
                </a:solidFill>
              </a:defRPr>
            </a:lvl1pPr>
            <a:lvl2pPr algn="l">
              <a:defRPr sz="675" b="0">
                <a:solidFill>
                  <a:srgbClr val="CFC5EA"/>
                </a:solidFill>
              </a:defRPr>
            </a:lvl2pPr>
            <a:lvl3pPr algn="l">
              <a:defRPr sz="675" b="0">
                <a:solidFill>
                  <a:srgbClr val="CFC5EA"/>
                </a:solidFill>
              </a:defRPr>
            </a:lvl3pPr>
            <a:lvl4pPr algn="l">
              <a:defRPr sz="675" b="0">
                <a:solidFill>
                  <a:srgbClr val="CFC5EA"/>
                </a:solidFill>
              </a:defRPr>
            </a:lvl4pPr>
            <a:lvl5pPr algn="l">
              <a:defRPr sz="675" b="0">
                <a:solidFill>
                  <a:srgbClr val="CFC5EA"/>
                </a:solidFill>
              </a:defRPr>
            </a:lvl5pPr>
            <a:lvl6pPr algn="l">
              <a:defRPr sz="675" b="0">
                <a:solidFill>
                  <a:srgbClr val="CFC5EA"/>
                </a:solidFill>
              </a:defRPr>
            </a:lvl6pPr>
            <a:lvl7pPr algn="l">
              <a:defRPr sz="675" b="0">
                <a:solidFill>
                  <a:srgbClr val="CFC5EA"/>
                </a:solidFill>
              </a:defRPr>
            </a:lvl7pPr>
            <a:lvl8pPr algn="l">
              <a:defRPr sz="675" b="0">
                <a:solidFill>
                  <a:srgbClr val="CFC5EA"/>
                </a:solidFill>
              </a:defRPr>
            </a:lvl8pPr>
            <a:lvl9pPr algn="l">
              <a:defRPr sz="675" b="0">
                <a:solidFill>
                  <a:srgbClr val="CFC5EA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CFC5EA"/>
                </a:solidFill>
              </a:defRPr>
            </a:pPr>
            <a:r>
              <a:rPr sz="675" b="0">
                <a:solidFill>
                  <a:srgbClr val="CFC5EA"/>
                </a:solidFill>
              </a:rPr>
              <a:t>MGT SKIN CARE · PRODUCT &amp; PRODUCTION BLUEPRINT · 27 OCT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D50DF9-ABE0-414E-96B1-F36B6BDEB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CFC5EA"/>
                </a:solidFill>
              </a:defRPr>
            </a:defPPr>
            <a:lvl1pPr algn="r">
              <a:defRPr sz="750" b="1">
                <a:solidFill>
                  <a:srgbClr val="CFC5EA"/>
                </a:solidFill>
              </a:defRPr>
            </a:lvl1pPr>
            <a:lvl2pPr algn="r">
              <a:defRPr sz="750" b="1">
                <a:solidFill>
                  <a:srgbClr val="CFC5EA"/>
                </a:solidFill>
              </a:defRPr>
            </a:lvl2pPr>
            <a:lvl3pPr algn="r">
              <a:defRPr sz="750" b="1">
                <a:solidFill>
                  <a:srgbClr val="CFC5EA"/>
                </a:solidFill>
              </a:defRPr>
            </a:lvl3pPr>
            <a:lvl4pPr algn="r">
              <a:defRPr sz="750" b="1">
                <a:solidFill>
                  <a:srgbClr val="CFC5EA"/>
                </a:solidFill>
              </a:defRPr>
            </a:lvl4pPr>
            <a:lvl5pPr algn="r">
              <a:defRPr sz="750" b="1">
                <a:solidFill>
                  <a:srgbClr val="CFC5EA"/>
                </a:solidFill>
              </a:defRPr>
            </a:lvl5pPr>
            <a:lvl6pPr algn="r">
              <a:defRPr sz="750" b="1">
                <a:solidFill>
                  <a:srgbClr val="CFC5EA"/>
                </a:solidFill>
              </a:defRPr>
            </a:lvl6pPr>
            <a:lvl7pPr algn="r">
              <a:defRPr sz="750" b="1">
                <a:solidFill>
                  <a:srgbClr val="CFC5EA"/>
                </a:solidFill>
              </a:defRPr>
            </a:lvl7pPr>
            <a:lvl8pPr algn="r">
              <a:defRPr sz="750" b="1">
                <a:solidFill>
                  <a:srgbClr val="CFC5EA"/>
                </a:solidFill>
              </a:defRPr>
            </a:lvl8pPr>
            <a:lvl9pPr algn="r">
              <a:defRPr sz="750" b="1">
                <a:solidFill>
                  <a:srgbClr val="CFC5EA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CFC5EA"/>
                </a:solidFill>
              </a:defRPr>
            </a:pPr>
            <a:r>
              <a:rPr sz="750" b="1">
                <a:solidFill>
                  <a:srgbClr val="CFC5EA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390990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DF8C00-8115-4E0C-ABE0-DF63C1C3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EXECUTIVE READOUT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7A45E3-90E0-4AD5-9AB0-C8BE08DF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Broad, coherent product surface; production is now an evidence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6CD2DD-811E-401E-BF38-398F3BD6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Remaining work centers on live configuration, qualification, operations and owner approvals—not another product redesign.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9F3702-3581-4EC9-807D-216EA4A8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3AF60A-3658-4C8D-BFE6-1AD6F48B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ABFFA-3E32-41B9-AE37-D8C8C241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B937FE-A138-4F2A-A20F-B8F7D6F7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590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D6520C-59A0-4499-8FA9-FA4A0A6E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D28D9"/>
                </a:solidFill>
              </a:defRPr>
            </a:defPPr>
            <a:lvl1pPr algn="l">
              <a:defRPr sz="1875" b="1">
                <a:solidFill>
                  <a:srgbClr val="6D28D9"/>
                </a:solidFill>
              </a:defRPr>
            </a:lvl1pPr>
            <a:lvl2pPr algn="l">
              <a:defRPr sz="1875" b="1">
                <a:solidFill>
                  <a:srgbClr val="6D28D9"/>
                </a:solidFill>
              </a:defRPr>
            </a:lvl2pPr>
            <a:lvl3pPr algn="l">
              <a:defRPr sz="1875" b="1">
                <a:solidFill>
                  <a:srgbClr val="6D28D9"/>
                </a:solidFill>
              </a:defRPr>
            </a:lvl3pPr>
            <a:lvl4pPr algn="l">
              <a:defRPr sz="1875" b="1">
                <a:solidFill>
                  <a:srgbClr val="6D28D9"/>
                </a:solidFill>
              </a:defRPr>
            </a:lvl4pPr>
            <a:lvl5pPr algn="l">
              <a:defRPr sz="1875" b="1">
                <a:solidFill>
                  <a:srgbClr val="6D28D9"/>
                </a:solidFill>
              </a:defRPr>
            </a:lvl5pPr>
            <a:lvl6pPr algn="l">
              <a:defRPr sz="1875" b="1">
                <a:solidFill>
                  <a:srgbClr val="6D28D9"/>
                </a:solidFill>
              </a:defRPr>
            </a:lvl6pPr>
            <a:lvl7pPr algn="l">
              <a:defRPr sz="1875" b="1">
                <a:solidFill>
                  <a:srgbClr val="6D28D9"/>
                </a:solidFill>
              </a:defRPr>
            </a:lvl7pPr>
            <a:lvl8pPr algn="l">
              <a:defRPr sz="1875" b="1">
                <a:solidFill>
                  <a:srgbClr val="6D28D9"/>
                </a:solidFill>
              </a:defRPr>
            </a:lvl8pPr>
            <a:lvl9pPr algn="l">
              <a:defRPr sz="187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6D28D9"/>
                </a:solidFill>
              </a:defRPr>
            </a:pPr>
            <a:r>
              <a:rPr sz="1875" b="1">
                <a:solidFill>
                  <a:srgbClr val="6D28D9"/>
                </a:solidFill>
              </a:rPr>
              <a:t>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6CB946-7AEC-47C0-8FA1-1A69F8CB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consumer + operator surfaces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626E7-612D-4850-98DD-0698F9AF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95450"/>
            <a:ext cx="2590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2DA699-5815-4499-A77D-66BCC740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790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D28D9"/>
                </a:solidFill>
              </a:defRPr>
            </a:defPPr>
            <a:lvl1pPr algn="l">
              <a:defRPr sz="1875" b="1">
                <a:solidFill>
                  <a:srgbClr val="6D28D9"/>
                </a:solidFill>
              </a:defRPr>
            </a:lvl1pPr>
            <a:lvl2pPr algn="l">
              <a:defRPr sz="1875" b="1">
                <a:solidFill>
                  <a:srgbClr val="6D28D9"/>
                </a:solidFill>
              </a:defRPr>
            </a:lvl2pPr>
            <a:lvl3pPr algn="l">
              <a:defRPr sz="1875" b="1">
                <a:solidFill>
                  <a:srgbClr val="6D28D9"/>
                </a:solidFill>
              </a:defRPr>
            </a:lvl3pPr>
            <a:lvl4pPr algn="l">
              <a:defRPr sz="1875" b="1">
                <a:solidFill>
                  <a:srgbClr val="6D28D9"/>
                </a:solidFill>
              </a:defRPr>
            </a:lvl4pPr>
            <a:lvl5pPr algn="l">
              <a:defRPr sz="1875" b="1">
                <a:solidFill>
                  <a:srgbClr val="6D28D9"/>
                </a:solidFill>
              </a:defRPr>
            </a:lvl5pPr>
            <a:lvl6pPr algn="l">
              <a:defRPr sz="1875" b="1">
                <a:solidFill>
                  <a:srgbClr val="6D28D9"/>
                </a:solidFill>
              </a:defRPr>
            </a:lvl6pPr>
            <a:lvl7pPr algn="l">
              <a:defRPr sz="1875" b="1">
                <a:solidFill>
                  <a:srgbClr val="6D28D9"/>
                </a:solidFill>
              </a:defRPr>
            </a:lvl7pPr>
            <a:lvl8pPr algn="l">
              <a:defRPr sz="1875" b="1">
                <a:solidFill>
                  <a:srgbClr val="6D28D9"/>
                </a:solidFill>
              </a:defRPr>
            </a:lvl8pPr>
            <a:lvl9pPr algn="l">
              <a:defRPr sz="187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6D28D9"/>
                </a:solidFill>
              </a:defRPr>
            </a:pPr>
            <a:r>
              <a:rPr sz="1875" b="1">
                <a:solidFill>
                  <a:srgbClr val="6D28D9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BAF796-987E-41D9-8C6C-F34A8F26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3360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hosted AI roles to qualify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B54AC2-59C7-4870-8B30-6FA788C3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95450"/>
            <a:ext cx="2590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3F120C-F158-45A1-AD80-C8D814B5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90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D28D9"/>
                </a:solidFill>
              </a:defRPr>
            </a:defPPr>
            <a:lvl1pPr algn="l">
              <a:defRPr sz="1875" b="1">
                <a:solidFill>
                  <a:srgbClr val="6D28D9"/>
                </a:solidFill>
              </a:defRPr>
            </a:lvl1pPr>
            <a:lvl2pPr algn="l">
              <a:defRPr sz="1875" b="1">
                <a:solidFill>
                  <a:srgbClr val="6D28D9"/>
                </a:solidFill>
              </a:defRPr>
            </a:lvl2pPr>
            <a:lvl3pPr algn="l">
              <a:defRPr sz="1875" b="1">
                <a:solidFill>
                  <a:srgbClr val="6D28D9"/>
                </a:solidFill>
              </a:defRPr>
            </a:lvl3pPr>
            <a:lvl4pPr algn="l">
              <a:defRPr sz="1875" b="1">
                <a:solidFill>
                  <a:srgbClr val="6D28D9"/>
                </a:solidFill>
              </a:defRPr>
            </a:lvl4pPr>
            <a:lvl5pPr algn="l">
              <a:defRPr sz="1875" b="1">
                <a:solidFill>
                  <a:srgbClr val="6D28D9"/>
                </a:solidFill>
              </a:defRPr>
            </a:lvl5pPr>
            <a:lvl6pPr algn="l">
              <a:defRPr sz="1875" b="1">
                <a:solidFill>
                  <a:srgbClr val="6D28D9"/>
                </a:solidFill>
              </a:defRPr>
            </a:lvl6pPr>
            <a:lvl7pPr algn="l">
              <a:defRPr sz="1875" b="1">
                <a:solidFill>
                  <a:srgbClr val="6D28D9"/>
                </a:solidFill>
              </a:defRPr>
            </a:lvl7pPr>
            <a:lvl8pPr algn="l">
              <a:defRPr sz="1875" b="1">
                <a:solidFill>
                  <a:srgbClr val="6D28D9"/>
                </a:solidFill>
              </a:defRPr>
            </a:lvl8pPr>
            <a:lvl9pPr algn="l">
              <a:defRPr sz="187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6D28D9"/>
                </a:solidFill>
              </a:defRPr>
            </a:pPr>
            <a:r>
              <a:rPr sz="1875" b="1">
                <a:solidFill>
                  <a:srgbClr val="6D28D9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D015F5-C0CB-45F9-B08F-5B9C9F0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13360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suggested subscription tiers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932574-77E7-433A-AFDF-6F3FC921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95450"/>
            <a:ext cx="2590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79DBCA-384C-4B3C-AEB0-F3401D67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90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D28D9"/>
                </a:solidFill>
              </a:defRPr>
            </a:defPPr>
            <a:lvl1pPr algn="l">
              <a:defRPr sz="1875" b="1">
                <a:solidFill>
                  <a:srgbClr val="6D28D9"/>
                </a:solidFill>
              </a:defRPr>
            </a:lvl1pPr>
            <a:lvl2pPr algn="l">
              <a:defRPr sz="1875" b="1">
                <a:solidFill>
                  <a:srgbClr val="6D28D9"/>
                </a:solidFill>
              </a:defRPr>
            </a:lvl2pPr>
            <a:lvl3pPr algn="l">
              <a:defRPr sz="1875" b="1">
                <a:solidFill>
                  <a:srgbClr val="6D28D9"/>
                </a:solidFill>
              </a:defRPr>
            </a:lvl3pPr>
            <a:lvl4pPr algn="l">
              <a:defRPr sz="1875" b="1">
                <a:solidFill>
                  <a:srgbClr val="6D28D9"/>
                </a:solidFill>
              </a:defRPr>
            </a:lvl4pPr>
            <a:lvl5pPr algn="l">
              <a:defRPr sz="1875" b="1">
                <a:solidFill>
                  <a:srgbClr val="6D28D9"/>
                </a:solidFill>
              </a:defRPr>
            </a:lvl5pPr>
            <a:lvl6pPr algn="l">
              <a:defRPr sz="1875" b="1">
                <a:solidFill>
                  <a:srgbClr val="6D28D9"/>
                </a:solidFill>
              </a:defRPr>
            </a:lvl6pPr>
            <a:lvl7pPr algn="l">
              <a:defRPr sz="1875" b="1">
                <a:solidFill>
                  <a:srgbClr val="6D28D9"/>
                </a:solidFill>
              </a:defRPr>
            </a:lvl7pPr>
            <a:lvl8pPr algn="l">
              <a:defRPr sz="1875" b="1">
                <a:solidFill>
                  <a:srgbClr val="6D28D9"/>
                </a:solidFill>
              </a:defRPr>
            </a:lvl8pPr>
            <a:lvl9pPr algn="l">
              <a:defRPr sz="187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6D28D9"/>
                </a:solidFill>
              </a:defRPr>
            </a:pPr>
            <a:r>
              <a:rPr sz="1875" b="1">
                <a:solidFill>
                  <a:srgbClr val="6D28D9"/>
                </a:solidFill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BA9D9C-D57A-4E6D-9BDF-7C15D89B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13360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accountable owner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BC2083-9BD4-4A7E-ADBA-A40C2C7D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429000" cy="30861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B557F4-D61F-4E7F-BCD5-C74628EB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867025"/>
            <a:ext cx="57150" cy="2800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0">
            <a:solidFill>
              <a:srgbClr val="0F9D7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2E793D-AF3F-43B2-92D6-8448BC8C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Built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52935B-9EFE-4552-807F-F0DFEB34C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29718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Portal shell; profile and consent; Skin Match; routines; Anti-aging; color/style/wardrobe; Retail Edit; account/images/support/admin; Stripe contracts; local-first AI gateway; delivery scaffolding.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30578A-118D-4394-9DA7-949EE6B8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724150"/>
            <a:ext cx="3429000" cy="30861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E3DE21-D473-4D70-880B-0931FA3D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867025"/>
            <a:ext cx="57150" cy="2800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CC9E78-6C50-44FF-982F-9488F482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Must be proven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F9B499-F843-4053-B9C0-D68DD464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62300"/>
            <a:ext cx="29718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Production identity/database; webhooks; model quality/cost; approved catalog and retailers; WCAG; restore; monitoring; legal copy; domain/TLS; support and incident drills.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F85C43-1C00-4DA5-AC38-279FBDAB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3886200" cy="30861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BE0C30-3C59-4BBE-9A6F-A7EB6295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2867025"/>
            <a:ext cx="57150" cy="2800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6D28D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E4EFE7-EF5B-49A1-8721-A101F740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57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Decision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E2AE5F-AA3F-4555-B793-9ACECA22A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62300"/>
            <a:ext cx="34290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Approve or reject the 3-tier test. Keep live enrollment closed until prices, secrets, end-to-end payment evidence and the signed launch packet are complete.</a:t>
            </a:r>
          </a:p>
        </p:txBody>
      </p:sp>
    </p:spTree>
    <p:extLst>
      <p:ext uri="{BB962C8B-B14F-4D97-AF65-F5344CB8AC3E}">
        <p14:creationId xmlns:p14="http://schemas.microsoft.com/office/powerpoint/2010/main" val="14366239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BDF604-0123-4E39-B1BE-B16AD88D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PRODUCT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FB811-BA70-4B6A-9954-58FCFC92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One consented profile drives five connected loops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67E766-B366-43AE-A519-5837F219D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Outputs combine structured profile data, reviewed knowledge, deterministic rules and bounded AI synthesis.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43DF1C-CA34-472C-9D2C-11D5CA858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DF1AB5-2360-43F3-8FA0-FBAC0936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24CE5B-7ADD-4652-AFE9-4FB7A6BA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9DC958-0C1D-474B-85B0-2113D661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2038350" cy="28575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7593FA-5006-48C3-A4A5-67315795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9906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DISCOVER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5E53D3-1D55-4DC2-BEC4-45795D14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16954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0F172A"/>
                </a:solidFill>
              </a:defRPr>
            </a:defPPr>
            <a:lvl1pPr algn="l">
              <a:defRPr sz="1350" b="1">
                <a:solidFill>
                  <a:srgbClr val="0F172A"/>
                </a:solidFill>
              </a:defRPr>
            </a:lvl1pPr>
            <a:lvl2pPr algn="l">
              <a:defRPr sz="1350" b="1">
                <a:solidFill>
                  <a:srgbClr val="0F172A"/>
                </a:solidFill>
              </a:defRPr>
            </a:lvl2pPr>
            <a:lvl3pPr algn="l">
              <a:defRPr sz="1350" b="1">
                <a:solidFill>
                  <a:srgbClr val="0F172A"/>
                </a:solidFill>
              </a:defRPr>
            </a:lvl3pPr>
            <a:lvl4pPr algn="l">
              <a:defRPr sz="1350" b="1">
                <a:solidFill>
                  <a:srgbClr val="0F172A"/>
                </a:solidFill>
              </a:defRPr>
            </a:lvl4pPr>
            <a:lvl5pPr algn="l">
              <a:defRPr sz="1350" b="1">
                <a:solidFill>
                  <a:srgbClr val="0F172A"/>
                </a:solidFill>
              </a:defRPr>
            </a:lvl5pPr>
            <a:lvl6pPr algn="l">
              <a:defRPr sz="1350" b="1">
                <a:solidFill>
                  <a:srgbClr val="0F172A"/>
                </a:solidFill>
              </a:defRPr>
            </a:lvl6pPr>
            <a:lvl7pPr algn="l">
              <a:defRPr sz="1350" b="1">
                <a:solidFill>
                  <a:srgbClr val="0F172A"/>
                </a:solidFill>
              </a:defRPr>
            </a:lvl7pPr>
            <a:lvl8pPr algn="l">
              <a:defRPr sz="1350" b="1">
                <a:solidFill>
                  <a:srgbClr val="0F172A"/>
                </a:solidFill>
              </a:defRPr>
            </a:lvl8pPr>
            <a:lvl9pPr algn="l">
              <a:defRPr sz="13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Skin Match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Anti-aging library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Retail Edit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079BE5-75F2-487D-9FA8-D951F3E5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866900"/>
            <a:ext cx="2038350" cy="28575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FEBADC-3221-4168-996A-4F62ED00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38350"/>
            <a:ext cx="9906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C029E6-EC7F-4E1B-BAF8-2349762C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571750"/>
            <a:ext cx="16954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0F172A"/>
                </a:solidFill>
              </a:defRPr>
            </a:defPPr>
            <a:lvl1pPr algn="l">
              <a:defRPr sz="1350" b="1">
                <a:solidFill>
                  <a:srgbClr val="0F172A"/>
                </a:solidFill>
              </a:defRPr>
            </a:lvl1pPr>
            <a:lvl2pPr algn="l">
              <a:defRPr sz="1350" b="1">
                <a:solidFill>
                  <a:srgbClr val="0F172A"/>
                </a:solidFill>
              </a:defRPr>
            </a:lvl2pPr>
            <a:lvl3pPr algn="l">
              <a:defRPr sz="1350" b="1">
                <a:solidFill>
                  <a:srgbClr val="0F172A"/>
                </a:solidFill>
              </a:defRPr>
            </a:lvl3pPr>
            <a:lvl4pPr algn="l">
              <a:defRPr sz="1350" b="1">
                <a:solidFill>
                  <a:srgbClr val="0F172A"/>
                </a:solidFill>
              </a:defRPr>
            </a:lvl4pPr>
            <a:lvl5pPr algn="l">
              <a:defRPr sz="1350" b="1">
                <a:solidFill>
                  <a:srgbClr val="0F172A"/>
                </a:solidFill>
              </a:defRPr>
            </a:lvl5pPr>
            <a:lvl6pPr algn="l">
              <a:defRPr sz="1350" b="1">
                <a:solidFill>
                  <a:srgbClr val="0F172A"/>
                </a:solidFill>
              </a:defRPr>
            </a:lvl6pPr>
            <a:lvl7pPr algn="l">
              <a:defRPr sz="1350" b="1">
                <a:solidFill>
                  <a:srgbClr val="0F172A"/>
                </a:solidFill>
              </a:defRPr>
            </a:lvl7pPr>
            <a:lvl8pPr algn="l">
              <a:defRPr sz="1350" b="1">
                <a:solidFill>
                  <a:srgbClr val="0F172A"/>
                </a:solidFill>
              </a:defRPr>
            </a:lvl8pPr>
            <a:lvl9pPr algn="l">
              <a:defRPr sz="13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AM/PM routine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Style palette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Wardrobe ideas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98D84C-73FD-4459-B81D-576C720B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66900"/>
            <a:ext cx="2038350" cy="28575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9E1C74-1F86-487F-A4FF-994DFD7F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38350"/>
            <a:ext cx="9906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TRACK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E3399-5E97-47AB-8541-31B11AED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571750"/>
            <a:ext cx="16954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0F172A"/>
                </a:solidFill>
              </a:defRPr>
            </a:defPPr>
            <a:lvl1pPr algn="l">
              <a:defRPr sz="1350" b="1">
                <a:solidFill>
                  <a:srgbClr val="0F172A"/>
                </a:solidFill>
              </a:defRPr>
            </a:lvl1pPr>
            <a:lvl2pPr algn="l">
              <a:defRPr sz="1350" b="1">
                <a:solidFill>
                  <a:srgbClr val="0F172A"/>
                </a:solidFill>
              </a:defRPr>
            </a:lvl2pPr>
            <a:lvl3pPr algn="l">
              <a:defRPr sz="1350" b="1">
                <a:solidFill>
                  <a:srgbClr val="0F172A"/>
                </a:solidFill>
              </a:defRPr>
            </a:lvl3pPr>
            <a:lvl4pPr algn="l">
              <a:defRPr sz="1350" b="1">
                <a:solidFill>
                  <a:srgbClr val="0F172A"/>
                </a:solidFill>
              </a:defRPr>
            </a:lvl4pPr>
            <a:lvl5pPr algn="l">
              <a:defRPr sz="1350" b="1">
                <a:solidFill>
                  <a:srgbClr val="0F172A"/>
                </a:solidFill>
              </a:defRPr>
            </a:lvl5pPr>
            <a:lvl6pPr algn="l">
              <a:defRPr sz="1350" b="1">
                <a:solidFill>
                  <a:srgbClr val="0F172A"/>
                </a:solidFill>
              </a:defRPr>
            </a:lvl6pPr>
            <a:lvl7pPr algn="l">
              <a:defRPr sz="1350" b="1">
                <a:solidFill>
                  <a:srgbClr val="0F172A"/>
                </a:solidFill>
              </a:defRPr>
            </a:lvl7pPr>
            <a:lvl8pPr algn="l">
              <a:defRPr sz="1350" b="1">
                <a:solidFill>
                  <a:srgbClr val="0F172A"/>
                </a:solidFill>
              </a:defRPr>
            </a:lvl8pPr>
            <a:lvl9pPr algn="l">
              <a:defRPr sz="13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Check-ins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Regimen cycles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Saved images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055F30-BB80-476E-9015-3EBE020F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866900"/>
            <a:ext cx="2038350" cy="28575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8CE09A-7D12-4A79-AB89-B27A3BB8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038350"/>
            <a:ext cx="9906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MANAGE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1AF753-7546-410C-AF2B-7727AAC29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71750"/>
            <a:ext cx="16954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0F172A"/>
                </a:solidFill>
              </a:defRPr>
            </a:defPPr>
            <a:lvl1pPr algn="l">
              <a:defRPr sz="1350" b="1">
                <a:solidFill>
                  <a:srgbClr val="0F172A"/>
                </a:solidFill>
              </a:defRPr>
            </a:lvl1pPr>
            <a:lvl2pPr algn="l">
              <a:defRPr sz="1350" b="1">
                <a:solidFill>
                  <a:srgbClr val="0F172A"/>
                </a:solidFill>
              </a:defRPr>
            </a:lvl2pPr>
            <a:lvl3pPr algn="l">
              <a:defRPr sz="1350" b="1">
                <a:solidFill>
                  <a:srgbClr val="0F172A"/>
                </a:solidFill>
              </a:defRPr>
            </a:lvl3pPr>
            <a:lvl4pPr algn="l">
              <a:defRPr sz="1350" b="1">
                <a:solidFill>
                  <a:srgbClr val="0F172A"/>
                </a:solidFill>
              </a:defRPr>
            </a:lvl4pPr>
            <a:lvl5pPr algn="l">
              <a:defRPr sz="1350" b="1">
                <a:solidFill>
                  <a:srgbClr val="0F172A"/>
                </a:solidFill>
              </a:defRPr>
            </a:lvl5pPr>
            <a:lvl6pPr algn="l">
              <a:defRPr sz="1350" b="1">
                <a:solidFill>
                  <a:srgbClr val="0F172A"/>
                </a:solidFill>
              </a:defRPr>
            </a:lvl6pPr>
            <a:lvl7pPr algn="l">
              <a:defRPr sz="1350" b="1">
                <a:solidFill>
                  <a:srgbClr val="0F172A"/>
                </a:solidFill>
              </a:defRPr>
            </a:lvl7pPr>
            <a:lvl8pPr algn="l">
              <a:defRPr sz="1350" b="1">
                <a:solidFill>
                  <a:srgbClr val="0F172A"/>
                </a:solidFill>
              </a:defRPr>
            </a:lvl8pPr>
            <a:lvl9pPr algn="l">
              <a:defRPr sz="13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Account/privacy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Membership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Support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25E71B-553B-434B-BBD5-E9336152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866900"/>
            <a:ext cx="2038350" cy="285750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01177C-A96C-4EC4-B999-E7AA04D4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038350"/>
            <a:ext cx="9906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OPERATE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7000CA-05E6-4400-B583-83058E80D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71750"/>
            <a:ext cx="16954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0F172A"/>
                </a:solidFill>
              </a:defRPr>
            </a:defPPr>
            <a:lvl1pPr algn="l">
              <a:defRPr sz="1350" b="1">
                <a:solidFill>
                  <a:srgbClr val="0F172A"/>
                </a:solidFill>
              </a:defRPr>
            </a:lvl1pPr>
            <a:lvl2pPr algn="l">
              <a:defRPr sz="1350" b="1">
                <a:solidFill>
                  <a:srgbClr val="0F172A"/>
                </a:solidFill>
              </a:defRPr>
            </a:lvl2pPr>
            <a:lvl3pPr algn="l">
              <a:defRPr sz="1350" b="1">
                <a:solidFill>
                  <a:srgbClr val="0F172A"/>
                </a:solidFill>
              </a:defRPr>
            </a:lvl3pPr>
            <a:lvl4pPr algn="l">
              <a:defRPr sz="1350" b="1">
                <a:solidFill>
                  <a:srgbClr val="0F172A"/>
                </a:solidFill>
              </a:defRPr>
            </a:lvl4pPr>
            <a:lvl5pPr algn="l">
              <a:defRPr sz="1350" b="1">
                <a:solidFill>
                  <a:srgbClr val="0F172A"/>
                </a:solidFill>
              </a:defRPr>
            </a:lvl5pPr>
            <a:lvl6pPr algn="l">
              <a:defRPr sz="1350" b="1">
                <a:solidFill>
                  <a:srgbClr val="0F172A"/>
                </a:solidFill>
              </a:defRPr>
            </a:lvl6pPr>
            <a:lvl7pPr algn="l">
              <a:defRPr sz="1350" b="1">
                <a:solidFill>
                  <a:srgbClr val="0F172A"/>
                </a:solidFill>
              </a:defRPr>
            </a:lvl7pPr>
            <a:lvl8pPr algn="l">
              <a:defRPr sz="1350" b="1">
                <a:solidFill>
                  <a:srgbClr val="0F172A"/>
                </a:solidFill>
              </a:defRPr>
            </a:lvl8pPr>
            <a:lvl9pPr algn="l">
              <a:defRPr sz="13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Catalog review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AI quality</a:t>
            </a:r>
          </a:p>
          <a:p xmlns:a="http://schemas.openxmlformats.org/drawingml/2006/main">
            <a:pPr algn="l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Launch gates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1F8EDC-FDD7-4E0D-90EF-8E11BBC5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124450"/>
            <a:ext cx="9220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21143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38CCE2-8FB5-4296-8280-38BBA824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67325"/>
            <a:ext cx="868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</a:defRPr>
            </a:defPPr>
            <a:lvl1pPr algn="ctr">
              <a:defRPr sz="1350" b="1">
                <a:solidFill>
                  <a:srgbClr val="FFFFFF"/>
                </a:solidFill>
              </a:defRPr>
            </a:lvl1pPr>
            <a:lvl2pPr algn="ctr">
              <a:defRPr sz="1350" b="1">
                <a:solidFill>
                  <a:srgbClr val="FFFFFF"/>
                </a:solidFill>
              </a:defRPr>
            </a:lvl2pPr>
            <a:lvl3pPr algn="ctr">
              <a:defRPr sz="1350" b="1">
                <a:solidFill>
                  <a:srgbClr val="FFFFFF"/>
                </a:solidFill>
              </a:defRPr>
            </a:lvl3pPr>
            <a:lvl4pPr algn="ctr">
              <a:defRPr sz="1350" b="1">
                <a:solidFill>
                  <a:srgbClr val="FFFFFF"/>
                </a:solidFill>
              </a:defRPr>
            </a:lvl4pPr>
            <a:lvl5pPr algn="ctr">
              <a:defRPr sz="1350" b="1">
                <a:solidFill>
                  <a:srgbClr val="FFFFFF"/>
                </a:solidFill>
              </a:defRPr>
            </a:lvl5pPr>
            <a:lvl6pPr algn="ctr">
              <a:defRPr sz="1350" b="1">
                <a:solidFill>
                  <a:srgbClr val="FFFFFF"/>
                </a:solidFill>
              </a:defRPr>
            </a:lvl6pPr>
            <a:lvl7pPr algn="ctr">
              <a:defRPr sz="1350" b="1">
                <a:solidFill>
                  <a:srgbClr val="FFFFFF"/>
                </a:solidFill>
              </a:defRPr>
            </a:lvl7pPr>
            <a:lvl8pPr algn="ctr">
              <a:defRPr sz="1350" b="1">
                <a:solidFill>
                  <a:srgbClr val="FFFFFF"/>
                </a:solidFill>
              </a:defRPr>
            </a:lvl8pPr>
            <a:lvl9pPr algn="ctr">
              <a:defRPr sz="13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Shared profile + consent + entitlement + audit context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88700C-4F1B-467E-9B62-D715BD98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543550"/>
            <a:ext cx="868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00" b="0">
                <a:solidFill>
                  <a:srgbClr val="D8CFF0"/>
                </a:solidFill>
              </a:defRPr>
            </a:defPPr>
            <a:lvl1pPr algn="ctr">
              <a:defRPr sz="900" b="0">
                <a:solidFill>
                  <a:srgbClr val="D8CFF0"/>
                </a:solidFill>
              </a:defRPr>
            </a:lvl1pPr>
            <a:lvl2pPr algn="ctr">
              <a:defRPr sz="900" b="0">
                <a:solidFill>
                  <a:srgbClr val="D8CFF0"/>
                </a:solidFill>
              </a:defRPr>
            </a:lvl2pPr>
            <a:lvl3pPr algn="ctr">
              <a:defRPr sz="900" b="0">
                <a:solidFill>
                  <a:srgbClr val="D8CFF0"/>
                </a:solidFill>
              </a:defRPr>
            </a:lvl3pPr>
            <a:lvl4pPr algn="ctr">
              <a:defRPr sz="900" b="0">
                <a:solidFill>
                  <a:srgbClr val="D8CFF0"/>
                </a:solidFill>
              </a:defRPr>
            </a:lvl4pPr>
            <a:lvl5pPr algn="ctr">
              <a:defRPr sz="900" b="0">
                <a:solidFill>
                  <a:srgbClr val="D8CFF0"/>
                </a:solidFill>
              </a:defRPr>
            </a:lvl5pPr>
            <a:lvl6pPr algn="ctr">
              <a:defRPr sz="900" b="0">
                <a:solidFill>
                  <a:srgbClr val="D8CFF0"/>
                </a:solidFill>
              </a:defRPr>
            </a:lvl6pPr>
            <a:lvl7pPr algn="ctr">
              <a:defRPr sz="900" b="0">
                <a:solidFill>
                  <a:srgbClr val="D8CFF0"/>
                </a:solidFill>
              </a:defRPr>
            </a:lvl7pPr>
            <a:lvl8pPr algn="ctr">
              <a:defRPr sz="900" b="0">
                <a:solidFill>
                  <a:srgbClr val="D8CFF0"/>
                </a:solidFill>
              </a:defRPr>
            </a:lvl8pPr>
            <a:lvl9pPr algn="ctr">
              <a:defRPr sz="900" b="0">
                <a:solidFill>
                  <a:srgbClr val="D8CFF0"/>
                </a:solidFill>
              </a:defRPr>
            </a:lvl9pPr>
          </a:lstStyle>
          <a:p xmlns:a="http://schemas.openxmlformats.org/drawingml/2006/main">
            <a:pPr algn="ctr">
              <a:defRPr sz="900" b="0">
                <a:solidFill>
                  <a:srgbClr val="D8CFF0"/>
                </a:solidFill>
              </a:defRPr>
            </a:pPr>
            <a:r>
              <a:rPr sz="900" b="0">
                <a:solidFill>
                  <a:srgbClr val="D8CFF0"/>
                </a:solidFill>
              </a:rPr>
              <a:t>No AI output silently becomes a diagnosis, purchase, booking or account change.</a:t>
            </a:r>
          </a:p>
        </p:txBody>
      </p:sp>
    </p:spTree>
    <p:extLst>
      <p:ext uri="{BB962C8B-B14F-4D97-AF65-F5344CB8AC3E}">
        <p14:creationId xmlns:p14="http://schemas.microsoft.com/office/powerpoint/2010/main" val="11999504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F5C3D8-9FA9-40BB-ACB9-F0B3EC7B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OUTPUT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8C5814-210E-4567-9613-A2BF20ED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Application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A8C3B8-FD1E-4372-B8A4-0E50B37B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A progressive-disclosure front door to applications, saved state, commerce, learning and trust.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9B64AD-1040-4310-B57E-1D0E0CC3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0A54EC-0463-4B8F-B0AA-E357A361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A44546-97C7-49E0-93AA-FA3189B5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777335-0E2E-4D66-ABE5-EC536337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628775"/>
            <a:ext cx="6953250" cy="4572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8E2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5BE614-8F10-4473-A1C4-17A9991B9F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7d1d526e674e4e"/>
          <a:srcRect xmlns:a="http://schemas.openxmlformats.org/drawingml/2006/main" l="0" t="0" r="0" b="66000"/>
          <a:stretch xmlns:a="http://schemas.openxmlformats.org/drawingml/2006/main"/>
        </p:blipFill>
        <p:spPr>
          <a:xfrm xmlns:a="http://schemas.openxmlformats.org/drawingml/2006/main">
            <a:off x="533400" y="1676400"/>
            <a:ext cx="6858000" cy="4476750"/>
          </a:xfrm>
          <a:prstGeom xmlns:a="http://schemas.openxmlformats.org/drawingml/2006/main" prst="roundRect">
            <a:avLst>
              <a:gd name="adj" fmla="val 1702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B26F07-8625-4A0A-8964-451C70D0E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76400"/>
            <a:ext cx="39624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514432-518B-41B3-84CB-59F514DD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819275"/>
            <a:ext cx="5715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6D28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C3AE3A-A55D-4EA1-BD91-B1DFB66F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0975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Intent first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FEE486-7441-4907-8B29-3C190D11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14550"/>
            <a:ext cx="350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Users begin with a goal rather than a model, provider or technical workflow.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9BEA91-BB2C-4159-A44A-1D7A5C33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181350"/>
            <a:ext cx="39624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EFD5DF-DBA3-4587-839B-2C6A9B41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3324225"/>
            <a:ext cx="5715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0">
            <a:solidFill>
              <a:srgbClr val="0F9D7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BB7997-5A67-4A65-BBBA-9D58D9E5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1470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Trust visible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002B45-D92A-4AD1-BB57-9110876A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19500"/>
            <a:ext cx="350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Privacy, AI disclosure, support, accessibility, billing and the medical boundary are discoverable.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5DDA4B-270C-4B16-AAED-8036AEF6D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686300"/>
            <a:ext cx="39624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33D2BC-9E6A-489B-81CD-9E8EB0C7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4829175"/>
            <a:ext cx="57150" cy="1181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AF42C7-7F0C-4896-A623-0452D8D1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350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Fail closed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EE0C66-B8E4-4D27-90A7-113A38ED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124450"/>
            <a:ext cx="35052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Sample data and unavailable integrations remain blocked until explicit production gates pass.</a:t>
            </a:r>
          </a:p>
        </p:txBody>
      </p:sp>
    </p:spTree>
    <p:extLst>
      <p:ext uri="{BB962C8B-B14F-4D97-AF65-F5344CB8AC3E}">
        <p14:creationId xmlns:p14="http://schemas.microsoft.com/office/powerpoint/2010/main" val="4594342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66BA72-3FE7-4774-B916-584B3022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CORE JOURNEYS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3E3186-E795-40E0-9199-A6D900D32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Skin Match, Anti-aging, style and wardrobe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15DAD4-8B4E-4141-AAD7-D226B2F3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Each journey exposes structured input, explainable output and explicit save/export controls.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D1B920-0DF8-4CC8-977A-1EE5669A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6F253-69B4-4B34-A849-8F602007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382658-4835-494B-98CB-D2BE91FC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DF8526-5EF6-4D1C-8BAE-89FF43BF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628775"/>
            <a:ext cx="3429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8E2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91B94F-96DE-4A20-94F4-A9F4C88E22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7c189bd08b400e"/>
          <a:srcRect xmlns:a="http://schemas.openxmlformats.org/drawingml/2006/main" l="0" t="0" r="0" b="50000"/>
          <a:stretch xmlns:a="http://schemas.openxmlformats.org/drawingml/2006/main"/>
        </p:blipFill>
        <p:spPr>
          <a:xfrm xmlns:a="http://schemas.openxmlformats.org/drawingml/2006/main">
            <a:off x="533400" y="1676400"/>
            <a:ext cx="3333750" cy="2000250"/>
          </a:xfrm>
          <a:prstGeom xmlns:a="http://schemas.openxmlformats.org/drawingml/2006/main" prst="roundRect">
            <a:avLst>
              <a:gd name="adj" fmla="val 3810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B87F95-D0D6-4B35-A0B7-8B3F5170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628775"/>
            <a:ext cx="3429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8E2"/>
            </a:solidFill>
            <a:prstDash val="solid"/>
          </a:ln>
        </p:spPr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E24685-827B-47E7-B606-AA05DD4CAD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d4d48a0fc04f83"/>
          <a:srcRect xmlns:a="http://schemas.openxmlformats.org/drawingml/2006/main" l="0" t="0" r="0" b="75000"/>
          <a:stretch xmlns:a="http://schemas.openxmlformats.org/drawingml/2006/main"/>
        </p:blipFill>
        <p:spPr>
          <a:xfrm xmlns:a="http://schemas.openxmlformats.org/drawingml/2006/main">
            <a:off x="4095750" y="1676400"/>
            <a:ext cx="3333750" cy="2000250"/>
          </a:xfrm>
          <a:prstGeom xmlns:a="http://schemas.openxmlformats.org/drawingml/2006/main" prst="roundRect">
            <a:avLst>
              <a:gd name="adj" fmla="val 3810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944A78-77DB-4310-A56A-EA18C1B8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628775"/>
            <a:ext cx="40957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8E2"/>
            </a:solidFill>
            <a:prstDash val="solid"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638142-0252-4412-A00D-5478188A2C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48e69d465c4eca"/>
          <a:srcRect xmlns:a="http://schemas.openxmlformats.org/drawingml/2006/main" l="0" t="0" r="0" b="45000"/>
          <a:stretch xmlns:a="http://schemas.openxmlformats.org/drawingml/2006/main"/>
        </p:blipFill>
        <p:spPr>
          <a:xfrm xmlns:a="http://schemas.openxmlformats.org/drawingml/2006/main">
            <a:off x="7658100" y="1676400"/>
            <a:ext cx="4000500" cy="2000250"/>
          </a:xfrm>
          <a:prstGeom xmlns:a="http://schemas.openxmlformats.org/drawingml/2006/main" prst="roundRect">
            <a:avLst>
              <a:gd name="adj" fmla="val 3810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327147-5DCF-43C4-9F1A-A00E4F16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33337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EBCEFF-6EAD-4932-BF8F-B1220F37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162425"/>
            <a:ext cx="57150" cy="1524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6D28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8808BC-6B2E-47F8-8DD8-9BFFEE5F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529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Skin Match → routine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19364A-3330-4C97-83E5-37D12479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57700"/>
            <a:ext cx="28765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Validate profile; apply avoidances and sensitivity; score approved candidates; assemble AM/PM slots; explain why; persist version and provenance.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C252CF-C290-4123-8CB6-E78FE036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19550"/>
            <a:ext cx="33337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7C5339-9B08-4E4F-92CC-16D30B80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162425"/>
            <a:ext cx="57150" cy="1524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DF3933-C004-42EA-9147-F0C55D26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529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Anti-aging boundary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25D5B8-F5E3-471D-850A-C4464409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57700"/>
            <a:ext cx="28765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Reviewed ingredients/products/treatments/providers, routine preview, progress and reminders. Current first-load data integration remains a release gate.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197E8B-55EC-41A6-83A4-8DC09916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19550"/>
            <a:ext cx="4000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E5C6C9-5467-4496-92D1-B90BD51F1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4162425"/>
            <a:ext cx="57150" cy="1524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FE98CE-C14C-4397-B61C-5A0B1975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52900"/>
            <a:ext cx="3543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Color + wardrobe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854CAE-0D1A-4CDD-82D8-A594C163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5433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User-confirmed appearance and comfort inputs produce a palette, explanation and exactly three practical outfit ideas—without protected-trait inference.</a:t>
            </a:r>
          </a:p>
        </p:txBody>
      </p:sp>
    </p:spTree>
    <p:extLst>
      <p:ext uri="{BB962C8B-B14F-4D97-AF65-F5344CB8AC3E}">
        <p14:creationId xmlns:p14="http://schemas.microsoft.com/office/powerpoint/2010/main" val="11535119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8DCEFF-6758-4271-A215-9695E8E4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CONNECTED PORTAL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3F09C1-7939-4FF3-B1CD-5612982F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Retail, account, images and operator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5F1D55-8C9D-4AC5-858D-BF656DF2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Retail stays external-commerce-only; personal data remains actor-scoped and consent-led.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5D88B3-678E-45DF-B2D6-2649BE805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13A25-3A3A-44EE-88D6-84AAEE52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70E9F5-821F-493A-89AB-A9FADCFDC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E92DFC-ADBD-40E6-A4C0-9E3ED0FB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628775"/>
            <a:ext cx="35052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8E2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D936F8-3919-4510-9874-CAA03FB13E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beb62b7ed8495d"/>
          <a:srcRect xmlns:a="http://schemas.openxmlformats.org/drawingml/2006/main" l="0" t="0" r="0" b="70000"/>
          <a:stretch xmlns:a="http://schemas.openxmlformats.org/drawingml/2006/main"/>
        </p:blipFill>
        <p:spPr>
          <a:xfrm xmlns:a="http://schemas.openxmlformats.org/drawingml/2006/main">
            <a:off x="533400" y="1676400"/>
            <a:ext cx="3409950" cy="2381250"/>
          </a:xfrm>
          <a:prstGeom xmlns:a="http://schemas.openxmlformats.org/drawingml/2006/main" prst="roundRect">
            <a:avLst>
              <a:gd name="adj" fmla="val 3200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EE783-2B0A-4544-81E7-FDE18E17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1628775"/>
            <a:ext cx="35052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8E2"/>
            </a:solidFill>
            <a:prstDash val="solid"/>
          </a:ln>
        </p:spPr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40F965-9571-4A44-B710-4BE2196C66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15b163cdae441d"/>
          <a:srcRect xmlns:a="http://schemas.openxmlformats.org/drawingml/2006/main" l="0" t="0" r="0" b="55000"/>
          <a:stretch xmlns:a="http://schemas.openxmlformats.org/drawingml/2006/main"/>
        </p:blipFill>
        <p:spPr>
          <a:xfrm xmlns:a="http://schemas.openxmlformats.org/drawingml/2006/main">
            <a:off x="4171950" y="1676400"/>
            <a:ext cx="3409950" cy="2381250"/>
          </a:xfrm>
          <a:prstGeom xmlns:a="http://schemas.openxmlformats.org/drawingml/2006/main" prst="roundRect">
            <a:avLst>
              <a:gd name="adj" fmla="val 3200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20224-EE07-485E-ADCE-FF342EB1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28775"/>
            <a:ext cx="39433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8E2"/>
            </a:solidFill>
            <a:prstDash val="solid"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47EBF1-C96E-4CBE-A500-EDE223C861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28f9c8a7c1413b"/>
          <a:srcRect xmlns:a="http://schemas.openxmlformats.org/drawingml/2006/main" l="0" t="0" r="0" b="68000"/>
          <a:stretch xmlns:a="http://schemas.openxmlformats.org/drawingml/2006/main"/>
        </p:blipFill>
        <p:spPr>
          <a:xfrm xmlns:a="http://schemas.openxmlformats.org/drawingml/2006/main">
            <a:off x="7810500" y="1676400"/>
            <a:ext cx="3848100" cy="2381250"/>
          </a:xfrm>
          <a:prstGeom xmlns:a="http://schemas.openxmlformats.org/drawingml/2006/main" prst="roundRect">
            <a:avLst>
              <a:gd name="adj" fmla="val 3200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AB06BB-7715-4E89-9E6A-99FBC556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62450"/>
            <a:ext cx="340995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8BCF31-8B78-479C-BCDB-9F7EAF31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505325"/>
            <a:ext cx="57150" cy="1219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E9D53E-784F-430C-B6D2-9F4FDD11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958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Retail Edit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0C1FBE-E0EE-41C9-A2B3-37509D4F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95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Allowlisted merchants, region/category filters, disclosure, saved retailers and outbound-link audit. MGT does not process product orders.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F21E33-69E9-4244-87E1-25750EF6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62450"/>
            <a:ext cx="340995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5E3847-3790-4F14-A692-4BA0DEDFA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505325"/>
            <a:ext cx="57150" cy="1219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0">
            <a:solidFill>
              <a:srgbClr val="0F9D7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CD93C1-8323-46C9-B536-3886700E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958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Account + images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D327EE-D1D7-4F4D-8BE1-63F447D6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800600"/>
            <a:ext cx="295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Communication/accessibility/storage defaults; explicit upload consent; derivative images; metadata stripping; export and deletion.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0FF764-D70D-4BA4-B59B-CA4D7899F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84810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EB5112-0D22-417F-A027-02091EE3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505325"/>
            <a:ext cx="57150" cy="1219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D0C065-F184-45CB-8E29-3A7D4E54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49580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Operator console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6E518C-90C2-4A91-A626-854F82932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00600"/>
            <a:ext cx="33909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RBAC for catalog, knowledge, AI quality/budget, readiness, support and audit—with approval separation.</a:t>
            </a:r>
          </a:p>
        </p:txBody>
      </p:sp>
    </p:spTree>
    <p:extLst>
      <p:ext uri="{BB962C8B-B14F-4D97-AF65-F5344CB8AC3E}">
        <p14:creationId xmlns:p14="http://schemas.microsoft.com/office/powerpoint/2010/main" val="12817436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D987F3D-09E5-4F1C-9C62-D8ACDFA9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ENGINE DYNAMICS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FE0763-3FD3-4117-864E-5433A407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Deterministic first; AI second; evidence always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628855-3C4E-482B-BE8E-0F80A966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Generative text cannot override policy, scoring, catalog state or entitlement.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1BA1FA-7D7C-4D1D-9095-908105B1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B9853A-6A7A-4BC3-AEA2-EC2D6AB5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370E29-72F3-46B9-B54E-01525BEA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71833-6C9B-40B0-B5A2-5AC42A7F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85950"/>
            <a:ext cx="1714500" cy="22098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9D5066-6178-452B-8D4D-94526E58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B459EF-C127-4A54-B9B2-2A65DB10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383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1B8EE6-21CC-478E-9494-6203DE47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1409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profile · consent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F98D5E-8730-4CA0-A808-7BE12422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7241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6D28D9"/>
                </a:solidFill>
              </a:defRPr>
            </a:defPPr>
            <a:lvl1pPr algn="ctr">
              <a:defRPr sz="1800" b="1">
                <a:solidFill>
                  <a:srgbClr val="6D28D9"/>
                </a:solidFill>
              </a:defRPr>
            </a:lvl1pPr>
            <a:lvl2pPr algn="ctr">
              <a:defRPr sz="1800" b="1">
                <a:solidFill>
                  <a:srgbClr val="6D28D9"/>
                </a:solidFill>
              </a:defRPr>
            </a:lvl2pPr>
            <a:lvl3pPr algn="ctr">
              <a:defRPr sz="1800" b="1">
                <a:solidFill>
                  <a:srgbClr val="6D28D9"/>
                </a:solidFill>
              </a:defRPr>
            </a:lvl3pPr>
            <a:lvl4pPr algn="ctr">
              <a:defRPr sz="1800" b="1">
                <a:solidFill>
                  <a:srgbClr val="6D28D9"/>
                </a:solidFill>
              </a:defRPr>
            </a:lvl4pPr>
            <a:lvl5pPr algn="ctr">
              <a:defRPr sz="1800" b="1">
                <a:solidFill>
                  <a:srgbClr val="6D28D9"/>
                </a:solidFill>
              </a:defRPr>
            </a:lvl5pPr>
            <a:lvl6pPr algn="ctr">
              <a:defRPr sz="1800" b="1">
                <a:solidFill>
                  <a:srgbClr val="6D28D9"/>
                </a:solidFill>
              </a:defRPr>
            </a:lvl6pPr>
            <a:lvl7pPr algn="ctr">
              <a:defRPr sz="1800" b="1">
                <a:solidFill>
                  <a:srgbClr val="6D28D9"/>
                </a:solidFill>
              </a:defRPr>
            </a:lvl7pPr>
            <a:lvl8pPr algn="ctr">
              <a:defRPr sz="1800" b="1">
                <a:solidFill>
                  <a:srgbClr val="6D28D9"/>
                </a:solidFill>
              </a:defRPr>
            </a:lvl8pPr>
            <a:lvl9pPr algn="ctr">
              <a:defRPr sz="1800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6D28D9"/>
                </a:solidFill>
              </a:defRPr>
            </a:pPr>
            <a:r>
              <a:rPr sz="1800" b="1">
                <a:solidFill>
                  <a:srgbClr val="6D28D9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6C9AEF-1F7F-4109-A0A2-C3146E48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85950"/>
            <a:ext cx="1714500" cy="22098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5BDE5E-2EA0-4901-9CB8-4815DB9F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3835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95BECF-1BBD-4282-8BBD-24C480F8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383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2563EB"/>
                </a:solidFill>
              </a:defRPr>
            </a:defPPr>
            <a:lvl1pPr algn="l">
              <a:defRPr sz="825" b="1">
                <a:solidFill>
                  <a:srgbClr val="2563EB"/>
                </a:solidFill>
              </a:defRPr>
            </a:lvl1pPr>
            <a:lvl2pPr algn="l">
              <a:defRPr sz="825" b="1">
                <a:solidFill>
                  <a:srgbClr val="2563EB"/>
                </a:solidFill>
              </a:defRPr>
            </a:lvl2pPr>
            <a:lvl3pPr algn="l">
              <a:defRPr sz="825" b="1">
                <a:solidFill>
                  <a:srgbClr val="2563EB"/>
                </a:solidFill>
              </a:defRPr>
            </a:lvl3pPr>
            <a:lvl4pPr algn="l">
              <a:defRPr sz="825" b="1">
                <a:solidFill>
                  <a:srgbClr val="2563EB"/>
                </a:solidFill>
              </a:defRPr>
            </a:lvl4pPr>
            <a:lvl5pPr algn="l">
              <a:defRPr sz="825" b="1">
                <a:solidFill>
                  <a:srgbClr val="2563EB"/>
                </a:solidFill>
              </a:defRPr>
            </a:lvl5pPr>
            <a:lvl6pPr algn="l">
              <a:defRPr sz="825" b="1">
                <a:solidFill>
                  <a:srgbClr val="2563EB"/>
                </a:solidFill>
              </a:defRPr>
            </a:lvl6pPr>
            <a:lvl7pPr algn="l">
              <a:defRPr sz="825" b="1">
                <a:solidFill>
                  <a:srgbClr val="2563EB"/>
                </a:solidFill>
              </a:defRPr>
            </a:lvl7pPr>
            <a:lvl8pPr algn="l">
              <a:defRPr sz="825" b="1">
                <a:solidFill>
                  <a:srgbClr val="2563EB"/>
                </a:solidFill>
              </a:defRPr>
            </a:lvl8pPr>
            <a:lvl9pPr algn="l">
              <a:defRPr sz="825" b="1">
                <a:solidFill>
                  <a:srgbClr val="2563EB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2563EB"/>
                </a:solidFill>
              </a:defRPr>
            </a:pPr>
            <a:r>
              <a:rPr sz="825" b="1">
                <a:solidFill>
                  <a:srgbClr val="2563EB"/>
                </a:solidFill>
              </a:rPr>
              <a:t>NORMALIZE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190360-734E-4D57-9135-829B7BC3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590800"/>
            <a:ext cx="1409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schema · 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EE483C-BE8E-43D5-BD88-FEF6BC30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241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2563EB"/>
                </a:solidFill>
              </a:defRPr>
            </a:defPPr>
            <a:lvl1pPr algn="ctr">
              <a:defRPr sz="1800" b="1">
                <a:solidFill>
                  <a:srgbClr val="2563EB"/>
                </a:solidFill>
              </a:defRPr>
            </a:lvl1pPr>
            <a:lvl2pPr algn="ctr">
              <a:defRPr sz="1800" b="1">
                <a:solidFill>
                  <a:srgbClr val="2563EB"/>
                </a:solidFill>
              </a:defRPr>
            </a:lvl2pPr>
            <a:lvl3pPr algn="ctr">
              <a:defRPr sz="1800" b="1">
                <a:solidFill>
                  <a:srgbClr val="2563EB"/>
                </a:solidFill>
              </a:defRPr>
            </a:lvl3pPr>
            <a:lvl4pPr algn="ctr">
              <a:defRPr sz="1800" b="1">
                <a:solidFill>
                  <a:srgbClr val="2563EB"/>
                </a:solidFill>
              </a:defRPr>
            </a:lvl4pPr>
            <a:lvl5pPr algn="ctr">
              <a:defRPr sz="1800" b="1">
                <a:solidFill>
                  <a:srgbClr val="2563EB"/>
                </a:solidFill>
              </a:defRPr>
            </a:lvl5pPr>
            <a:lvl6pPr algn="ctr">
              <a:defRPr sz="1800" b="1">
                <a:solidFill>
                  <a:srgbClr val="2563EB"/>
                </a:solidFill>
              </a:defRPr>
            </a:lvl6pPr>
            <a:lvl7pPr algn="ctr">
              <a:defRPr sz="1800" b="1">
                <a:solidFill>
                  <a:srgbClr val="2563EB"/>
                </a:solidFill>
              </a:defRPr>
            </a:lvl7pPr>
            <a:lvl8pPr algn="ctr">
              <a:defRPr sz="1800" b="1">
                <a:solidFill>
                  <a:srgbClr val="2563EB"/>
                </a:solidFill>
              </a:defRPr>
            </a:lvl8pPr>
            <a:lvl9pPr algn="ctr">
              <a:defRPr sz="1800" b="1">
                <a:solidFill>
                  <a:srgbClr val="2563EB"/>
                </a:solidFill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D1FF48-CBC1-476F-BF6E-6C6174DA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85950"/>
            <a:ext cx="1714500" cy="22098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EA6C96-5CF1-4492-963D-FF31B6F6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D91EAC-8140-467F-B4E4-B3343308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0383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0891B2"/>
                </a:solidFill>
              </a:defRPr>
            </a:defPPr>
            <a:lvl1pPr algn="l">
              <a:defRPr sz="825" b="1">
                <a:solidFill>
                  <a:srgbClr val="0891B2"/>
                </a:solidFill>
              </a:defRPr>
            </a:lvl1pPr>
            <a:lvl2pPr algn="l">
              <a:defRPr sz="825" b="1">
                <a:solidFill>
                  <a:srgbClr val="0891B2"/>
                </a:solidFill>
              </a:defRPr>
            </a:lvl2pPr>
            <a:lvl3pPr algn="l">
              <a:defRPr sz="825" b="1">
                <a:solidFill>
                  <a:srgbClr val="0891B2"/>
                </a:solidFill>
              </a:defRPr>
            </a:lvl3pPr>
            <a:lvl4pPr algn="l">
              <a:defRPr sz="825" b="1">
                <a:solidFill>
                  <a:srgbClr val="0891B2"/>
                </a:solidFill>
              </a:defRPr>
            </a:lvl4pPr>
            <a:lvl5pPr algn="l">
              <a:defRPr sz="825" b="1">
                <a:solidFill>
                  <a:srgbClr val="0891B2"/>
                </a:solidFill>
              </a:defRPr>
            </a:lvl5pPr>
            <a:lvl6pPr algn="l">
              <a:defRPr sz="825" b="1">
                <a:solidFill>
                  <a:srgbClr val="0891B2"/>
                </a:solidFill>
              </a:defRPr>
            </a:lvl6pPr>
            <a:lvl7pPr algn="l">
              <a:defRPr sz="825" b="1">
                <a:solidFill>
                  <a:srgbClr val="0891B2"/>
                </a:solidFill>
              </a:defRPr>
            </a:lvl7pPr>
            <a:lvl8pPr algn="l">
              <a:defRPr sz="825" b="1">
                <a:solidFill>
                  <a:srgbClr val="0891B2"/>
                </a:solidFill>
              </a:defRPr>
            </a:lvl8pPr>
            <a:lvl9pPr algn="l">
              <a:defRPr sz="825" b="1">
                <a:solidFill>
                  <a:srgbClr val="0891B2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0891B2"/>
                </a:solidFill>
              </a:defRPr>
            </a:pPr>
            <a:r>
              <a:rPr sz="825" b="1">
                <a:solidFill>
                  <a:srgbClr val="0891B2"/>
                </a:solidFill>
              </a:rPr>
              <a:t>RETRIEVE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F38F32-F49E-4695-8195-CEF77438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590800"/>
            <a:ext cx="1409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approved sources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58B590-A11A-4B15-B49C-2CF7BAE7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241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0891B2"/>
                </a:solidFill>
              </a:defRPr>
            </a:defPPr>
            <a:lvl1pPr algn="ctr">
              <a:defRPr sz="1800" b="1">
                <a:solidFill>
                  <a:srgbClr val="0891B2"/>
                </a:solidFill>
              </a:defRPr>
            </a:lvl1pPr>
            <a:lvl2pPr algn="ctr">
              <a:defRPr sz="1800" b="1">
                <a:solidFill>
                  <a:srgbClr val="0891B2"/>
                </a:solidFill>
              </a:defRPr>
            </a:lvl2pPr>
            <a:lvl3pPr algn="ctr">
              <a:defRPr sz="1800" b="1">
                <a:solidFill>
                  <a:srgbClr val="0891B2"/>
                </a:solidFill>
              </a:defRPr>
            </a:lvl3pPr>
            <a:lvl4pPr algn="ctr">
              <a:defRPr sz="1800" b="1">
                <a:solidFill>
                  <a:srgbClr val="0891B2"/>
                </a:solidFill>
              </a:defRPr>
            </a:lvl4pPr>
            <a:lvl5pPr algn="ctr">
              <a:defRPr sz="1800" b="1">
                <a:solidFill>
                  <a:srgbClr val="0891B2"/>
                </a:solidFill>
              </a:defRPr>
            </a:lvl5pPr>
            <a:lvl6pPr algn="ctr">
              <a:defRPr sz="1800" b="1">
                <a:solidFill>
                  <a:srgbClr val="0891B2"/>
                </a:solidFill>
              </a:defRPr>
            </a:lvl6pPr>
            <a:lvl7pPr algn="ctr">
              <a:defRPr sz="1800" b="1">
                <a:solidFill>
                  <a:srgbClr val="0891B2"/>
                </a:solidFill>
              </a:defRPr>
            </a:lvl7pPr>
            <a:lvl8pPr algn="ctr">
              <a:defRPr sz="1800" b="1">
                <a:solidFill>
                  <a:srgbClr val="0891B2"/>
                </a:solidFill>
              </a:defRPr>
            </a:lvl8pPr>
            <a:lvl9pPr algn="ctr">
              <a:defRPr sz="1800" b="1">
                <a:solidFill>
                  <a:srgbClr val="0891B2"/>
                </a:solidFill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891B2"/>
                </a:solidFill>
              </a:defRPr>
            </a:pPr>
            <a:r>
              <a:rPr sz="1800" b="1">
                <a:solidFill>
                  <a:srgbClr val="0891B2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F55D2F-EEE1-426C-9CED-7E6D33779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85950"/>
            <a:ext cx="1714500" cy="22098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458706-A496-4A0F-BC7F-DB78996C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3835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6EF80B-7473-43F9-905E-6088811C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383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0F9D78"/>
                </a:solidFill>
              </a:defRPr>
            </a:defPPr>
            <a:lvl1pPr algn="l">
              <a:defRPr sz="825" b="1">
                <a:solidFill>
                  <a:srgbClr val="0F9D78"/>
                </a:solidFill>
              </a:defRPr>
            </a:lvl1pPr>
            <a:lvl2pPr algn="l">
              <a:defRPr sz="825" b="1">
                <a:solidFill>
                  <a:srgbClr val="0F9D78"/>
                </a:solidFill>
              </a:defRPr>
            </a:lvl2pPr>
            <a:lvl3pPr algn="l">
              <a:defRPr sz="825" b="1">
                <a:solidFill>
                  <a:srgbClr val="0F9D78"/>
                </a:solidFill>
              </a:defRPr>
            </a:lvl3pPr>
            <a:lvl4pPr algn="l">
              <a:defRPr sz="825" b="1">
                <a:solidFill>
                  <a:srgbClr val="0F9D78"/>
                </a:solidFill>
              </a:defRPr>
            </a:lvl4pPr>
            <a:lvl5pPr algn="l">
              <a:defRPr sz="825" b="1">
                <a:solidFill>
                  <a:srgbClr val="0F9D78"/>
                </a:solidFill>
              </a:defRPr>
            </a:lvl5pPr>
            <a:lvl6pPr algn="l">
              <a:defRPr sz="825" b="1">
                <a:solidFill>
                  <a:srgbClr val="0F9D78"/>
                </a:solidFill>
              </a:defRPr>
            </a:lvl6pPr>
            <a:lvl7pPr algn="l">
              <a:defRPr sz="825" b="1">
                <a:solidFill>
                  <a:srgbClr val="0F9D78"/>
                </a:solidFill>
              </a:defRPr>
            </a:lvl7pPr>
            <a:lvl8pPr algn="l">
              <a:defRPr sz="825" b="1">
                <a:solidFill>
                  <a:srgbClr val="0F9D78"/>
                </a:solidFill>
              </a:defRPr>
            </a:lvl8pPr>
            <a:lvl9pPr algn="l">
              <a:defRPr sz="825" b="1">
                <a:solidFill>
                  <a:srgbClr val="0F9D78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0F9D78"/>
                </a:solidFill>
              </a:defRPr>
            </a:pPr>
            <a:r>
              <a:rPr sz="825" b="1">
                <a:solidFill>
                  <a:srgbClr val="0F9D78"/>
                </a:solidFill>
              </a:rPr>
              <a:t>DECIDE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6A81FA-B950-4916-9B14-86C0E036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1409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filter · rank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D8B8B0-CD3D-4BED-8A57-FD0CE8E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7241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0F9D78"/>
                </a:solidFill>
              </a:defRPr>
            </a:defPPr>
            <a:lvl1pPr algn="ctr">
              <a:defRPr sz="1800" b="1">
                <a:solidFill>
                  <a:srgbClr val="0F9D78"/>
                </a:solidFill>
              </a:defRPr>
            </a:lvl1pPr>
            <a:lvl2pPr algn="ctr">
              <a:defRPr sz="1800" b="1">
                <a:solidFill>
                  <a:srgbClr val="0F9D78"/>
                </a:solidFill>
              </a:defRPr>
            </a:lvl2pPr>
            <a:lvl3pPr algn="ctr">
              <a:defRPr sz="1800" b="1">
                <a:solidFill>
                  <a:srgbClr val="0F9D78"/>
                </a:solidFill>
              </a:defRPr>
            </a:lvl3pPr>
            <a:lvl4pPr algn="ctr">
              <a:defRPr sz="1800" b="1">
                <a:solidFill>
                  <a:srgbClr val="0F9D78"/>
                </a:solidFill>
              </a:defRPr>
            </a:lvl4pPr>
            <a:lvl5pPr algn="ctr">
              <a:defRPr sz="1800" b="1">
                <a:solidFill>
                  <a:srgbClr val="0F9D78"/>
                </a:solidFill>
              </a:defRPr>
            </a:lvl5pPr>
            <a:lvl6pPr algn="ctr">
              <a:defRPr sz="1800" b="1">
                <a:solidFill>
                  <a:srgbClr val="0F9D78"/>
                </a:solidFill>
              </a:defRPr>
            </a:lvl6pPr>
            <a:lvl7pPr algn="ctr">
              <a:defRPr sz="1800" b="1">
                <a:solidFill>
                  <a:srgbClr val="0F9D78"/>
                </a:solidFill>
              </a:defRPr>
            </a:lvl7pPr>
            <a:lvl8pPr algn="ctr">
              <a:defRPr sz="1800" b="1">
                <a:solidFill>
                  <a:srgbClr val="0F9D78"/>
                </a:solidFill>
              </a:defRPr>
            </a:lvl8pPr>
            <a:lvl9pPr algn="ctr">
              <a:defRPr sz="1800" b="1">
                <a:solidFill>
                  <a:srgbClr val="0F9D78"/>
                </a:solidFill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F9D78"/>
                </a:solidFill>
              </a:defRPr>
            </a:pPr>
            <a:r>
              <a:rPr sz="1800" b="1">
                <a:solidFill>
                  <a:srgbClr val="0F9D78"/>
                </a:solidFill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4AB528-01ED-4EBD-891A-835769DF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85950"/>
            <a:ext cx="1714500" cy="22098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520C2D-7B42-4603-B88B-AC2ED52B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3835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024625-8318-4028-BBFC-EE29B1C0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383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D97706"/>
                </a:solidFill>
              </a:defRPr>
            </a:defPPr>
            <a:lvl1pPr algn="l">
              <a:defRPr sz="825" b="1">
                <a:solidFill>
                  <a:srgbClr val="D97706"/>
                </a:solidFill>
              </a:defRPr>
            </a:lvl1pPr>
            <a:lvl2pPr algn="l">
              <a:defRPr sz="825" b="1">
                <a:solidFill>
                  <a:srgbClr val="D97706"/>
                </a:solidFill>
              </a:defRPr>
            </a:lvl2pPr>
            <a:lvl3pPr algn="l">
              <a:defRPr sz="825" b="1">
                <a:solidFill>
                  <a:srgbClr val="D97706"/>
                </a:solidFill>
              </a:defRPr>
            </a:lvl3pPr>
            <a:lvl4pPr algn="l">
              <a:defRPr sz="825" b="1">
                <a:solidFill>
                  <a:srgbClr val="D97706"/>
                </a:solidFill>
              </a:defRPr>
            </a:lvl4pPr>
            <a:lvl5pPr algn="l">
              <a:defRPr sz="825" b="1">
                <a:solidFill>
                  <a:srgbClr val="D97706"/>
                </a:solidFill>
              </a:defRPr>
            </a:lvl5pPr>
            <a:lvl6pPr algn="l">
              <a:defRPr sz="825" b="1">
                <a:solidFill>
                  <a:srgbClr val="D97706"/>
                </a:solidFill>
              </a:defRPr>
            </a:lvl6pPr>
            <a:lvl7pPr algn="l">
              <a:defRPr sz="825" b="1">
                <a:solidFill>
                  <a:srgbClr val="D97706"/>
                </a:solidFill>
              </a:defRPr>
            </a:lvl7pPr>
            <a:lvl8pPr algn="l">
              <a:defRPr sz="825" b="1">
                <a:solidFill>
                  <a:srgbClr val="D97706"/>
                </a:solidFill>
              </a:defRPr>
            </a:lvl8pPr>
            <a:lvl9pPr algn="l">
              <a:defRPr sz="825" b="1">
                <a:solidFill>
                  <a:srgbClr val="D97706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D97706"/>
                </a:solidFill>
              </a:defRPr>
            </a:pPr>
            <a:r>
              <a:rPr sz="825" b="1">
                <a:solidFill>
                  <a:srgbClr val="D97706"/>
                </a:solidFill>
              </a:rPr>
              <a:t>SYNTHESIZE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48AB58-F759-4880-A358-D98E353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90800"/>
            <a:ext cx="1409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structured text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F25F7C-2E5A-490D-945C-4FBCF9B3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7241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D97706"/>
                </a:solidFill>
              </a:defRPr>
            </a:defPPr>
            <a:lvl1pPr algn="ctr">
              <a:defRPr sz="1800" b="1">
                <a:solidFill>
                  <a:srgbClr val="D97706"/>
                </a:solidFill>
              </a:defRPr>
            </a:lvl1pPr>
            <a:lvl2pPr algn="ctr">
              <a:defRPr sz="1800" b="1">
                <a:solidFill>
                  <a:srgbClr val="D97706"/>
                </a:solidFill>
              </a:defRPr>
            </a:lvl2pPr>
            <a:lvl3pPr algn="ctr">
              <a:defRPr sz="1800" b="1">
                <a:solidFill>
                  <a:srgbClr val="D97706"/>
                </a:solidFill>
              </a:defRPr>
            </a:lvl3pPr>
            <a:lvl4pPr algn="ctr">
              <a:defRPr sz="1800" b="1">
                <a:solidFill>
                  <a:srgbClr val="D97706"/>
                </a:solidFill>
              </a:defRPr>
            </a:lvl4pPr>
            <a:lvl5pPr algn="ctr">
              <a:defRPr sz="1800" b="1">
                <a:solidFill>
                  <a:srgbClr val="D97706"/>
                </a:solidFill>
              </a:defRPr>
            </a:lvl5pPr>
            <a:lvl6pPr algn="ctr">
              <a:defRPr sz="1800" b="1">
                <a:solidFill>
                  <a:srgbClr val="D97706"/>
                </a:solidFill>
              </a:defRPr>
            </a:lvl6pPr>
            <a:lvl7pPr algn="ctr">
              <a:defRPr sz="1800" b="1">
                <a:solidFill>
                  <a:srgbClr val="D97706"/>
                </a:solidFill>
              </a:defRPr>
            </a:lvl7pPr>
            <a:lvl8pPr algn="ctr">
              <a:defRPr sz="1800" b="1">
                <a:solidFill>
                  <a:srgbClr val="D97706"/>
                </a:solidFill>
              </a:defRPr>
            </a:lvl8pPr>
            <a:lvl9pPr algn="ctr">
              <a:defRPr sz="1800" b="1">
                <a:solidFill>
                  <a:srgbClr val="D97706"/>
                </a:solidFill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331973-107A-44A4-BD5D-AD08E68D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885950"/>
            <a:ext cx="1714500" cy="22098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924288-7CD8-446A-ADA6-B7B56CD3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03835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14343"/>
          </a:solidFill>
          <a:ln xmlns:a="http://schemas.openxmlformats.org/drawingml/2006/main" w="9525">
            <a:solidFill>
              <a:srgbClr val="D143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71E1E9-5FDA-4D56-9DCA-3BC42687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0383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D14343"/>
                </a:solidFill>
              </a:defRPr>
            </a:defPPr>
            <a:lvl1pPr algn="l">
              <a:defRPr sz="825" b="1">
                <a:solidFill>
                  <a:srgbClr val="D14343"/>
                </a:solidFill>
              </a:defRPr>
            </a:lvl1pPr>
            <a:lvl2pPr algn="l">
              <a:defRPr sz="825" b="1">
                <a:solidFill>
                  <a:srgbClr val="D14343"/>
                </a:solidFill>
              </a:defRPr>
            </a:lvl2pPr>
            <a:lvl3pPr algn="l">
              <a:defRPr sz="825" b="1">
                <a:solidFill>
                  <a:srgbClr val="D14343"/>
                </a:solidFill>
              </a:defRPr>
            </a:lvl3pPr>
            <a:lvl4pPr algn="l">
              <a:defRPr sz="825" b="1">
                <a:solidFill>
                  <a:srgbClr val="D14343"/>
                </a:solidFill>
              </a:defRPr>
            </a:lvl4pPr>
            <a:lvl5pPr algn="l">
              <a:defRPr sz="825" b="1">
                <a:solidFill>
                  <a:srgbClr val="D14343"/>
                </a:solidFill>
              </a:defRPr>
            </a:lvl5pPr>
            <a:lvl6pPr algn="l">
              <a:defRPr sz="825" b="1">
                <a:solidFill>
                  <a:srgbClr val="D14343"/>
                </a:solidFill>
              </a:defRPr>
            </a:lvl6pPr>
            <a:lvl7pPr algn="l">
              <a:defRPr sz="825" b="1">
                <a:solidFill>
                  <a:srgbClr val="D14343"/>
                </a:solidFill>
              </a:defRPr>
            </a:lvl7pPr>
            <a:lvl8pPr algn="l">
              <a:defRPr sz="825" b="1">
                <a:solidFill>
                  <a:srgbClr val="D14343"/>
                </a:solidFill>
              </a:defRPr>
            </a:lvl8pPr>
            <a:lvl9pPr algn="l">
              <a:defRPr sz="825" b="1">
                <a:solidFill>
                  <a:srgbClr val="D14343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D14343"/>
                </a:solidFill>
              </a:defRPr>
            </a:pPr>
            <a:r>
              <a:rPr sz="825" b="1">
                <a:solidFill>
                  <a:srgbClr val="D14343"/>
                </a:solidFill>
              </a:rPr>
              <a:t>VERIFY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61C83F-FAF3-41BA-9D50-AF6D0A06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90800"/>
            <a:ext cx="1409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safety · audit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B253C6-DA13-4DF2-ACA5-DE66D139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33900"/>
            <a:ext cx="111252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21143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9ECC3F-8B0F-423C-8E7B-493B132B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863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</a:defRPr>
            </a:defPPr>
            <a:lvl1pPr algn="l">
              <a:defRPr sz="1275" b="1">
                <a:solidFill>
                  <a:srgbClr val="FFFFFF"/>
                </a:solidFill>
              </a:defRPr>
            </a:lvl1pPr>
            <a:lvl2pPr algn="l">
              <a:defRPr sz="1275" b="1">
                <a:solidFill>
                  <a:srgbClr val="FFFFFF"/>
                </a:solidFill>
              </a:defRPr>
            </a:lvl2pPr>
            <a:lvl3pPr algn="l">
              <a:defRPr sz="1275" b="1">
                <a:solidFill>
                  <a:srgbClr val="FFFFFF"/>
                </a:solidFill>
              </a:defRPr>
            </a:lvl3pPr>
            <a:lvl4pPr algn="l">
              <a:defRPr sz="1275" b="1">
                <a:solidFill>
                  <a:srgbClr val="FFFFFF"/>
                </a:solidFill>
              </a:defRPr>
            </a:lvl4pPr>
            <a:lvl5pPr algn="l">
              <a:defRPr sz="1275" b="1">
                <a:solidFill>
                  <a:srgbClr val="FFFFFF"/>
                </a:solidFill>
              </a:defRPr>
            </a:lvl5pPr>
            <a:lvl6pPr algn="l">
              <a:defRPr sz="1275" b="1">
                <a:solidFill>
                  <a:srgbClr val="FFFFFF"/>
                </a:solidFill>
              </a:defRPr>
            </a:lvl6pPr>
            <a:lvl7pPr algn="l">
              <a:defRPr sz="1275" b="1">
                <a:solidFill>
                  <a:srgbClr val="FFFFFF"/>
                </a:solidFill>
              </a:defRPr>
            </a:lvl7pPr>
            <a:lvl8pPr algn="l">
              <a:defRPr sz="1275" b="1">
                <a:solidFill>
                  <a:srgbClr val="FFFFFF"/>
                </a:solidFill>
              </a:defRPr>
            </a:lvl8pPr>
            <a:lvl9pPr algn="l">
              <a:defRPr sz="12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Integrity record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F75871-2E1D-4743-A052-36B7814F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DDD4F1"/>
                </a:solidFill>
              </a:defRPr>
            </a:defPPr>
            <a:lvl1pPr algn="l">
              <a:defRPr sz="1050" b="0">
                <a:solidFill>
                  <a:srgbClr val="DDD4F1"/>
                </a:solidFill>
              </a:defRPr>
            </a:lvl1pPr>
            <a:lvl2pPr algn="l">
              <a:defRPr sz="1050" b="0">
                <a:solidFill>
                  <a:srgbClr val="DDD4F1"/>
                </a:solidFill>
              </a:defRPr>
            </a:lvl2pPr>
            <a:lvl3pPr algn="l">
              <a:defRPr sz="1050" b="0">
                <a:solidFill>
                  <a:srgbClr val="DDD4F1"/>
                </a:solidFill>
              </a:defRPr>
            </a:lvl3pPr>
            <a:lvl4pPr algn="l">
              <a:defRPr sz="1050" b="0">
                <a:solidFill>
                  <a:srgbClr val="DDD4F1"/>
                </a:solidFill>
              </a:defRPr>
            </a:lvl4pPr>
            <a:lvl5pPr algn="l">
              <a:defRPr sz="1050" b="0">
                <a:solidFill>
                  <a:srgbClr val="DDD4F1"/>
                </a:solidFill>
              </a:defRPr>
            </a:lvl5pPr>
            <a:lvl6pPr algn="l">
              <a:defRPr sz="1050" b="0">
                <a:solidFill>
                  <a:srgbClr val="DDD4F1"/>
                </a:solidFill>
              </a:defRPr>
            </a:lvl6pPr>
            <a:lvl7pPr algn="l">
              <a:defRPr sz="1050" b="0">
                <a:solidFill>
                  <a:srgbClr val="DDD4F1"/>
                </a:solidFill>
              </a:defRPr>
            </a:lvl7pPr>
            <a:lvl8pPr algn="l">
              <a:defRPr sz="1050" b="0">
                <a:solidFill>
                  <a:srgbClr val="DDD4F1"/>
                </a:solidFill>
              </a:defRPr>
            </a:lvl8pPr>
            <a:lvl9pPr algn="l">
              <a:defRPr sz="1050" b="0">
                <a:solidFill>
                  <a:srgbClr val="DDD4F1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DDD4F1"/>
                </a:solidFill>
              </a:defRPr>
            </a:pPr>
            <a:r>
              <a:rPr sz="1050" b="0">
                <a:solidFill>
                  <a:srgbClr val="DDD4F1"/>
                </a:solidFill>
              </a:rPr>
              <a:t>Profile version · policy/model route · prompt/template version · source IDs · confidence/uncertainty · safety flags · token/cost/latency · explicit feedback linkage.</a:t>
            </a:r>
          </a:p>
        </p:txBody>
      </p:sp>
    </p:spTree>
    <p:extLst>
      <p:ext uri="{BB962C8B-B14F-4D97-AF65-F5344CB8AC3E}">
        <p14:creationId xmlns:p14="http://schemas.microsoft.com/office/powerpoint/2010/main" val="12516688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0D2DD17-BA55-4665-A061-51AE9890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DATAPOINT CATALOG ·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EF47F1-717D-498C-BF7F-90FE82D1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Account, skin and care-profile inputs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F50364-383A-42D9-803B-ACA98D25B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Only data needed for the requested service should enter a model context.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1229E9-42DA-4C77-9690-705CE5DE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8DF10E-5A98-4FF6-A54C-18C3A925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94765-DB9D-4882-91D8-7CDD95C0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F7E0ED-BE81-4BE4-BB9B-EEA84474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3FC39-00F7-4F52-B2E6-57BC2753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7430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DD1197-78B4-4E71-BFDB-AF0EF878C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145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5D668C-49FA-4014-9AA3-112AAF50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743075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Supported inputs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0910AD-B38E-4AB3-AC28-E0CB824E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71450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D76A60-7D87-4588-8328-67C046D3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743075"/>
            <a:ext cx="2724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Validation / limits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C84961-FD50-4524-9F8D-BB203C35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14500"/>
            <a:ext cx="3505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2456AF-7929-410E-9AA5-08A8893E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1743075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Use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EEB93A-42A8-43EB-A10D-E2C6A2F2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6B6566-DF17-4F33-9F92-E5D1F969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2764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Account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23B608-7471-49EC-BBC1-490D4BEF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479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B2E404-1DD8-4231-9734-03F23EAF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2276475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preferred name; locale; timezone; measurement system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0D6832-244B-4127-832B-335BD28F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24790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338BC9-A803-4E1F-BAD2-AF43582F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276475"/>
            <a:ext cx="2724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typed enums; change audit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2A0274-1BB6-4113-9382-EA883821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3505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F2C8FC-BFDF-4C36-9E69-31AB2E02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276475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language, units, reminders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17BF5C-E764-4E26-A57B-5FAA5C68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813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7A9510-B84E-445A-89CB-4B63A1E8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098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Preferences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9739A1-E185-44A1-BFF8-91713758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813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C2A66A-C46E-484E-9C55-CD529B76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2809875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service interests; communications; accessibility; default storage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140EC7-E819-4CAA-B235-6096E8E6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78130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DAD10C-C768-405F-AAD4-EB9E3D84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809875"/>
            <a:ext cx="2724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explicit and revocable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E2B903-3DC2-41A8-84BE-7D119655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81300"/>
            <a:ext cx="3505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3E2DCD-CD6E-4731-BC94-088BE66F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809875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navigation, delivery and display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C4534A-7D6F-4124-A861-3D00AF12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147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655C6AA-C7DD-4779-BC34-FBCF89E8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432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Skin profile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5593F5-BD74-4B3F-84FD-6F4D7A40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3147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A5DEE1-708C-4C1E-AF36-124817D6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3343275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skin type; 1–3 concerns; sensitivity; age band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CD5164-D9ED-457D-96E4-7A1A95D0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1470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56B403-D084-4983-9A4D-59639754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343275"/>
            <a:ext cx="2724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required structured values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8854BA5-9C64-48F8-9933-D41C0444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314700"/>
            <a:ext cx="3505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6D2C8F-0A1E-49F1-B2C8-C83851A1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3343275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matching and cautions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97A90A7-DDD5-4986-A9B7-DF5E84A1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481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CD4B268-CF26-44B5-B78F-BB63A601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8766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Routine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AE16B86-2E7D-4D84-846A-709A0251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8481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230FCBD-9176-4EA3-ADA6-D3A32B795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3876675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current routine; desired outcome; budget range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17AB688-F2AE-4AC5-BC35-8F25DFDA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84810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FF43C1C-69C1-4A28-AB22-236CA64E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876675"/>
            <a:ext cx="2724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bounded choices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C4181D2-1247-4632-9D5B-770685C4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48100"/>
            <a:ext cx="3505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8B55C76-3C27-49A5-BDB2-64565E44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3876675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complexity, slots and price fit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B03BDEF-A499-43DD-B454-0E418C78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1589BB6-BC46-4823-A381-512F10A90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4100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Safety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A5E0BDA-830D-4065-8DE2-FDDD08B1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15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F649D4-9A06-4673-8355-EF8FFEA5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4410075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ingredient avoidances; discomfort; optional notes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FFE89E-00A3-4D7E-8BB1-B2596C49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38150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4D49A7-AC12-4102-88E5-ABC3BBB2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410075"/>
            <a:ext cx="2724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canonical IDs; length limits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82FDFA-AA4F-492B-A009-FE68C885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381500"/>
            <a:ext cx="3505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724EB9-1F90-4604-A6DE-2422F36DE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4410075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hard excludes and escalation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7EBE4D5-2A6A-4F72-A72F-434B8A89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149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9D76CE7-24CA-4C84-B4D1-CA01168E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9434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Anti-aging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E59BAD7-E326-490A-BBD5-ED398A4B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9149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2958AA7-EAA3-4995-9581-90163BEF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4943475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1–3 goals; sensitivity; consent; ≤6 products; ≤20 avoids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4710EFA-F7E3-407E-9FF8-CACF51C9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91490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0A4C188-DE2A-45C7-9AAE-F2320237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943475"/>
            <a:ext cx="2724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read-only boundary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CFBE55C-E3D5-465C-BC97-0B4828D2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14900"/>
            <a:ext cx="3505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61345A9-144D-49D2-AE6A-877148BF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4943475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preview, sources and progress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72683D3-61D6-4CA7-87D0-AD6E24B6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483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6B24A5F-AE39-42C8-B15E-687BDAAB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768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Images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B915CDB-6265-4E19-9EB5-0B6A0302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4483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E9FE451-8493-4F6D-BA95-CC6A77A0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5476875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purpose/category; metadata; upload consent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C154A4A-39EA-482E-B4CD-F8457D63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44830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C52588-35E7-4AC4-AEFA-FA6D6CA9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476875"/>
            <a:ext cx="2724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prepared derivative; metadata stripped; quotas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773780F-220F-4A80-98E7-39F97296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48300"/>
            <a:ext cx="3505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517BB01-1DF4-4F0B-B574-92E398DD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5476875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journal/reference unless separately approved</a:t>
            </a:r>
          </a:p>
        </p:txBody>
      </p:sp>
    </p:spTree>
    <p:extLst>
      <p:ext uri="{BB962C8B-B14F-4D97-AF65-F5344CB8AC3E}">
        <p14:creationId xmlns:p14="http://schemas.microsoft.com/office/powerpoint/2010/main" val="1691297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CDA39EB-EF88-4241-828F-1F3D4994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DATAPOINT CATALOG ·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B87CC-2E9B-4904-8172-447E726D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Style, retail, billing and operations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C8427C-B7DE-41C5-966B-3C9F4259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Store user facts separately from derived signals so outputs can be recomputed, explained and deleted.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FEE612-AEC1-47C2-B478-C8FE9AAF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0D42B3-13BC-4DDD-B985-244AF0F0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5DE59-6FA9-4716-998D-914D35B7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A7DAF5-1A63-485F-A82E-B045E373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534CEA-8078-4E73-B50D-E162EDE4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7430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A12EEE-EED8-4D56-B94A-E0E31CBE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145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CEEB39-259A-46F5-846F-879281C0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743075"/>
            <a:ext cx="320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Supported inputs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0733A-93A2-4B90-A51E-DF4507CA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14500"/>
            <a:ext cx="2667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571C29-F51E-4C0C-8BCC-34B3A276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1743075"/>
            <a:ext cx="253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Validation / limits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6727DC-4C6B-4E1F-9303-50E37624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14500"/>
            <a:ext cx="3409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489232-0152-4F55-83FE-58FB4BDF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1743075"/>
            <a:ext cx="327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Use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DDF930-81A4-457B-AA38-9AB5EB9F8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2040F6-C20D-4A72-94C5-2C6C272C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2764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Color/style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051FA0-1BC1-4722-B624-96071F01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479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291563-15F3-4824-B74B-C303391F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2276475"/>
            <a:ext cx="320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palette, contrast, face shape, depth/undertone, hair, eyes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6DEBB8-2BD1-4908-8175-55D64BB62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247900"/>
            <a:ext cx="2667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21EE3A-009E-4542-9173-2220064A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276475"/>
            <a:ext cx="253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user-confirmed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EC15E0-CCF3-46FE-A10E-00419CE4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47900"/>
            <a:ext cx="3409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165E09-B24F-4D45-9593-394FF5BE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276475"/>
            <a:ext cx="327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palette and presentation ideas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0187BC-5E4B-4B41-867D-86BD68D0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813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737270-6630-4F5C-9282-630B7649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098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Expression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BF35D6-3651-4A3B-8D63-42C8981E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813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34112A-AC01-4D0D-B117-D3F1656A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2809875"/>
            <a:ext cx="320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occasion, texture, effort, hair, makeup, clothing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404CDE-5757-44E9-AE04-77EB8004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781300"/>
            <a:ext cx="2667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4360EC-9302-4A2A-8F5B-CA288DFB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809875"/>
            <a:ext cx="253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structured + short notes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BF25CB-5120-4017-9BC0-2197E45E0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81300"/>
            <a:ext cx="3409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BA0F89-B4E9-4EC5-9782-6394FCF2D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809875"/>
            <a:ext cx="327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bounded style brief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758D3B-11E3-4392-A588-71B64625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147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DCC6DB-6610-4E35-ADE2-8A4C3534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432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Access needs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C8FE3A-0BDE-4F2E-8685-B593B20B3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3147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D5580F-567E-4578-86BF-6ED79C6D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3343275"/>
            <a:ext cx="320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coverage, headwear, climate, fastening, comfort, sensory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AF2090-579B-4456-B103-024707AD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14700"/>
            <a:ext cx="2667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FEA8AD-DFAF-4EE6-B06A-BCB0D779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343275"/>
            <a:ext cx="253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preference-led; revocable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B12CE06-9399-4FF3-A4D0-46DAD0FC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14700"/>
            <a:ext cx="3409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E2E58C-B7B9-4EB3-85CE-3AE9920F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3343275"/>
            <a:ext cx="327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filter impractical outputs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B7E067E-2FF2-40B2-AF0B-76D5F28F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481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6691CE2-3B9F-4A91-BE06-F7C5E966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8766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Wardrobe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7AE715-3337-4D4C-ACF2-61F7F8AB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8481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D6E31E5-4298-4F54-B87A-EB2D6293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3876675"/>
            <a:ext cx="320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item ID/name/category/color/notes; image reference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EF27D79-8C0E-4889-A541-785E9184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848100"/>
            <a:ext cx="2667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55D29DD-193A-47D4-AE6A-9DABF4334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876675"/>
            <a:ext cx="253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≤50 actor-scoped items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06C7AB3-989F-4131-B278-7CC9711E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48100"/>
            <a:ext cx="3409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360A63B-FEBD-4C88-A8E0-7A38444D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3876675"/>
            <a:ext cx="327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three-item combinations and gaps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EA01F30-5185-427F-8D4E-9C3A755E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E324F5C-7034-49C4-B88B-A5F94CE1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4100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Retail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9F9D993-788A-4B30-B502-E16E64919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15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3CCCEAF-79F9-4CC1-8E52-96084AF0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4410075"/>
            <a:ext cx="320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region, category, merchant, saved retailer, outbound click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68660AC-7BA9-48A1-A337-1F6FABC3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381500"/>
            <a:ext cx="2667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AD0B4BB-9927-45C0-AFCD-AA88B682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410075"/>
            <a:ext cx="253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allowlist; no in-MGT order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56EC2EB-7853-44B1-990A-4C4DF003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81500"/>
            <a:ext cx="3409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30FD471-E27B-4149-B9AC-01DA9C46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4410075"/>
            <a:ext cx="327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discovery and disclosure audit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195B98B-C8AF-437F-A78E-B76C6CEC0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149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243CA13-FAAD-4255-B291-D40C1E99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9434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Billing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205E1E-D6A6-4F0B-AEBA-4DFD4A6C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9149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245023E-0C56-44CA-B235-0F4F9202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4943475"/>
            <a:ext cx="320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plan/cycle, Stripe IDs, status, period end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E684725-3B7A-47F1-9DE9-63933650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914900"/>
            <a:ext cx="2667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86EEA34-CDC1-4A74-90D7-2E924F78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943475"/>
            <a:ext cx="253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webhook authoritative; idempotent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8EFDFC0-A6B9-4D38-A0F5-F7DB8DD8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914900"/>
            <a:ext cx="3409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FAB012A-938F-4FDB-8ECF-F0672D64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4943475"/>
            <a:ext cx="327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entitlement and self-service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FA56E8E-6604-43F6-B764-0FF84AE2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48300"/>
            <a:ext cx="171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5AE2230-58BB-43EF-9872-0009531E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76875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Operations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740C0F2-C392-410D-9C3B-2AA57D45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4483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83E3A7C-5A7F-42A0-9C7C-FAFA0F6A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5476875"/>
            <a:ext cx="320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catalog approval/source/reviewer; route; latency/cost; feedback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FF8FC07-F39B-480C-968E-A55A5820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448300"/>
            <a:ext cx="2667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A0CC7EE-4B55-4350-B95B-197EBE4E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5476875"/>
            <a:ext cx="2533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role-separated audit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5ECFFAA-E319-46A7-9A8A-F6FA482F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448300"/>
            <a:ext cx="3409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22E962C-B967-4A5F-A617-A5189E82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5476875"/>
            <a:ext cx="327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release gates and QA</a:t>
            </a:r>
          </a:p>
        </p:txBody>
      </p:sp>
    </p:spTree>
    <p:extLst>
      <p:ext uri="{BB962C8B-B14F-4D97-AF65-F5344CB8AC3E}">
        <p14:creationId xmlns:p14="http://schemas.microsoft.com/office/powerpoint/2010/main" val="155129605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B380D4-D3FA-4BFB-95CE-FF5EF96C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OUTPUT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FB239B-1C8A-4D91-8396-C2CE72AD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Maximize utility without sacrificing integrity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2CEBAE-AFF6-4CBE-97C8-006E78B58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The best output is traceable, current, personalized and safely actionable—not merely long.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D84E03-62BB-4CAA-A291-B368763B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1413BE-A093-4415-9217-99FD0EDE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FA93DD-D341-44D5-B98F-1A0F14898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7C6F45-0B17-44A4-9539-0C5B1034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524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D0D055-660F-443A-810A-18F333F4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895475"/>
            <a:ext cx="57150" cy="1409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6D28D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9EBE41-F8F7-4FD6-AB33-935F47C9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859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Profile vector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BAA222-1031-46EF-90EA-886880CC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30670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Versioned normalized features, missingness, user-vs-derived lineage.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AA6727-0B39-47D8-8002-2540317F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3524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3879B-E37E-4111-B284-F7369BDC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1895475"/>
            <a:ext cx="57150" cy="1409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C22EBD-C3BF-4346-B2A1-57735A85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859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Match result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B9B5D2-EE43-471B-BEB5-D2FEB6E1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90750"/>
            <a:ext cx="30670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Rank, score components, exclusions, alternatives, budget and availability.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01CFB-CE39-432F-843D-03CEA545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52600"/>
            <a:ext cx="3524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63A0BD-8FC3-4F4F-8AA0-2C5EEFC7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895475"/>
            <a:ext cx="57150" cy="1409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0">
            <a:solidFill>
              <a:srgbClr val="0F9D7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7B5C91-D647-4F20-957B-D6AEE1FA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Routine / look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D9A3D5-891D-45CE-AB75-BFFFA4BA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30670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Ordered steps or three ideas; timing, comfort and effort constraints.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8935D6-E684-420A-89AF-0FFFA071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57600"/>
            <a:ext cx="3524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4CC641-2FC7-464B-A1A7-E1D3CBB1D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800475"/>
            <a:ext cx="57150" cy="1409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0482A9-A72C-4907-9A21-CB49D1BA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909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Explanation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C79319-560F-4915-9CE2-15BF94EF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30670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Rationale, source IDs, confidence, uncertainty and next question.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C3D114-A485-4F11-87D9-284AF4FA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57600"/>
            <a:ext cx="3524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680B18-BFC3-42A4-AD63-CFC8D8097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800475"/>
            <a:ext cx="57150" cy="1409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14343"/>
          </a:solidFill>
          <a:ln xmlns:a="http://schemas.openxmlformats.org/drawingml/2006/main" w="0">
            <a:solidFill>
              <a:srgbClr val="D1434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D2F2EE-AEF1-4662-A6D6-1290683F6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909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Safety packet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E16333-9D59-453A-B4B2-289FC033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95750"/>
            <a:ext cx="30670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Cautions, out-of-scope detection and human escalation.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18BAAE-64EF-4FFD-A08A-D1FF5EE1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657600"/>
            <a:ext cx="35242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A9BED1-99DA-4066-8C75-DB750273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800475"/>
            <a:ext cx="57150" cy="1409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F0907B-96E9-40C8-ABA9-C4ED76A0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909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Evidence record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28CA39-A67B-4BA9-BF47-0EE6AFD45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95750"/>
            <a:ext cx="30670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Model/prompt/catalog versions, cost, latency, checks and feedback.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8D40E2-1C0B-4573-AE37-AA33327E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76900"/>
            <a:ext cx="10953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7F2"/>
          </a:solidFill>
          <a:ln xmlns:a="http://schemas.openxmlformats.org/drawingml/2006/main" w="9525">
            <a:solidFill>
              <a:srgbClr val="B6E4D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55CEFF-A929-4B3C-BC73-33A8AD40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648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0F9D78"/>
                </a:solidFill>
              </a:defRPr>
            </a:defPPr>
            <a:lvl1pPr algn="ctr">
              <a:defRPr sz="975" b="1">
                <a:solidFill>
                  <a:srgbClr val="0F9D78"/>
                </a:solidFill>
              </a:defRPr>
            </a:lvl1pPr>
            <a:lvl2pPr algn="ctr">
              <a:defRPr sz="975" b="1">
                <a:solidFill>
                  <a:srgbClr val="0F9D78"/>
                </a:solidFill>
              </a:defRPr>
            </a:lvl2pPr>
            <a:lvl3pPr algn="ctr">
              <a:defRPr sz="975" b="1">
                <a:solidFill>
                  <a:srgbClr val="0F9D78"/>
                </a:solidFill>
              </a:defRPr>
            </a:lvl3pPr>
            <a:lvl4pPr algn="ctr">
              <a:defRPr sz="975" b="1">
                <a:solidFill>
                  <a:srgbClr val="0F9D78"/>
                </a:solidFill>
              </a:defRPr>
            </a:lvl4pPr>
            <a:lvl5pPr algn="ctr">
              <a:defRPr sz="975" b="1">
                <a:solidFill>
                  <a:srgbClr val="0F9D78"/>
                </a:solidFill>
              </a:defRPr>
            </a:lvl5pPr>
            <a:lvl6pPr algn="ctr">
              <a:defRPr sz="975" b="1">
                <a:solidFill>
                  <a:srgbClr val="0F9D78"/>
                </a:solidFill>
              </a:defRPr>
            </a:lvl6pPr>
            <a:lvl7pPr algn="ctr">
              <a:defRPr sz="975" b="1">
                <a:solidFill>
                  <a:srgbClr val="0F9D78"/>
                </a:solidFill>
              </a:defRPr>
            </a:lvl7pPr>
            <a:lvl8pPr algn="ctr">
              <a:defRPr sz="975" b="1">
                <a:solidFill>
                  <a:srgbClr val="0F9D78"/>
                </a:solidFill>
              </a:defRPr>
            </a:lvl8pPr>
            <a:lvl9pPr algn="ctr">
              <a:defRPr sz="975" b="1">
                <a:solidFill>
                  <a:srgbClr val="0F9D78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0F9D78"/>
                </a:solidFill>
              </a:defRPr>
            </a:pPr>
            <a:r>
              <a:rPr sz="975" b="1">
                <a:solidFill>
                  <a:srgbClr val="0F9D78"/>
                </a:solidFill>
              </a:rPr>
              <a:t>Ask for missing high-impact fields → retrieve approved records → generate JSON-schema output → validate → show provenance/uncertainty → learn from explicit feedback.</a:t>
            </a:r>
          </a:p>
        </p:txBody>
      </p:sp>
    </p:spTree>
    <p:extLst>
      <p:ext uri="{BB962C8B-B14F-4D97-AF65-F5344CB8AC3E}">
        <p14:creationId xmlns:p14="http://schemas.microsoft.com/office/powerpoint/2010/main" val="183414616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12505F8-B3FF-44A5-825D-1CE803F3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BACKEND INFRASTRUCTURE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A24CE-30A8-4A69-9F3C-C0564971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Current stack and production destination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5564C8-6E83-46CE-A5F5-D04D089B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Small logical services, isolated identities and fail-closed external dependencies.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DCF8D2-D4E3-40FE-AC13-989386A6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B5F1A-ACC0-43A0-A1A5-9D60B419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BA97D-0D00-459B-B3CE-A4A87563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57C74C-FF3C-440B-9022-9068E78DE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11125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9D87D6-C999-4E79-BD9C-ACBAD012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6D28D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93D750-82D2-4304-8774-BE95C4F2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129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FFFFFF"/>
                </a:solidFill>
              </a:defRPr>
            </a:defPPr>
            <a:lvl1pPr algn="l">
              <a:defRPr sz="975" b="1">
                <a:solidFill>
                  <a:srgbClr val="FFFFFF"/>
                </a:solidFill>
              </a:defRPr>
            </a:lvl1pPr>
            <a:lvl2pPr algn="l">
              <a:defRPr sz="975" b="1">
                <a:solidFill>
                  <a:srgbClr val="FFFFFF"/>
                </a:solidFill>
              </a:defRPr>
            </a:lvl2pPr>
            <a:lvl3pPr algn="l">
              <a:defRPr sz="975" b="1">
                <a:solidFill>
                  <a:srgbClr val="FFFFFF"/>
                </a:solidFill>
              </a:defRPr>
            </a:lvl3pPr>
            <a:lvl4pPr algn="l">
              <a:defRPr sz="975" b="1">
                <a:solidFill>
                  <a:srgbClr val="FFFFFF"/>
                </a:solidFill>
              </a:defRPr>
            </a:lvl4pPr>
            <a:lvl5pPr algn="l">
              <a:defRPr sz="975" b="1">
                <a:solidFill>
                  <a:srgbClr val="FFFFFF"/>
                </a:solidFill>
              </a:defRPr>
            </a:lvl5pPr>
            <a:lvl6pPr algn="l">
              <a:defRPr sz="975" b="1">
                <a:solidFill>
                  <a:srgbClr val="FFFFFF"/>
                </a:solidFill>
              </a:defRPr>
            </a:lvl6pPr>
            <a:lvl7pPr algn="l">
              <a:defRPr sz="975" b="1">
                <a:solidFill>
                  <a:srgbClr val="FFFFFF"/>
                </a:solidFill>
              </a:defRPr>
            </a:lvl7pPr>
            <a:lvl8pPr algn="l">
              <a:defRPr sz="975" b="1">
                <a:solidFill>
                  <a:srgbClr val="FFFFFF"/>
                </a:solidFill>
              </a:defRPr>
            </a:lvl8pPr>
            <a:lvl9pPr algn="l">
              <a:defRPr sz="9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Experience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C75E60-0D8C-4F3C-B6AE-62D38227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14500"/>
            <a:ext cx="922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Next.js 15 portal · Expo/Android contract · accessible design system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CDA5DA-238A-4711-85B4-F63C9F48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0"/>
            <a:ext cx="11125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186C44-F05B-4371-BD8B-478F4DB0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585367-89FC-4175-B99F-EB82D98A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24100"/>
            <a:ext cx="129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FFFFFF"/>
                </a:solidFill>
              </a:defRPr>
            </a:defPPr>
            <a:lvl1pPr algn="l">
              <a:defRPr sz="975" b="1">
                <a:solidFill>
                  <a:srgbClr val="FFFFFF"/>
                </a:solidFill>
              </a:defRPr>
            </a:lvl1pPr>
            <a:lvl2pPr algn="l">
              <a:defRPr sz="975" b="1">
                <a:solidFill>
                  <a:srgbClr val="FFFFFF"/>
                </a:solidFill>
              </a:defRPr>
            </a:lvl2pPr>
            <a:lvl3pPr algn="l">
              <a:defRPr sz="975" b="1">
                <a:solidFill>
                  <a:srgbClr val="FFFFFF"/>
                </a:solidFill>
              </a:defRPr>
            </a:lvl3pPr>
            <a:lvl4pPr algn="l">
              <a:defRPr sz="975" b="1">
                <a:solidFill>
                  <a:srgbClr val="FFFFFF"/>
                </a:solidFill>
              </a:defRPr>
            </a:lvl4pPr>
            <a:lvl5pPr algn="l">
              <a:defRPr sz="975" b="1">
                <a:solidFill>
                  <a:srgbClr val="FFFFFF"/>
                </a:solidFill>
              </a:defRPr>
            </a:lvl5pPr>
            <a:lvl6pPr algn="l">
              <a:defRPr sz="975" b="1">
                <a:solidFill>
                  <a:srgbClr val="FFFFFF"/>
                </a:solidFill>
              </a:defRPr>
            </a:lvl6pPr>
            <a:lvl7pPr algn="l">
              <a:defRPr sz="975" b="1">
                <a:solidFill>
                  <a:srgbClr val="FFFFFF"/>
                </a:solidFill>
              </a:defRPr>
            </a:lvl7pPr>
            <a:lvl8pPr algn="l">
              <a:defRPr sz="975" b="1">
                <a:solidFill>
                  <a:srgbClr val="FFFFFF"/>
                </a:solidFill>
              </a:defRPr>
            </a:lvl8pPr>
            <a:lvl9pPr algn="l">
              <a:defRPr sz="9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Edge &amp; identity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FCFE59-5829-4C72-A756-C4AE76AE4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324100"/>
            <a:ext cx="922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Caddy / managed HTTPS · Supabase Auth + Google OAuth · CSRF · rate limits · RBAC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3AC29B-4791-4A67-84E4-026821E1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11125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55738A-A4C8-4AD9-B885-F27FC6EE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752FD7-B6DE-4343-97D1-B32A434B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129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FFFFFF"/>
                </a:solidFill>
              </a:defRPr>
            </a:defPPr>
            <a:lvl1pPr algn="l">
              <a:defRPr sz="975" b="1">
                <a:solidFill>
                  <a:srgbClr val="FFFFFF"/>
                </a:solidFill>
              </a:defRPr>
            </a:lvl1pPr>
            <a:lvl2pPr algn="l">
              <a:defRPr sz="975" b="1">
                <a:solidFill>
                  <a:srgbClr val="FFFFFF"/>
                </a:solidFill>
              </a:defRPr>
            </a:lvl2pPr>
            <a:lvl3pPr algn="l">
              <a:defRPr sz="975" b="1">
                <a:solidFill>
                  <a:srgbClr val="FFFFFF"/>
                </a:solidFill>
              </a:defRPr>
            </a:lvl3pPr>
            <a:lvl4pPr algn="l">
              <a:defRPr sz="975" b="1">
                <a:solidFill>
                  <a:srgbClr val="FFFFFF"/>
                </a:solidFill>
              </a:defRPr>
            </a:lvl4pPr>
            <a:lvl5pPr algn="l">
              <a:defRPr sz="975" b="1">
                <a:solidFill>
                  <a:srgbClr val="FFFFFF"/>
                </a:solidFill>
              </a:defRPr>
            </a:lvl5pPr>
            <a:lvl6pPr algn="l">
              <a:defRPr sz="975" b="1">
                <a:solidFill>
                  <a:srgbClr val="FFFFFF"/>
                </a:solidFill>
              </a:defRPr>
            </a:lvl6pPr>
            <a:lvl7pPr algn="l">
              <a:defRPr sz="975" b="1">
                <a:solidFill>
                  <a:srgbClr val="FFFFFF"/>
                </a:solidFill>
              </a:defRPr>
            </a:lvl7pPr>
            <a:lvl8pPr algn="l">
              <a:defRPr sz="975" b="1">
                <a:solidFill>
                  <a:srgbClr val="FFFFFF"/>
                </a:solidFill>
              </a:defRPr>
            </a:lvl8pPr>
            <a:lvl9pPr algn="l">
              <a:defRPr sz="9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026D44-4892-4EC4-92FE-E914B9DA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933700"/>
            <a:ext cx="922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Express + TypeScript API · domain/shared packages · worker · typed validators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5FC9ED-0DE5-48D8-859A-1042C52D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11125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2AD777-C2A2-472C-92A2-0874B1C9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8"/>
          </a:solidFill>
          <a:ln xmlns:a="http://schemas.openxmlformats.org/drawingml/2006/main" w="0">
            <a:solidFill>
              <a:srgbClr val="0F9D7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AF61FA-6A08-4C23-B590-B0C20721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43300"/>
            <a:ext cx="129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FFFFFF"/>
                </a:solidFill>
              </a:defRPr>
            </a:defPPr>
            <a:lvl1pPr algn="l">
              <a:defRPr sz="975" b="1">
                <a:solidFill>
                  <a:srgbClr val="FFFFFF"/>
                </a:solidFill>
              </a:defRPr>
            </a:lvl1pPr>
            <a:lvl2pPr algn="l">
              <a:defRPr sz="975" b="1">
                <a:solidFill>
                  <a:srgbClr val="FFFFFF"/>
                </a:solidFill>
              </a:defRPr>
            </a:lvl2pPr>
            <a:lvl3pPr algn="l">
              <a:defRPr sz="975" b="1">
                <a:solidFill>
                  <a:srgbClr val="FFFFFF"/>
                </a:solidFill>
              </a:defRPr>
            </a:lvl3pPr>
            <a:lvl4pPr algn="l">
              <a:defRPr sz="975" b="1">
                <a:solidFill>
                  <a:srgbClr val="FFFFFF"/>
                </a:solidFill>
              </a:defRPr>
            </a:lvl4pPr>
            <a:lvl5pPr algn="l">
              <a:defRPr sz="975" b="1">
                <a:solidFill>
                  <a:srgbClr val="FFFFFF"/>
                </a:solidFill>
              </a:defRPr>
            </a:lvl5pPr>
            <a:lvl6pPr algn="l">
              <a:defRPr sz="975" b="1">
                <a:solidFill>
                  <a:srgbClr val="FFFFFF"/>
                </a:solidFill>
              </a:defRPr>
            </a:lvl6pPr>
            <a:lvl7pPr algn="l">
              <a:defRPr sz="975" b="1">
                <a:solidFill>
                  <a:srgbClr val="FFFFFF"/>
                </a:solidFill>
              </a:defRPr>
            </a:lvl7pPr>
            <a:lvl8pPr algn="l">
              <a:defRPr sz="975" b="1">
                <a:solidFill>
                  <a:srgbClr val="FFFFFF"/>
                </a:solidFill>
              </a:defRPr>
            </a:lvl8pPr>
            <a:lvl9pPr algn="l">
              <a:defRPr sz="9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AC2D82-63BC-4DEA-B538-9D89CF1B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43300"/>
            <a:ext cx="922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SQLite local/demo → PostgreSQL/Supabase or Cloud SQL prod · migrations · audit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BBF60D-6CB5-4FC4-9F90-89EF3086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11125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2C1CAE-1174-4695-A6B0-4C4D8AF2D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C5E43C-5FBE-4E1B-BCFF-1AB7C422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52900"/>
            <a:ext cx="129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FFFFFF"/>
                </a:solidFill>
              </a:defRPr>
            </a:defPPr>
            <a:lvl1pPr algn="l">
              <a:defRPr sz="975" b="1">
                <a:solidFill>
                  <a:srgbClr val="FFFFFF"/>
                </a:solidFill>
              </a:defRPr>
            </a:lvl1pPr>
            <a:lvl2pPr algn="l">
              <a:defRPr sz="975" b="1">
                <a:solidFill>
                  <a:srgbClr val="FFFFFF"/>
                </a:solidFill>
              </a:defRPr>
            </a:lvl2pPr>
            <a:lvl3pPr algn="l">
              <a:defRPr sz="975" b="1">
                <a:solidFill>
                  <a:srgbClr val="FFFFFF"/>
                </a:solidFill>
              </a:defRPr>
            </a:lvl3pPr>
            <a:lvl4pPr algn="l">
              <a:defRPr sz="975" b="1">
                <a:solidFill>
                  <a:srgbClr val="FFFFFF"/>
                </a:solidFill>
              </a:defRPr>
            </a:lvl4pPr>
            <a:lvl5pPr algn="l">
              <a:defRPr sz="975" b="1">
                <a:solidFill>
                  <a:srgbClr val="FFFFFF"/>
                </a:solidFill>
              </a:defRPr>
            </a:lvl5pPr>
            <a:lvl6pPr algn="l">
              <a:defRPr sz="975" b="1">
                <a:solidFill>
                  <a:srgbClr val="FFFFFF"/>
                </a:solidFill>
              </a:defRPr>
            </a:lvl6pPr>
            <a:lvl7pPr algn="l">
              <a:defRPr sz="975" b="1">
                <a:solidFill>
                  <a:srgbClr val="FFFFFF"/>
                </a:solidFill>
              </a:defRPr>
            </a:lvl7pPr>
            <a:lvl8pPr algn="l">
              <a:defRPr sz="975" b="1">
                <a:solidFill>
                  <a:srgbClr val="FFFFFF"/>
                </a:solidFill>
              </a:defRPr>
            </a:lvl8pPr>
            <a:lvl9pPr algn="l">
              <a:defRPr sz="9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Intelligence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489E55-A13B-46C2-A083-8B85D2458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52900"/>
            <a:ext cx="922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AI gateway · deterministic match/style engines · retrieval · routing · eval telemetry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447A1D-D3BB-4F2D-9998-516DBC27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11125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8027C3-8813-4C97-8BC3-F18B0804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4343"/>
          </a:solidFill>
          <a:ln xmlns:a="http://schemas.openxmlformats.org/drawingml/2006/main" w="0">
            <a:solidFill>
              <a:srgbClr val="D1434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E974E2-CC51-46DE-AAF5-BEED5F0E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129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FFFFFF"/>
                </a:solidFill>
              </a:defRPr>
            </a:defPPr>
            <a:lvl1pPr algn="l">
              <a:defRPr sz="975" b="1">
                <a:solidFill>
                  <a:srgbClr val="FFFFFF"/>
                </a:solidFill>
              </a:defRPr>
            </a:lvl1pPr>
            <a:lvl2pPr algn="l">
              <a:defRPr sz="975" b="1">
                <a:solidFill>
                  <a:srgbClr val="FFFFFF"/>
                </a:solidFill>
              </a:defRPr>
            </a:lvl2pPr>
            <a:lvl3pPr algn="l">
              <a:defRPr sz="975" b="1">
                <a:solidFill>
                  <a:srgbClr val="FFFFFF"/>
                </a:solidFill>
              </a:defRPr>
            </a:lvl3pPr>
            <a:lvl4pPr algn="l">
              <a:defRPr sz="975" b="1">
                <a:solidFill>
                  <a:srgbClr val="FFFFFF"/>
                </a:solidFill>
              </a:defRPr>
            </a:lvl4pPr>
            <a:lvl5pPr algn="l">
              <a:defRPr sz="975" b="1">
                <a:solidFill>
                  <a:srgbClr val="FFFFFF"/>
                </a:solidFill>
              </a:defRPr>
            </a:lvl5pPr>
            <a:lvl6pPr algn="l">
              <a:defRPr sz="975" b="1">
                <a:solidFill>
                  <a:srgbClr val="FFFFFF"/>
                </a:solidFill>
              </a:defRPr>
            </a:lvl6pPr>
            <a:lvl7pPr algn="l">
              <a:defRPr sz="975" b="1">
                <a:solidFill>
                  <a:srgbClr val="FFFFFF"/>
                </a:solidFill>
              </a:defRPr>
            </a:lvl7pPr>
            <a:lvl8pPr algn="l">
              <a:defRPr sz="975" b="1">
                <a:solidFill>
                  <a:srgbClr val="FFFFFF"/>
                </a:solidFill>
              </a:defRPr>
            </a:lvl8pPr>
            <a:lvl9pPr algn="l">
              <a:defRPr sz="9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Commerce/integrations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F563A4-EB46-4FE0-BB9D-055BB0753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62500"/>
            <a:ext cx="922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Stripe Checkout/Portal/Webhooks · Drive test/evidence · retailer allowlist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D15FB7-3E64-4D05-A6A9-30E3D6245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0"/>
            <a:ext cx="11125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1A42E4-4002-448D-B3E5-A3259CF6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24889E-3CAF-4481-B621-F56B4CCC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72100"/>
            <a:ext cx="129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FFFFFF"/>
                </a:solidFill>
              </a:defRPr>
            </a:defPPr>
            <a:lvl1pPr algn="l">
              <a:defRPr sz="975" b="1">
                <a:solidFill>
                  <a:srgbClr val="FFFFFF"/>
                </a:solidFill>
              </a:defRPr>
            </a:lvl1pPr>
            <a:lvl2pPr algn="l">
              <a:defRPr sz="975" b="1">
                <a:solidFill>
                  <a:srgbClr val="FFFFFF"/>
                </a:solidFill>
              </a:defRPr>
            </a:lvl2pPr>
            <a:lvl3pPr algn="l">
              <a:defRPr sz="975" b="1">
                <a:solidFill>
                  <a:srgbClr val="FFFFFF"/>
                </a:solidFill>
              </a:defRPr>
            </a:lvl3pPr>
            <a:lvl4pPr algn="l">
              <a:defRPr sz="975" b="1">
                <a:solidFill>
                  <a:srgbClr val="FFFFFF"/>
                </a:solidFill>
              </a:defRPr>
            </a:lvl4pPr>
            <a:lvl5pPr algn="l">
              <a:defRPr sz="975" b="1">
                <a:solidFill>
                  <a:srgbClr val="FFFFFF"/>
                </a:solidFill>
              </a:defRPr>
            </a:lvl5pPr>
            <a:lvl6pPr algn="l">
              <a:defRPr sz="975" b="1">
                <a:solidFill>
                  <a:srgbClr val="FFFFFF"/>
                </a:solidFill>
              </a:defRPr>
            </a:lvl6pPr>
            <a:lvl7pPr algn="l">
              <a:defRPr sz="975" b="1">
                <a:solidFill>
                  <a:srgbClr val="FFFFFF"/>
                </a:solidFill>
              </a:defRPr>
            </a:lvl7pPr>
            <a:lvl8pPr algn="l">
              <a:defRPr sz="975" b="1">
                <a:solidFill>
                  <a:srgbClr val="FFFFFF"/>
                </a:solidFill>
              </a:defRPr>
            </a:lvl8pPr>
            <a:lvl9pPr algn="l">
              <a:defRPr sz="9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Delivery/operations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D3DBE7-F99E-41FA-9FCA-2D770F29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372100"/>
            <a:ext cx="9220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Docker/Compose · GitHub Actions · immutable images · monitoring · backup/restore</a:t>
            </a:r>
          </a:p>
        </p:txBody>
      </p:sp>
    </p:spTree>
    <p:extLst>
      <p:ext uri="{BB962C8B-B14F-4D97-AF65-F5344CB8AC3E}">
        <p14:creationId xmlns:p14="http://schemas.microsoft.com/office/powerpoint/2010/main" val="14605467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305A7F4-F54D-44FA-BFB7-94A297A0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CONFIGURED INTELLIGENCE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37ACC-43A2-4508-AD09-C591D1D3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Current local-first registry; live qualification pending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D413BE-5511-4C04-ACA5-10BD9AE4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The repository defines routes and fallbacks, but available credentials/model tags and representative evals are still required.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32A5E0-0D72-4C59-8F60-79367705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6B972D-26BD-41E0-A1E9-C165560F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54390D-2A37-4DA7-B531-7B7BCCAF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CCC40-3341-4AFE-AA6A-62FF4AEF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1762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B654CB-29B6-4F89-8DDD-F59E1AD3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743075"/>
            <a:ext cx="1628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797B9D-7E84-44BD-8577-33E3588F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714500"/>
            <a:ext cx="2047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FF2E9C-3EC1-4FD8-91B7-E521051B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743075"/>
            <a:ext cx="19145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Configured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F8C3FF-C663-4E00-8E30-075C1D5E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A75E92-2274-49F0-82D6-E86A2445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743075"/>
            <a:ext cx="2724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Workload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99F8D8-F43D-455D-BC2E-2B6DBDA6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145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1F93BE-C328-4971-862C-45AEBD01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1743075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Strength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06D1F2-B7A2-4D7C-AD55-1EC19C73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14500"/>
            <a:ext cx="2362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F6BCD1-09C6-4C43-84EE-D2D7CA0D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743075"/>
            <a:ext cx="2228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BF9104-D88D-4827-A5C8-ADF5CC28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1762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339A15-0C99-41C6-BA27-580EA789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333625"/>
            <a:ext cx="1628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Local volume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7F9003-43D2-4AD7-B5F4-D737B156D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305050"/>
            <a:ext cx="2047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311D38-DA29-4009-8C0A-28DC8EF66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333625"/>
            <a:ext cx="19145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llama3.2:3b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8C88B4-D809-4A3D-A330-AB20E526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050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AB407A-2283-455E-A84C-A25455D3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333625"/>
            <a:ext cx="2724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classification, rewrite, FAQ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631A95-4C3C-4F9E-8979-EE5F7278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3050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4C5359-F59C-4012-9FED-FCC2591C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333625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private; low marginal cost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39A843-7478-4C6E-B7FC-1AB60158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05050"/>
            <a:ext cx="2362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FDC606-0C63-4DAD-A8E1-8D39E24A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333625"/>
            <a:ext cx="2228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model tag required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EA4ADD-A242-4D3C-9BEA-ADE52596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1762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B519ED-FD4B-4786-A8A3-2D7A59EC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24175"/>
            <a:ext cx="1628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Local reasoning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5A43A-B51C-4A00-AE09-88A98B8A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895600"/>
            <a:ext cx="2047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0C5DEB-E496-4F8A-8559-F22F8799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924175"/>
            <a:ext cx="19145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deepseek-r1:8b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C4CC68-F774-4C4D-8C2E-B9C9906A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956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ED01A7-DA6A-4D51-8430-AB5A0128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924175"/>
            <a:ext cx="2724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reasoning fallback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2D1453-414A-4E29-B9D7-E85A25E0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8956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6F7627-CDA7-4301-A219-9474B300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924175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local control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9415008-C146-472A-8AB9-B3A09829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895600"/>
            <a:ext cx="2362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CBC6E1-1AF2-451F-A44E-7ED0A5AE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924175"/>
            <a:ext cx="2228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model tag required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1AF3B5-C72F-4082-940D-A5EFBB4B0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86150"/>
            <a:ext cx="1762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38A19C8-181D-419F-9795-0ED4FE46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14725"/>
            <a:ext cx="1628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Local vision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78B63E-EE3E-48F0-8B20-355484C2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486150"/>
            <a:ext cx="2047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08A5AC-A435-4328-B990-61DC9764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514725"/>
            <a:ext cx="19145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llava:latest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B33E10-2294-4732-9013-83BDBDD8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861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33BB8D5-01AC-4F0B-A119-5AB88355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514725"/>
            <a:ext cx="2724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consented image description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BF493D3-A309-40DE-B4E5-0001C590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4861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000C446-0CAC-476D-9A65-EBB7A9EC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514725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no hosted transfer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125C00A-ADC0-4F75-84D4-4DDD8ABA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486150"/>
            <a:ext cx="2362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5317DC7-940A-4168-91F7-C393F5BD7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514725"/>
            <a:ext cx="2228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not skin diagnosis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C0D118-F18A-45AB-9865-4179E9C8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1762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CE7822-BB93-434C-8413-F8C47007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105275"/>
            <a:ext cx="1628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Embeddings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869EAC5-BA03-40F4-A884-545C55F6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076700"/>
            <a:ext cx="2047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FB2F97C-621D-4881-BA9D-648F7E1A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105275"/>
            <a:ext cx="19145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nomic-embed-text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58279E6-728C-4092-BDCC-9D7A5BB9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767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89939C4-0B59-4FC1-8E15-8584B029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4105275"/>
            <a:ext cx="2724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retrieval/vector search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9871C53-E0C8-4FBB-904A-9B36385F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767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57C983D-5149-419D-A8DA-59C825B5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4105275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local and inexpensive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40A5977-0AEA-4C69-B4AB-42FF9A25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076700"/>
            <a:ext cx="2362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C803944-CDB5-4168-9C11-35D6AC09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105275"/>
            <a:ext cx="2228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index evidence required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03E6B25-026E-45B5-AFA1-1F1274CA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67250"/>
            <a:ext cx="1762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72F1D7E-83F8-4465-B350-E708CA01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695825"/>
            <a:ext cx="1628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Hosted synthesis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7615FED-4B4E-4AFC-8CBD-65A45075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667250"/>
            <a:ext cx="2047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57B2360-325C-410F-97FB-65CFD4A4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695825"/>
            <a:ext cx="19145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gpt-5.6-sol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6AB6608-1CB6-4686-A0D5-A41F3B59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672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C6F4F0B-2463-4B45-BB83-F72AFD05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4695825"/>
            <a:ext cx="2724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premium consultation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A8BC01F-E61D-479C-8DA1-CC75974A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6672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3FDF5FB-6C56-4B14-BD3E-F4F57A9B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4695825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structured synthesis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705CB47-4E28-4B00-AE34-D71CDE8F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667250"/>
            <a:ext cx="2362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A362C74-5FB6-4820-92CC-7AEC8B4D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695825"/>
            <a:ext cx="2228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credential/live eval pending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C95FC6-EB90-48DF-BDED-A0563339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57800"/>
            <a:ext cx="17621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7C5217A-D178-4401-937D-03B3455C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286375"/>
            <a:ext cx="1628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Qualification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D1014E6-9C32-4F2C-851F-3493B997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5257800"/>
            <a:ext cx="2047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3BD495D-EDA8-4D51-9E4C-C3F21941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86375"/>
            <a:ext cx="19145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GPT-6 Luna / 6.1 Sol / Astra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3F0318E-878B-4A6C-A851-752D30BB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578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F4ADB2B-3801-4ECF-89F6-4BCD16C7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5286375"/>
            <a:ext cx="2724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volume / balanced / exceptional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7BDDDCF-4FB7-471B-B3B9-E6712B37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2578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2F60098-9C37-4EAC-A847-935704FB2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5286375"/>
            <a:ext cx="1962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capability-cost ladder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148E712-CDDB-42B0-ADF4-0E5324C0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7800"/>
            <a:ext cx="2362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A9E3EBF-7199-4E85-BF49-0C19E0C41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286375"/>
            <a:ext cx="2228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registered; no switch approved</a:t>
            </a:r>
          </a:p>
        </p:txBody>
      </p:sp>
    </p:spTree>
    <p:extLst>
      <p:ext uri="{BB962C8B-B14F-4D97-AF65-F5344CB8AC3E}">
        <p14:creationId xmlns:p14="http://schemas.microsoft.com/office/powerpoint/2010/main" val="9978442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5169371-A27B-49DB-86F9-9ED10099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RECOMMENDED AI ALTERNATIVE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85F57C-8C48-4D52-9A7F-0DA3A9FD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Use a measured router—not one universal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0A1E7F-8D96-443B-A4F7-4559BD31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Start hosted for operational simplicity; retain deterministic engines and add local inference only when scale/privacy economics justify 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03C787-E469-48B9-B4C6-F0361DF44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D97FE4-1AB4-46E1-B9F0-C629B057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4228E-B0B4-4F44-AE15-A1C3A4DA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CE25D6-484E-410D-9CB0-82062BC4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1666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457A73-139B-4009-A1F3-560D7F765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743075"/>
            <a:ext cx="15335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Route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834726-B9B3-4F72-892C-E397F6C7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2428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FF6D7E-1EA5-4E37-8093-D00E94F7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743075"/>
            <a:ext cx="22955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Suggested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94DFD0-5E90-4AB3-B083-4C1CEBCB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714500"/>
            <a:ext cx="2714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E2B7E1-E2B8-4062-896F-D838B05C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743075"/>
            <a:ext cx="2581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Examples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F14284-8E54-4A8F-9E7F-CBCF8736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1714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1AAF15-47DC-411D-A2C5-353CE694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43075"/>
            <a:ext cx="1581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Effort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8760E4-2A41-4AA1-B7AB-8DA9C353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1714500"/>
            <a:ext cx="26003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83C598-868E-4D27-8E70-7A1F9762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43075"/>
            <a:ext cx="2466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Economics / guardrail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1C8BFD-6793-4F2C-BE49-B6B31EAE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43150"/>
            <a:ext cx="1666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0E2557-838B-4A75-8D2F-E530DF6D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371725"/>
            <a:ext cx="15335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Fast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82A14B-B17A-45C9-9C2F-46370BBD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2343150"/>
            <a:ext cx="2428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A80A03-38FF-49AF-9CCC-25DEC6F6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71725"/>
            <a:ext cx="22955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GPT-6 Luna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BE6B7B-4500-4529-9444-2759F857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43150"/>
            <a:ext cx="2714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3E2D24-120C-4628-91BC-6AD65B0F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371725"/>
            <a:ext cx="2581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classification, normalization, short variants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C736CF-ED41-4BB5-A101-409DB05F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2343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4E1746-1357-451A-B4E4-F2065ACC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71725"/>
            <a:ext cx="1581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none / 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224A13-2118-4F29-9A08-AF44AA83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343150"/>
            <a:ext cx="26003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4A2324-39C2-410E-BFE5-2903F3CA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71725"/>
            <a:ext cx="2466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$0.10 in / $0.50 out per MTok; schema + audit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66E7E7-C516-4827-8005-D5ACCDC50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71800"/>
            <a:ext cx="1666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116959-F058-4F61-985C-2FCDE1E5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000375"/>
            <a:ext cx="15335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Core synthesis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39BC28-4598-4B57-9148-0DB3C786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2971800"/>
            <a:ext cx="2428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4E15B7-D7B2-46E2-8F1D-D2C6DCAA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000375"/>
            <a:ext cx="22955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GPT-6.1 Sol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D40B22-D4CD-4AFD-B151-B25022FA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971800"/>
            <a:ext cx="2714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F3297E-9C1E-469C-A68A-6AD1B58F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000375"/>
            <a:ext cx="2581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profile, routine/style explanation, support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7F9401-EC29-44E4-886D-4632C0AA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29718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1BEECF-2CFC-4F68-A14A-784763F4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00375"/>
            <a:ext cx="1581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low / medium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1FA013-FD6E-4632-968A-B699A0EC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971800"/>
            <a:ext cx="26003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708D84-7AA0-406F-86F5-05ABACE3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00375"/>
            <a:ext cx="2466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$2 in / $10 out; default candidate after eval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B02C6C-DD8C-4FFE-976B-18AC8B9B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00450"/>
            <a:ext cx="1666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A4B236-C27A-4319-AECE-0EEF4016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629025"/>
            <a:ext cx="15335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Escalation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A27E44-5257-46B8-A18C-E961084A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3600450"/>
            <a:ext cx="2428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AC86003-0AB1-4186-A0F9-EF0EB5EF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629025"/>
            <a:ext cx="22955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GPT-6 Astra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4FB8E0-EFC7-48FE-ADA6-3F450E6A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00450"/>
            <a:ext cx="2714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9C7E65E-31C0-4B42-A6AB-AD3B1E9A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629025"/>
            <a:ext cx="2581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complex conflicts and operator investigation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D96F780-6D12-4592-8F4A-1A5426A3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36004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BC7CB15-FD67-43EB-A75D-5A89F645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29025"/>
            <a:ext cx="1581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medium / high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6A4FE92-C85A-47A1-900A-C9A47EF8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600450"/>
            <a:ext cx="26003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ABF0D12-0186-45AC-A94E-15A15E87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29025"/>
            <a:ext cx="2466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$10 in / $50 out; budget cap + review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E590E65-DE9A-445B-8865-248C337E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29100"/>
            <a:ext cx="1666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03634BF-EA22-4E88-B3FB-EF27B2BB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57675"/>
            <a:ext cx="15335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Retrieval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6BB3D80-2DF1-418F-BDFC-26423A87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4229100"/>
            <a:ext cx="2428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9C882A4-BDE0-42D2-9124-A23DFA35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57675"/>
            <a:ext cx="22955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local embedding + approved records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865133C-7664-4273-9872-6CD107A2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714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F57DEE1-C125-4171-9475-072D8025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257675"/>
            <a:ext cx="2581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catalog and knowledge grounding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74A998A-B6EF-4882-B05A-EDDCA407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42291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6D1D2AC-9320-4258-BD0F-AA8A1B37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257675"/>
            <a:ext cx="1581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n/a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E9E11CD-4849-43C4-80BA-27282B2DB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229100"/>
            <a:ext cx="26003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88E8AE5-CB33-4203-B9E9-BD28AA25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57675"/>
            <a:ext cx="2466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versioned index; no open-web medical synthesis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BF631FB-205F-4A56-957F-FF0B7359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1666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DEBAE31-BD3D-40A8-8155-7CC0FE05E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886325"/>
            <a:ext cx="15335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Vision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6AB4597-CEB9-49E1-8720-6F0D82AB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4857750"/>
            <a:ext cx="2428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8407A1C-8FF7-417B-829B-290A2585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86325"/>
            <a:ext cx="22955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separate consented route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341ED66-FF15-432F-B0BA-72AD254E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857750"/>
            <a:ext cx="27146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92FC001-DCC8-46CB-AB12-F68B939B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886325"/>
            <a:ext cx="2581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quality/non-diagnostic description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9BD088F-8FA0-41B5-87A9-B9687351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48577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1828DE4-5109-45B4-9ED4-13D26453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886325"/>
            <a:ext cx="1581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task-specific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F4DCC9F-16C7-434C-ABAF-C0692E4C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857750"/>
            <a:ext cx="26003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A4C8DB4-1F4A-46CD-BC77-DFFC7D5F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86325"/>
            <a:ext cx="2466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redaction; short retention; no trait inference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74C8F9B-6839-46DB-9426-EBC0D7B6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0"/>
            <a:ext cx="111252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21143B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00A5BD9-B5B5-44DD-AB60-EABA3823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1074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</a:defRPr>
            </a:defPPr>
            <a:lvl1pPr algn="ctr">
              <a:defRPr sz="975" b="1">
                <a:solidFill>
                  <a:srgbClr val="FFFFFF"/>
                </a:solidFill>
              </a:defRPr>
            </a:lvl1pPr>
            <a:lvl2pPr algn="ctr">
              <a:defRPr sz="975" b="1">
                <a:solidFill>
                  <a:srgbClr val="FFFFFF"/>
                </a:solidFill>
              </a:defRPr>
            </a:lvl2pPr>
            <a:lvl3pPr algn="ctr">
              <a:defRPr sz="975" b="1">
                <a:solidFill>
                  <a:srgbClr val="FFFFFF"/>
                </a:solidFill>
              </a:defRPr>
            </a:lvl3pPr>
            <a:lvl4pPr algn="ctr">
              <a:defRPr sz="975" b="1">
                <a:solidFill>
                  <a:srgbClr val="FFFFFF"/>
                </a:solidFill>
              </a:defRPr>
            </a:lvl4pPr>
            <a:lvl5pPr algn="ctr">
              <a:defRPr sz="975" b="1">
                <a:solidFill>
                  <a:srgbClr val="FFFFFF"/>
                </a:solidFill>
              </a:defRPr>
            </a:lvl5pPr>
            <a:lvl6pPr algn="ctr">
              <a:defRPr sz="975" b="1">
                <a:solidFill>
                  <a:srgbClr val="FFFFFF"/>
                </a:solidFill>
              </a:defRPr>
            </a:lvl6pPr>
            <a:lvl7pPr algn="ctr">
              <a:defRPr sz="975" b="1">
                <a:solidFill>
                  <a:srgbClr val="FFFFFF"/>
                </a:solidFill>
              </a:defRPr>
            </a:lvl7pPr>
            <a:lvl8pPr algn="ctr">
              <a:defRPr sz="975" b="1">
                <a:solidFill>
                  <a:srgbClr val="FFFFFF"/>
                </a:solidFill>
              </a:defRPr>
            </a:lvl8pPr>
            <a:lvl9pPr algn="ctr">
              <a:defRPr sz="9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Promote only when representative evals pass: task success · safety · p50/p95 latency · cost per successful task · refusal quality · schema validity.</a:t>
            </a:r>
          </a:p>
        </p:txBody>
      </p:sp>
    </p:spTree>
    <p:extLst>
      <p:ext uri="{BB962C8B-B14F-4D97-AF65-F5344CB8AC3E}">
        <p14:creationId xmlns:p14="http://schemas.microsoft.com/office/powerpoint/2010/main" val="165416015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4FE0A05-48BC-45E4-B791-B5B5FCAD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PAYMENTS &amp; ENTITLEMENT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9F5E45-A138-4BE3-B8F7-8D97E080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Stripe bills; MGT projects access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E505FC-66DE-46F4-822D-A4F85C05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Never grant access from the redirect. Provision only after verified, idempotently processed server-side events.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B942EA-5CB6-4293-9138-388A08E3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58B8D2-2478-49C1-B96C-94A3B8CB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BBB965-56B3-41DD-B939-E738BC06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7DD93-0732-4FD5-8B41-C49EC7A6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05000"/>
            <a:ext cx="1905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08A7F1-F2F1-4258-A66A-38786E94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82936F-0B3A-4EE3-96C9-4F7ED94C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0F172A"/>
                </a:solidFill>
              </a:defRPr>
            </a:defPPr>
            <a:lvl1pPr algn="l">
              <a:defRPr sz="1200" b="1">
                <a:solidFill>
                  <a:srgbClr val="0F172A"/>
                </a:solidFill>
              </a:defRPr>
            </a:lvl1pPr>
            <a:lvl2pPr algn="l">
              <a:defRPr sz="1200" b="1">
                <a:solidFill>
                  <a:srgbClr val="0F172A"/>
                </a:solidFill>
              </a:defRPr>
            </a:lvl2pPr>
            <a:lvl3pPr algn="l">
              <a:defRPr sz="1200" b="1">
                <a:solidFill>
                  <a:srgbClr val="0F172A"/>
                </a:solidFill>
              </a:defRPr>
            </a:lvl3pPr>
            <a:lvl4pPr algn="l">
              <a:defRPr sz="1200" b="1">
                <a:solidFill>
                  <a:srgbClr val="0F172A"/>
                </a:solidFill>
              </a:defRPr>
            </a:lvl4pPr>
            <a:lvl5pPr algn="l">
              <a:defRPr sz="1200" b="1">
                <a:solidFill>
                  <a:srgbClr val="0F172A"/>
                </a:solidFill>
              </a:defRPr>
            </a:lvl5pPr>
            <a:lvl6pPr algn="l">
              <a:defRPr sz="1200" b="1">
                <a:solidFill>
                  <a:srgbClr val="0F172A"/>
                </a:solidFill>
              </a:defRPr>
            </a:lvl6pPr>
            <a:lvl7pPr algn="l">
              <a:defRPr sz="1200" b="1">
                <a:solidFill>
                  <a:srgbClr val="0F172A"/>
                </a:solidFill>
              </a:defRPr>
            </a:lvl7pPr>
            <a:lvl8pPr algn="l">
              <a:defRPr sz="1200" b="1">
                <a:solidFill>
                  <a:srgbClr val="0F172A"/>
                </a:solidFill>
              </a:defRPr>
            </a:lvl8pPr>
            <a:lvl9pPr algn="l">
              <a:defRPr sz="12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Choose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8FA1EA-817E-40CE-94CA-59BCE820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plan + cycle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207116-92B6-4A5A-A2A0-0B84984C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908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6D28D9"/>
                </a:solidFill>
              </a:defRPr>
            </a:defPPr>
            <a:lvl1pPr algn="ctr">
              <a:defRPr sz="1800" b="1">
                <a:solidFill>
                  <a:srgbClr val="6D28D9"/>
                </a:solidFill>
              </a:defRPr>
            </a:lvl1pPr>
            <a:lvl2pPr algn="ctr">
              <a:defRPr sz="1800" b="1">
                <a:solidFill>
                  <a:srgbClr val="6D28D9"/>
                </a:solidFill>
              </a:defRPr>
            </a:lvl2pPr>
            <a:lvl3pPr algn="ctr">
              <a:defRPr sz="1800" b="1">
                <a:solidFill>
                  <a:srgbClr val="6D28D9"/>
                </a:solidFill>
              </a:defRPr>
            </a:lvl3pPr>
            <a:lvl4pPr algn="ctr">
              <a:defRPr sz="1800" b="1">
                <a:solidFill>
                  <a:srgbClr val="6D28D9"/>
                </a:solidFill>
              </a:defRPr>
            </a:lvl4pPr>
            <a:lvl5pPr algn="ctr">
              <a:defRPr sz="1800" b="1">
                <a:solidFill>
                  <a:srgbClr val="6D28D9"/>
                </a:solidFill>
              </a:defRPr>
            </a:lvl5pPr>
            <a:lvl6pPr algn="ctr">
              <a:defRPr sz="1800" b="1">
                <a:solidFill>
                  <a:srgbClr val="6D28D9"/>
                </a:solidFill>
              </a:defRPr>
            </a:lvl6pPr>
            <a:lvl7pPr algn="ctr">
              <a:defRPr sz="1800" b="1">
                <a:solidFill>
                  <a:srgbClr val="6D28D9"/>
                </a:solidFill>
              </a:defRPr>
            </a:lvl7pPr>
            <a:lvl8pPr algn="ctr">
              <a:defRPr sz="1800" b="1">
                <a:solidFill>
                  <a:srgbClr val="6D28D9"/>
                </a:solidFill>
              </a:defRPr>
            </a:lvl8pPr>
            <a:lvl9pPr algn="ctr">
              <a:defRPr sz="1800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6D28D9"/>
                </a:solidFill>
              </a:defRPr>
            </a:pPr>
            <a:r>
              <a:rPr sz="1800" b="1">
                <a:solidFill>
                  <a:srgbClr val="6D28D9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C006F7-4C99-45F4-BAAA-1EFF6ECCF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905000"/>
            <a:ext cx="1905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C5C494-D155-42C0-AEE0-EF3288CA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5740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271AB5-F4D4-4BB9-B136-FAFD3C51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476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0F172A"/>
                </a:solidFill>
              </a:defRPr>
            </a:defPPr>
            <a:lvl1pPr algn="l">
              <a:defRPr sz="1200" b="1">
                <a:solidFill>
                  <a:srgbClr val="0F172A"/>
                </a:solidFill>
              </a:defRPr>
            </a:lvl1pPr>
            <a:lvl2pPr algn="l">
              <a:defRPr sz="1200" b="1">
                <a:solidFill>
                  <a:srgbClr val="0F172A"/>
                </a:solidFill>
              </a:defRPr>
            </a:lvl2pPr>
            <a:lvl3pPr algn="l">
              <a:defRPr sz="1200" b="1">
                <a:solidFill>
                  <a:srgbClr val="0F172A"/>
                </a:solidFill>
              </a:defRPr>
            </a:lvl3pPr>
            <a:lvl4pPr algn="l">
              <a:defRPr sz="1200" b="1">
                <a:solidFill>
                  <a:srgbClr val="0F172A"/>
                </a:solidFill>
              </a:defRPr>
            </a:lvl4pPr>
            <a:lvl5pPr algn="l">
              <a:defRPr sz="1200" b="1">
                <a:solidFill>
                  <a:srgbClr val="0F172A"/>
                </a:solidFill>
              </a:defRPr>
            </a:lvl5pPr>
            <a:lvl6pPr algn="l">
              <a:defRPr sz="1200" b="1">
                <a:solidFill>
                  <a:srgbClr val="0F172A"/>
                </a:solidFill>
              </a:defRPr>
            </a:lvl6pPr>
            <a:lvl7pPr algn="l">
              <a:defRPr sz="1200" b="1">
                <a:solidFill>
                  <a:srgbClr val="0F172A"/>
                </a:solidFill>
              </a:defRPr>
            </a:lvl7pPr>
            <a:lvl8pPr algn="l">
              <a:defRPr sz="1200" b="1">
                <a:solidFill>
                  <a:srgbClr val="0F172A"/>
                </a:solidFill>
              </a:defRPr>
            </a:lvl8pPr>
            <a:lvl9pPr algn="l">
              <a:defRPr sz="12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Checkout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EE9B02-2B68-4FED-9E7F-62126F089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85750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hosted session + terms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5ED6F3-8B1A-452A-9A48-9E6CDA0C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908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6D28D9"/>
                </a:solidFill>
              </a:defRPr>
            </a:defPPr>
            <a:lvl1pPr algn="ctr">
              <a:defRPr sz="1800" b="1">
                <a:solidFill>
                  <a:srgbClr val="6D28D9"/>
                </a:solidFill>
              </a:defRPr>
            </a:lvl1pPr>
            <a:lvl2pPr algn="ctr">
              <a:defRPr sz="1800" b="1">
                <a:solidFill>
                  <a:srgbClr val="6D28D9"/>
                </a:solidFill>
              </a:defRPr>
            </a:lvl2pPr>
            <a:lvl3pPr algn="ctr">
              <a:defRPr sz="1800" b="1">
                <a:solidFill>
                  <a:srgbClr val="6D28D9"/>
                </a:solidFill>
              </a:defRPr>
            </a:lvl3pPr>
            <a:lvl4pPr algn="ctr">
              <a:defRPr sz="1800" b="1">
                <a:solidFill>
                  <a:srgbClr val="6D28D9"/>
                </a:solidFill>
              </a:defRPr>
            </a:lvl4pPr>
            <a:lvl5pPr algn="ctr">
              <a:defRPr sz="1800" b="1">
                <a:solidFill>
                  <a:srgbClr val="6D28D9"/>
                </a:solidFill>
              </a:defRPr>
            </a:lvl5pPr>
            <a:lvl6pPr algn="ctr">
              <a:defRPr sz="1800" b="1">
                <a:solidFill>
                  <a:srgbClr val="6D28D9"/>
                </a:solidFill>
              </a:defRPr>
            </a:lvl6pPr>
            <a:lvl7pPr algn="ctr">
              <a:defRPr sz="1800" b="1">
                <a:solidFill>
                  <a:srgbClr val="6D28D9"/>
                </a:solidFill>
              </a:defRPr>
            </a:lvl7pPr>
            <a:lvl8pPr algn="ctr">
              <a:defRPr sz="1800" b="1">
                <a:solidFill>
                  <a:srgbClr val="6D28D9"/>
                </a:solidFill>
              </a:defRPr>
            </a:lvl8pPr>
            <a:lvl9pPr algn="ctr">
              <a:defRPr sz="1800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6D28D9"/>
                </a:solidFill>
              </a:defRPr>
            </a:pPr>
            <a:r>
              <a:rPr sz="1800" b="1">
                <a:solidFill>
                  <a:srgbClr val="6D28D9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5313DE-C6B4-4AD4-B3D2-6373443B8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905000"/>
            <a:ext cx="1905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99CF16-F521-4851-B71E-83F78F4C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5740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AB58ED-D2F2-4342-943A-29AC7E80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76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0F172A"/>
                </a:solidFill>
              </a:defRPr>
            </a:defPPr>
            <a:lvl1pPr algn="l">
              <a:defRPr sz="1200" b="1">
                <a:solidFill>
                  <a:srgbClr val="0F172A"/>
                </a:solidFill>
              </a:defRPr>
            </a:lvl1pPr>
            <a:lvl2pPr algn="l">
              <a:defRPr sz="1200" b="1">
                <a:solidFill>
                  <a:srgbClr val="0F172A"/>
                </a:solidFill>
              </a:defRPr>
            </a:lvl2pPr>
            <a:lvl3pPr algn="l">
              <a:defRPr sz="1200" b="1">
                <a:solidFill>
                  <a:srgbClr val="0F172A"/>
                </a:solidFill>
              </a:defRPr>
            </a:lvl3pPr>
            <a:lvl4pPr algn="l">
              <a:defRPr sz="1200" b="1">
                <a:solidFill>
                  <a:srgbClr val="0F172A"/>
                </a:solidFill>
              </a:defRPr>
            </a:lvl4pPr>
            <a:lvl5pPr algn="l">
              <a:defRPr sz="1200" b="1">
                <a:solidFill>
                  <a:srgbClr val="0F172A"/>
                </a:solidFill>
              </a:defRPr>
            </a:lvl5pPr>
            <a:lvl6pPr algn="l">
              <a:defRPr sz="1200" b="1">
                <a:solidFill>
                  <a:srgbClr val="0F172A"/>
                </a:solidFill>
              </a:defRPr>
            </a:lvl6pPr>
            <a:lvl7pPr algn="l">
              <a:defRPr sz="1200" b="1">
                <a:solidFill>
                  <a:srgbClr val="0F172A"/>
                </a:solidFill>
              </a:defRPr>
            </a:lvl7pPr>
            <a:lvl8pPr algn="l">
              <a:defRPr sz="1200" b="1">
                <a:solidFill>
                  <a:srgbClr val="0F172A"/>
                </a:solidFill>
              </a:defRPr>
            </a:lvl8pPr>
            <a:lvl9pPr algn="l">
              <a:defRPr sz="12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Webhook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8BCF97-033C-4D47-BA3E-D5819AA5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5750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signature + event ID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864888-6B20-4ACF-B976-D3B37864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5908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6D28D9"/>
                </a:solidFill>
              </a:defRPr>
            </a:defPPr>
            <a:lvl1pPr algn="ctr">
              <a:defRPr sz="1800" b="1">
                <a:solidFill>
                  <a:srgbClr val="6D28D9"/>
                </a:solidFill>
              </a:defRPr>
            </a:lvl1pPr>
            <a:lvl2pPr algn="ctr">
              <a:defRPr sz="1800" b="1">
                <a:solidFill>
                  <a:srgbClr val="6D28D9"/>
                </a:solidFill>
              </a:defRPr>
            </a:lvl2pPr>
            <a:lvl3pPr algn="ctr">
              <a:defRPr sz="1800" b="1">
                <a:solidFill>
                  <a:srgbClr val="6D28D9"/>
                </a:solidFill>
              </a:defRPr>
            </a:lvl3pPr>
            <a:lvl4pPr algn="ctr">
              <a:defRPr sz="1800" b="1">
                <a:solidFill>
                  <a:srgbClr val="6D28D9"/>
                </a:solidFill>
              </a:defRPr>
            </a:lvl4pPr>
            <a:lvl5pPr algn="ctr">
              <a:defRPr sz="1800" b="1">
                <a:solidFill>
                  <a:srgbClr val="6D28D9"/>
                </a:solidFill>
              </a:defRPr>
            </a:lvl5pPr>
            <a:lvl6pPr algn="ctr">
              <a:defRPr sz="1800" b="1">
                <a:solidFill>
                  <a:srgbClr val="6D28D9"/>
                </a:solidFill>
              </a:defRPr>
            </a:lvl6pPr>
            <a:lvl7pPr algn="ctr">
              <a:defRPr sz="1800" b="1">
                <a:solidFill>
                  <a:srgbClr val="6D28D9"/>
                </a:solidFill>
              </a:defRPr>
            </a:lvl7pPr>
            <a:lvl8pPr algn="ctr">
              <a:defRPr sz="1800" b="1">
                <a:solidFill>
                  <a:srgbClr val="6D28D9"/>
                </a:solidFill>
              </a:defRPr>
            </a:lvl8pPr>
            <a:lvl9pPr algn="ctr">
              <a:defRPr sz="1800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6D28D9"/>
                </a:solidFill>
              </a:defRPr>
            </a:pPr>
            <a:r>
              <a:rPr sz="1800" b="1">
                <a:solidFill>
                  <a:srgbClr val="6D28D9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AFDDAD-5A30-4BB0-83D1-2CF2A6FC7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905000"/>
            <a:ext cx="1905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FA16C4-D650-44C9-850C-FE2D9CDA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5740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34D7DF-4F8C-49F7-A5EE-05A7F92AA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76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0F172A"/>
                </a:solidFill>
              </a:defRPr>
            </a:defPPr>
            <a:lvl1pPr algn="l">
              <a:defRPr sz="1200" b="1">
                <a:solidFill>
                  <a:srgbClr val="0F172A"/>
                </a:solidFill>
              </a:defRPr>
            </a:lvl1pPr>
            <a:lvl2pPr algn="l">
              <a:defRPr sz="1200" b="1">
                <a:solidFill>
                  <a:srgbClr val="0F172A"/>
                </a:solidFill>
              </a:defRPr>
            </a:lvl2pPr>
            <a:lvl3pPr algn="l">
              <a:defRPr sz="1200" b="1">
                <a:solidFill>
                  <a:srgbClr val="0F172A"/>
                </a:solidFill>
              </a:defRPr>
            </a:lvl3pPr>
            <a:lvl4pPr algn="l">
              <a:defRPr sz="1200" b="1">
                <a:solidFill>
                  <a:srgbClr val="0F172A"/>
                </a:solidFill>
              </a:defRPr>
            </a:lvl4pPr>
            <a:lvl5pPr algn="l">
              <a:defRPr sz="1200" b="1">
                <a:solidFill>
                  <a:srgbClr val="0F172A"/>
                </a:solidFill>
              </a:defRPr>
            </a:lvl5pPr>
            <a:lvl6pPr algn="l">
              <a:defRPr sz="1200" b="1">
                <a:solidFill>
                  <a:srgbClr val="0F172A"/>
                </a:solidFill>
              </a:defRPr>
            </a:lvl6pPr>
            <a:lvl7pPr algn="l">
              <a:defRPr sz="1200" b="1">
                <a:solidFill>
                  <a:srgbClr val="0F172A"/>
                </a:solidFill>
              </a:defRPr>
            </a:lvl7pPr>
            <a:lvl8pPr algn="l">
              <a:defRPr sz="1200" b="1">
                <a:solidFill>
                  <a:srgbClr val="0F172A"/>
                </a:solidFill>
              </a:defRPr>
            </a:lvl8pPr>
            <a:lvl9pPr algn="l">
              <a:defRPr sz="12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Entitle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317CFF-FD4D-409B-8965-AECC2244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5750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subscription → access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5DE308-C88A-493E-9F08-6C7CD88B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5908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6D28D9"/>
                </a:solidFill>
              </a:defRPr>
            </a:defPPr>
            <a:lvl1pPr algn="ctr">
              <a:defRPr sz="1800" b="1">
                <a:solidFill>
                  <a:srgbClr val="6D28D9"/>
                </a:solidFill>
              </a:defRPr>
            </a:lvl1pPr>
            <a:lvl2pPr algn="ctr">
              <a:defRPr sz="1800" b="1">
                <a:solidFill>
                  <a:srgbClr val="6D28D9"/>
                </a:solidFill>
              </a:defRPr>
            </a:lvl2pPr>
            <a:lvl3pPr algn="ctr">
              <a:defRPr sz="1800" b="1">
                <a:solidFill>
                  <a:srgbClr val="6D28D9"/>
                </a:solidFill>
              </a:defRPr>
            </a:lvl3pPr>
            <a:lvl4pPr algn="ctr">
              <a:defRPr sz="1800" b="1">
                <a:solidFill>
                  <a:srgbClr val="6D28D9"/>
                </a:solidFill>
              </a:defRPr>
            </a:lvl4pPr>
            <a:lvl5pPr algn="ctr">
              <a:defRPr sz="1800" b="1">
                <a:solidFill>
                  <a:srgbClr val="6D28D9"/>
                </a:solidFill>
              </a:defRPr>
            </a:lvl5pPr>
            <a:lvl6pPr algn="ctr">
              <a:defRPr sz="1800" b="1">
                <a:solidFill>
                  <a:srgbClr val="6D28D9"/>
                </a:solidFill>
              </a:defRPr>
            </a:lvl6pPr>
            <a:lvl7pPr algn="ctr">
              <a:defRPr sz="1800" b="1">
                <a:solidFill>
                  <a:srgbClr val="6D28D9"/>
                </a:solidFill>
              </a:defRPr>
            </a:lvl7pPr>
            <a:lvl8pPr algn="ctr">
              <a:defRPr sz="1800" b="1">
                <a:solidFill>
                  <a:srgbClr val="6D28D9"/>
                </a:solidFill>
              </a:defRPr>
            </a:lvl8pPr>
            <a:lvl9pPr algn="ctr">
              <a:defRPr sz="1800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6D28D9"/>
                </a:solidFill>
              </a:defRPr>
            </a:pPr>
            <a:r>
              <a:rPr sz="1800" b="1">
                <a:solidFill>
                  <a:srgbClr val="6D28D9"/>
                </a:solidFill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F62F06-7D17-48B2-B6BD-56408C1B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905000"/>
            <a:ext cx="1905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9652B7-AC00-48F6-BC80-74FDCC5D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5740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25FEDF-0321-4F85-8633-921D99B7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76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0F172A"/>
                </a:solidFill>
              </a:defRPr>
            </a:defPPr>
            <a:lvl1pPr algn="l">
              <a:defRPr sz="1200" b="1">
                <a:solidFill>
                  <a:srgbClr val="0F172A"/>
                </a:solidFill>
              </a:defRPr>
            </a:lvl1pPr>
            <a:lvl2pPr algn="l">
              <a:defRPr sz="1200" b="1">
                <a:solidFill>
                  <a:srgbClr val="0F172A"/>
                </a:solidFill>
              </a:defRPr>
            </a:lvl2pPr>
            <a:lvl3pPr algn="l">
              <a:defRPr sz="1200" b="1">
                <a:solidFill>
                  <a:srgbClr val="0F172A"/>
                </a:solidFill>
              </a:defRPr>
            </a:lvl3pPr>
            <a:lvl4pPr algn="l">
              <a:defRPr sz="1200" b="1">
                <a:solidFill>
                  <a:srgbClr val="0F172A"/>
                </a:solidFill>
              </a:defRPr>
            </a:lvl4pPr>
            <a:lvl5pPr algn="l">
              <a:defRPr sz="1200" b="1">
                <a:solidFill>
                  <a:srgbClr val="0F172A"/>
                </a:solidFill>
              </a:defRPr>
            </a:lvl5pPr>
            <a:lvl6pPr algn="l">
              <a:defRPr sz="1200" b="1">
                <a:solidFill>
                  <a:srgbClr val="0F172A"/>
                </a:solidFill>
              </a:defRPr>
            </a:lvl6pPr>
            <a:lvl7pPr algn="l">
              <a:defRPr sz="1200" b="1">
                <a:solidFill>
                  <a:srgbClr val="0F172A"/>
                </a:solidFill>
              </a:defRPr>
            </a:lvl7pPr>
            <a:lvl8pPr algn="l">
              <a:defRPr sz="1200" b="1">
                <a:solidFill>
                  <a:srgbClr val="0F172A"/>
                </a:solidFill>
              </a:defRPr>
            </a:lvl8pPr>
            <a:lvl9pPr algn="l">
              <a:defRPr sz="12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Portal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ACE189-8860-4328-BAEC-9781D1C1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857500"/>
            <a:ext cx="1600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payment, invoice, cancel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EFEB9C-4287-4C54-AB14-8B873272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0"/>
            <a:ext cx="3429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875C1A-4FED-4DDD-85AA-B727F2DA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143375"/>
            <a:ext cx="57150" cy="1524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0">
            <a:solidFill>
              <a:srgbClr val="0F9D7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C61838-AF0B-4474-A760-8233D9FE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3385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Configured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AA61C34-596F-4A45-BD36-28C80A6D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38650"/>
            <a:ext cx="29718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Checkout Session, monthly/annual mapping, trial support, signed webhooks, billing activity, entitlement endpoint, retry and Customer Portal.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85C226-48BF-4227-A5DA-6ED706D3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00500"/>
            <a:ext cx="3429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5A8F350-F02E-4BE7-B27C-F12A74C5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143375"/>
            <a:ext cx="57150" cy="1524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6D28D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C478F6-9C9D-4254-B7DD-947AAEC4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3385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3-tier change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99826F3-680D-4039-9F82-A099FCDB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38650"/>
            <a:ext cx="29718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Add Guided and Studio monthly/annual price families, update entitlement matrix and define migration/downgrade behavior. Free is non-billable.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41449FA-A592-47DE-8ACB-D938ED75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00500"/>
            <a:ext cx="38862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EC6E754-934E-48B8-82BA-75FC5C6B9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4143375"/>
            <a:ext cx="57150" cy="1524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AE9CD93-593F-4609-A72A-FBBFF481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33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Manual proof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5E9CFB3-E66A-4620-AE4B-BF8EE97A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38650"/>
            <a:ext cx="3429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Live IDs in Secret Manager; webhook replay; test trial, payment failure, cancel, refund/dispute and plan change; retain evidence.</a:t>
            </a:r>
          </a:p>
        </p:txBody>
      </p:sp>
    </p:spTree>
    <p:extLst>
      <p:ext uri="{BB962C8B-B14F-4D97-AF65-F5344CB8AC3E}">
        <p14:creationId xmlns:p14="http://schemas.microsoft.com/office/powerpoint/2010/main" val="154478413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C958105-51AB-4C38-8B96-DEE50F35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GOOGLE BACKUP &amp; CLOUD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BDE5D6-C6FA-4594-B983-37C8FF66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Recovery first; Drive visibility second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794182-08A3-4A8F-BECB-A973BCD8E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A complete backup is a recoverable data/object system plus a readable evidence archive—not a single Drive folder.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8032F2-5D94-492B-86B3-AD20048A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527AD5-4353-42C6-BBD6-C0ACB9584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5A137B-F198-4DB1-90FC-42D5FDA9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093DB1-4B73-4756-8F51-6DFF8FE9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3371850" cy="42481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9B55A4-047B-4F5F-88E6-D2A0C77B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3371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90C100-167A-4BC4-8A0B-5EB68134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FFFFF"/>
                </a:solidFill>
              </a:defRPr>
            </a:defPPr>
            <a:lvl1pPr algn="l">
              <a:defRPr sz="1125" b="1">
                <a:solidFill>
                  <a:srgbClr val="FFFFFF"/>
                </a:solidFill>
              </a:defRPr>
            </a:lvl1pPr>
            <a:lvl2pPr algn="l">
              <a:defRPr sz="1125" b="1">
                <a:solidFill>
                  <a:srgbClr val="FFFFFF"/>
                </a:solidFill>
              </a:defRPr>
            </a:lvl2pPr>
            <a:lvl3pPr algn="l">
              <a:defRPr sz="1125" b="1">
                <a:solidFill>
                  <a:srgbClr val="FFFFFF"/>
                </a:solidFill>
              </a:defRPr>
            </a:lvl3pPr>
            <a:lvl4pPr algn="l">
              <a:defRPr sz="1125" b="1">
                <a:solidFill>
                  <a:srgbClr val="FFFFFF"/>
                </a:solidFill>
              </a:defRPr>
            </a:lvl4pPr>
            <a:lvl5pPr algn="l">
              <a:defRPr sz="1125" b="1">
                <a:solidFill>
                  <a:srgbClr val="FFFFFF"/>
                </a:solidFill>
              </a:defRPr>
            </a:lvl5pPr>
            <a:lvl6pPr algn="l">
              <a:defRPr sz="1125" b="1">
                <a:solidFill>
                  <a:srgbClr val="FFFFFF"/>
                </a:solidFill>
              </a:defRPr>
            </a:lvl6pPr>
            <a:lvl7pPr algn="l">
              <a:defRPr sz="1125" b="1">
                <a:solidFill>
                  <a:srgbClr val="FFFFFF"/>
                </a:solidFill>
              </a:defRPr>
            </a:lvl7pPr>
            <a:lvl8pPr algn="l">
              <a:defRPr sz="1125" b="1">
                <a:solidFill>
                  <a:srgbClr val="FFFFFF"/>
                </a:solidFill>
              </a:defRPr>
            </a:lvl8pPr>
            <a:lvl9pPr algn="l">
              <a:defRPr sz="11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Cloud runtime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DAC971-6E62-4076-BD75-7718F93E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0F023D-1CA7-46F2-8C3B-4752F796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14575"/>
            <a:ext cx="2705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Artifact Registry: immutable images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E9BF18-23B0-49D6-92EB-492C427C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448318-9D90-4485-850B-0C4FC704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33700"/>
            <a:ext cx="2705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Cloud Run: web + API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C2CB4D-79DC-429F-AF38-3AE7F40C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57796A-D659-4146-BDDC-67D59349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52825"/>
            <a:ext cx="2705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Job/worker: scheduled tasks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49DF69-AB10-4BD3-B743-933D356A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A40841-3063-48C0-BAEA-89397B7D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2705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Secret Manager + service IDs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081B0D-DE02-4EF6-B425-5E9C1E11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0E48EA-58AC-4E9B-B8BB-A7467EB5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91075"/>
            <a:ext cx="2705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Logging, Monitoring and alerts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7D20C6-6F96-46D5-B8CF-D58C31EC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676400"/>
            <a:ext cx="3371850" cy="42481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12B94B-A995-46BE-A675-B1E33169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676400"/>
            <a:ext cx="3371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78"/>
          </a:solidFill>
          <a:ln xmlns:a="http://schemas.openxmlformats.org/drawingml/2006/main" w="0">
            <a:solidFill>
              <a:srgbClr val="0F9D7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6B2FA2-17BF-4519-8517-7127F764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7165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FFFFF"/>
                </a:solidFill>
              </a:defRPr>
            </a:defPPr>
            <a:lvl1pPr algn="l">
              <a:defRPr sz="1125" b="1">
                <a:solidFill>
                  <a:srgbClr val="FFFFFF"/>
                </a:solidFill>
              </a:defRPr>
            </a:lvl1pPr>
            <a:lvl2pPr algn="l">
              <a:defRPr sz="1125" b="1">
                <a:solidFill>
                  <a:srgbClr val="FFFFFF"/>
                </a:solidFill>
              </a:defRPr>
            </a:lvl2pPr>
            <a:lvl3pPr algn="l">
              <a:defRPr sz="1125" b="1">
                <a:solidFill>
                  <a:srgbClr val="FFFFFF"/>
                </a:solidFill>
              </a:defRPr>
            </a:lvl3pPr>
            <a:lvl4pPr algn="l">
              <a:defRPr sz="1125" b="1">
                <a:solidFill>
                  <a:srgbClr val="FFFFFF"/>
                </a:solidFill>
              </a:defRPr>
            </a:lvl4pPr>
            <a:lvl5pPr algn="l">
              <a:defRPr sz="1125" b="1">
                <a:solidFill>
                  <a:srgbClr val="FFFFFF"/>
                </a:solidFill>
              </a:defRPr>
            </a:lvl5pPr>
            <a:lvl6pPr algn="l">
              <a:defRPr sz="1125" b="1">
                <a:solidFill>
                  <a:srgbClr val="FFFFFF"/>
                </a:solidFill>
              </a:defRPr>
            </a:lvl6pPr>
            <a:lvl7pPr algn="l">
              <a:defRPr sz="1125" b="1">
                <a:solidFill>
                  <a:srgbClr val="FFFFFF"/>
                </a:solidFill>
              </a:defRPr>
            </a:lvl7pPr>
            <a:lvl8pPr algn="l">
              <a:defRPr sz="1125" b="1">
                <a:solidFill>
                  <a:srgbClr val="FFFFFF"/>
                </a:solidFill>
              </a:defRPr>
            </a:lvl8pPr>
            <a:lvl9pPr algn="l">
              <a:defRPr sz="11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Recovery plane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B46788-9301-417E-8C87-DAF652EB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333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F396F5-1AD4-44D3-BF1C-C79A2592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314575"/>
            <a:ext cx="2705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Choose Supabase or Cloud SQL primary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0176BB-FB34-484F-AC42-DA40F233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52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E4FE5E-401D-4EA5-965C-75CBE8AC1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33700"/>
            <a:ext cx="2705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PITR + automated snapshots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E8B023-6ECF-42E4-94AB-924AABB2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571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DB688D-A9FD-4399-9EB9-660AE0E1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52825"/>
            <a:ext cx="2705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Versioned GCS object/export bucket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AD97EF-1851-4C5D-BBBB-DCA9E3F7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C4C4DA-FF82-45A6-8867-7A1F33A7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71950"/>
            <a:ext cx="2705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KMS + retention/immutability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284887-F339-426F-BA7F-DD9DFA9D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810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713895-D213-4053-B02C-281018CC6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791075"/>
            <a:ext cx="2705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Quarterly isolated restore drill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4625DE-05FE-4B68-8CCE-DB0DF5BF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676400"/>
            <a:ext cx="4114800" cy="424815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2948EF-876E-4D3A-BEBB-8FB807F2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676400"/>
            <a:ext cx="4114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6D28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6D64E-E3F0-4E82-B990-37709EF6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7165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FFFFF"/>
                </a:solidFill>
              </a:defRPr>
            </a:defPPr>
            <a:lvl1pPr algn="l">
              <a:defRPr sz="1125" b="1">
                <a:solidFill>
                  <a:srgbClr val="FFFFFF"/>
                </a:solidFill>
              </a:defRPr>
            </a:lvl1pPr>
            <a:lvl2pPr algn="l">
              <a:defRPr sz="1125" b="1">
                <a:solidFill>
                  <a:srgbClr val="FFFFFF"/>
                </a:solidFill>
              </a:defRPr>
            </a:lvl2pPr>
            <a:lvl3pPr algn="l">
              <a:defRPr sz="1125" b="1">
                <a:solidFill>
                  <a:srgbClr val="FFFFFF"/>
                </a:solidFill>
              </a:defRPr>
            </a:lvl3pPr>
            <a:lvl4pPr algn="l">
              <a:defRPr sz="1125" b="1">
                <a:solidFill>
                  <a:srgbClr val="FFFFFF"/>
                </a:solidFill>
              </a:defRPr>
            </a:lvl4pPr>
            <a:lvl5pPr algn="l">
              <a:defRPr sz="1125" b="1">
                <a:solidFill>
                  <a:srgbClr val="FFFFFF"/>
                </a:solidFill>
              </a:defRPr>
            </a:lvl5pPr>
            <a:lvl6pPr algn="l">
              <a:defRPr sz="1125" b="1">
                <a:solidFill>
                  <a:srgbClr val="FFFFFF"/>
                </a:solidFill>
              </a:defRPr>
            </a:lvl6pPr>
            <a:lvl7pPr algn="l">
              <a:defRPr sz="1125" b="1">
                <a:solidFill>
                  <a:srgbClr val="FFFFFF"/>
                </a:solidFill>
              </a:defRPr>
            </a:lvl7pPr>
            <a:lvl8pPr algn="l">
              <a:defRPr sz="1125" b="1">
                <a:solidFill>
                  <a:srgbClr val="FFFFFF"/>
                </a:solidFill>
              </a:defRPr>
            </a:lvl8pPr>
            <a:lvl9pPr algn="l">
              <a:defRPr sz="11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Drive evidence archive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7EEDCC-13CD-485A-AABE-E75532BD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333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EC56FF-C1A3-415D-985D-95C27D75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14575"/>
            <a:ext cx="3448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Launch packets and approvals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EEA0AD-9A94-4BA1-A9E4-D54AE51D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52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08ABB8-A7D8-4663-BDC9-7A8539FE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33700"/>
            <a:ext cx="3448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Redacted inventory + checksums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5D7C49A-0F01-4DAB-90E9-738C47C7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571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094AB6-0743-4DD0-877A-090E9CFC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552825"/>
            <a:ext cx="3448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Restore reports; no raw prod DB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7C7753-28FB-4392-A252-810C2AF1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9A9609D-206C-453A-808F-0B2B7CF8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71950"/>
            <a:ext cx="3448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PDF/PPTX and runbooks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D62AECF-E4EB-4D86-B7FF-9E22FF9D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810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9DBBF99-1362-468E-9E95-A84C6F3D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791075"/>
            <a:ext cx="3448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0F172A"/>
                </a:solidFill>
              </a:defRPr>
            </a:defPPr>
            <a:lvl1pPr algn="l">
              <a:defRPr sz="900" b="0">
                <a:solidFill>
                  <a:srgbClr val="0F172A"/>
                </a:solidFill>
              </a:defRPr>
            </a:lvl1pPr>
            <a:lvl2pPr algn="l">
              <a:defRPr sz="900" b="0">
                <a:solidFill>
                  <a:srgbClr val="0F172A"/>
                </a:solidFill>
              </a:defRPr>
            </a:lvl2pPr>
            <a:lvl3pPr algn="l">
              <a:defRPr sz="900" b="0">
                <a:solidFill>
                  <a:srgbClr val="0F172A"/>
                </a:solidFill>
              </a:defRPr>
            </a:lvl3pPr>
            <a:lvl4pPr algn="l">
              <a:defRPr sz="900" b="0">
                <a:solidFill>
                  <a:srgbClr val="0F172A"/>
                </a:solidFill>
              </a:defRPr>
            </a:lvl4pPr>
            <a:lvl5pPr algn="l">
              <a:defRPr sz="900" b="0">
                <a:solidFill>
                  <a:srgbClr val="0F172A"/>
                </a:solidFill>
              </a:defRPr>
            </a:lvl5pPr>
            <a:lvl6pPr algn="l">
              <a:defRPr sz="900" b="0">
                <a:solidFill>
                  <a:srgbClr val="0F172A"/>
                </a:solidFill>
              </a:defRPr>
            </a:lvl6pPr>
            <a:lvl7pPr algn="l">
              <a:defRPr sz="900" b="0">
                <a:solidFill>
                  <a:srgbClr val="0F172A"/>
                </a:solidFill>
              </a:defRPr>
            </a:lvl7pPr>
            <a:lvl8pPr algn="l">
              <a:defRPr sz="900" b="0">
                <a:solidFill>
                  <a:srgbClr val="0F172A"/>
                </a:solidFill>
              </a:defRPr>
            </a:lvl8pPr>
            <a:lvl9pPr algn="l">
              <a:defRPr sz="900" b="0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Gregg-owned access review</a:t>
            </a:r>
          </a:p>
        </p:txBody>
      </p:sp>
    </p:spTree>
    <p:extLst>
      <p:ext uri="{BB962C8B-B14F-4D97-AF65-F5344CB8AC3E}">
        <p14:creationId xmlns:p14="http://schemas.microsoft.com/office/powerpoint/2010/main" val="40276436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D07B576-74E4-4B52-90F6-D9EB16D1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MARKET ANCHORS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7515A9-972E-4900-8AAA-D0826A3D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Price MGT as digital guidance—not prescription care or shipped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1BB486-93AF-4519-89E0-E21F06CB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Adjacent public offers are directional anchors, not direct like-for-like software comparables.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A971FC-CDDF-4FFE-9593-EB1E4E2F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ABFE65-1F48-4FD5-9031-FF4968140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1F67B4-0D76-44EA-B8C9-F35F2A4B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13DF5A-20A3-4091-9F91-4273A2B9E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EA03CA-EC96-464C-B90A-3590D36C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781175"/>
            <a:ext cx="1962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Offering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169E1A-3188-4643-9F85-FF79A2A1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7526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1CD0A2-4667-4593-9AE5-E549831F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1781175"/>
            <a:ext cx="1866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Public price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B08913-B341-4DC8-816C-53D9F2B7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7526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E663D7-C485-4787-8373-46CC2430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781175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Cadence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29BDD6-3F8F-434F-AF3C-9AC263098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75260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738280-8D94-4561-85F5-84D43F1C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1781175"/>
            <a:ext cx="2533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Included value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D2BF4-F2AC-41D1-9308-5A99E018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752600"/>
            <a:ext cx="2171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553526-501C-4856-809D-351B2D04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1781175"/>
            <a:ext cx="20383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MGT implication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739501-299C-4256-B863-6B2017C1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3365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0BCAA0-BC54-47EF-AFDB-78E43EB0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562225"/>
            <a:ext cx="1962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Curology Custom Formula Rx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A94BE5-D192-4743-B42C-7B657DA6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5336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4D59FD-200A-46AC-8AF5-D1C7A4BC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562225"/>
            <a:ext cx="1866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$29.95 / month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E6B0F1-2CE9-40A3-ACD1-18263F95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3365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44CE5D-B555-40F2-AAEE-A6A4C83B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562225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subscription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CC7BC6-5176-4B79-9FB2-FEDBE272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53365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BE2071-DC7D-411A-ABE8-D776CA72C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2562225"/>
            <a:ext cx="2533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Rx formula + provider personalization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B3AB9C-ADA3-4DC8-AED7-660CE759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533650"/>
            <a:ext cx="2171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ACF69B-256C-4F11-8D59-AB8EB521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562225"/>
            <a:ext cx="20383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stay below Rx care unless clinical services added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FF134B-F2A4-4990-9617-E3768183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1470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F2F9B6-B0A0-4C8C-A959-3E0602FB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43275"/>
            <a:ext cx="1962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Musely Anti-Aging Cream Rx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1C4447-3A48-44D9-AC10-2C97F77CA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3147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25FF0B-E404-4F79-BA95-BAB60878F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3343275"/>
            <a:ext cx="1866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$35 / month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B0EBDE-99CC-4B99-8C42-C5343F6E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3147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EB6B84-1C71-412F-89C3-05589CC2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343275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2-month supply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8C9B64-EDA7-4700-920D-6EA28EEA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1470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FF4C20-E2DB-460A-8BE3-CACE8134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3343275"/>
            <a:ext cx="2533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Rx product + doctor support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E542AE-ED30-4FE9-9A39-64D57D07F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314700"/>
            <a:ext cx="2171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AD1378E-0A1A-4981-9F2B-4084C251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3343275"/>
            <a:ext cx="20383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ceiling for non-clinical guidance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5EFBB3-850A-4D8A-B4D4-F9B32FB1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95F9326-859D-4856-8A83-FC29DB75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124325"/>
            <a:ext cx="1962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PROVEN Skincare System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204AA5C-68BA-4F90-9D42-880886E1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95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2116767-E305-4135-8436-961332D5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124325"/>
            <a:ext cx="1866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$142.77 / shipment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038B3C3-17FD-4ED7-9434-141E1F05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9575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0A361EC-43B2-4C14-AADA-0EE546D4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124325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45–60 days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CC6C5BD-6FA0-44B4-AB56-623AFA7A0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09575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0B7D32D-BCF0-4343-A5D8-A3B58DA8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124325"/>
            <a:ext cx="2533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personalized physical system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1A3CA5-5192-4CA3-95E0-EA2EC49D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095750"/>
            <a:ext cx="2171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385241E-AA10-4141-9965-DF201336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4124325"/>
            <a:ext cx="20383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high value includes products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5EACF53-0CBD-4C3E-9AE7-41F0EF09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76800"/>
            <a:ext cx="2095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27E76E2-EAB1-46C1-98B2-C7229E94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905375"/>
            <a:ext cx="1962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MGT proposed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19E2B50-26B9-46C4-9A48-6A9157F24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2722DAA-37B6-4B02-AE13-A6096A40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905375"/>
            <a:ext cx="1866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$0 / $14.99 / $29.99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4908D5-F980-417F-98E2-8AD691D2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8768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E5D8798-4300-4214-AB27-8033AB91E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905375"/>
            <a:ext cx="2057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monthly + annual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FED8F48-B33C-4BB6-9048-B2F5CADC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876800"/>
            <a:ext cx="266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4628C6B-9C33-4863-82F5-6CB167E1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905375"/>
            <a:ext cx="2533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software guidance, tracking, style, discovery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2E06DC9-0515-476B-A8DE-4BC8FFDF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876800"/>
            <a:ext cx="2171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46EF0E5-BD94-40D2-8A79-04A68569F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4905375"/>
            <a:ext cx="20383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test willingness-to-pay and retention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BA8822C-4C8D-46FC-B8F0-1807D601E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95950"/>
            <a:ext cx="1112520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1D19B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F8596E9-E4ED-46FF-9795-D5580D68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25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00" b="1">
                <a:solidFill>
                  <a:srgbClr val="D97706"/>
                </a:solidFill>
              </a:defRPr>
            </a:defPPr>
            <a:lvl1pPr algn="ctr">
              <a:defRPr sz="900" b="1">
                <a:solidFill>
                  <a:srgbClr val="D97706"/>
                </a:solidFill>
              </a:defRPr>
            </a:lvl1pPr>
            <a:lvl2pPr algn="ctr">
              <a:defRPr sz="900" b="1">
                <a:solidFill>
                  <a:srgbClr val="D97706"/>
                </a:solidFill>
              </a:defRPr>
            </a:lvl2pPr>
            <a:lvl3pPr algn="ctr">
              <a:defRPr sz="900" b="1">
                <a:solidFill>
                  <a:srgbClr val="D97706"/>
                </a:solidFill>
              </a:defRPr>
            </a:lvl3pPr>
            <a:lvl4pPr algn="ctr">
              <a:defRPr sz="900" b="1">
                <a:solidFill>
                  <a:srgbClr val="D97706"/>
                </a:solidFill>
              </a:defRPr>
            </a:lvl4pPr>
            <a:lvl5pPr algn="ctr">
              <a:defRPr sz="900" b="1">
                <a:solidFill>
                  <a:srgbClr val="D97706"/>
                </a:solidFill>
              </a:defRPr>
            </a:lvl5pPr>
            <a:lvl6pPr algn="ctr">
              <a:defRPr sz="900" b="1">
                <a:solidFill>
                  <a:srgbClr val="D97706"/>
                </a:solidFill>
              </a:defRPr>
            </a:lvl6pPr>
            <a:lvl7pPr algn="ctr">
              <a:defRPr sz="900" b="1">
                <a:solidFill>
                  <a:srgbClr val="D97706"/>
                </a:solidFill>
              </a:defRPr>
            </a:lvl7pPr>
            <a:lvl8pPr algn="ctr">
              <a:defRPr sz="900" b="1">
                <a:solidFill>
                  <a:srgbClr val="D97706"/>
                </a:solidFill>
              </a:defRPr>
            </a:lvl8pPr>
            <a:lvl9pPr algn="ctr">
              <a:defRPr sz="900" b="1">
                <a:solidFill>
                  <a:srgbClr val="D97706"/>
                </a:solidFill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D97706"/>
                </a:solidFill>
              </a:defRPr>
            </a:pPr>
            <a:r>
              <a:rPr sz="900" b="1">
                <a:solidFill>
                  <a:srgbClr val="D97706"/>
                </a:solidFill>
              </a:rPr>
              <a:t>Pricing requires owner approval, customer interviews and controlled conversion/retention testing.</a:t>
            </a:r>
          </a:p>
        </p:txBody>
      </p:sp>
    </p:spTree>
    <p:extLst>
      <p:ext uri="{BB962C8B-B14F-4D97-AF65-F5344CB8AC3E}">
        <p14:creationId xmlns:p14="http://schemas.microsoft.com/office/powerpoint/2010/main" val="2232973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B6036F-F157-45BA-B5A9-DE7CD29A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SUGGESTED 3-TIER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151BF5-16B2-46F8-A7EA-B2C7A6E9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Trust at Free; continuity at Guided; breadth and depth at Studio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1287CB-24BF-47C3-B891-552496D12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Commercial alternative to the repository’s locked two-tier release contract—requires owner sign-off and code/config changes.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B1673-B1EC-4E42-91EA-9D1EB752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522D67-196E-4794-8CA2-9378B561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7DB860-B942-4F00-943A-0D65E7B5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CF755C-2429-49B6-9902-5CE92F72B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352425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91E2DB-B56C-4891-AE0B-8D47FC17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4155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FREE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140FE8-02BE-4F27-A050-56C3F1D6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067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$0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5260F2-35B3-4A11-883B-33340392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334155"/>
                </a:solidFill>
              </a:defRPr>
            </a:defPPr>
            <a:lvl1pPr algn="l">
              <a:defRPr sz="1050" b="1">
                <a:solidFill>
                  <a:srgbClr val="334155"/>
                </a:solidFill>
              </a:defRPr>
            </a:lvl1pPr>
            <a:lvl2pPr algn="l">
              <a:defRPr sz="1050" b="1">
                <a:solidFill>
                  <a:srgbClr val="334155"/>
                </a:solidFill>
              </a:defRPr>
            </a:lvl2pPr>
            <a:lvl3pPr algn="l">
              <a:defRPr sz="1050" b="1">
                <a:solidFill>
                  <a:srgbClr val="334155"/>
                </a:solidFill>
              </a:defRPr>
            </a:lvl3pPr>
            <a:lvl4pPr algn="l">
              <a:defRPr sz="1050" b="1">
                <a:solidFill>
                  <a:srgbClr val="334155"/>
                </a:solidFill>
              </a:defRPr>
            </a:lvl4pPr>
            <a:lvl5pPr algn="l">
              <a:defRPr sz="1050" b="1">
                <a:solidFill>
                  <a:srgbClr val="334155"/>
                </a:solidFill>
              </a:defRPr>
            </a:lvl5pPr>
            <a:lvl6pPr algn="l">
              <a:defRPr sz="1050" b="1">
                <a:solidFill>
                  <a:srgbClr val="334155"/>
                </a:solidFill>
              </a:defRPr>
            </a:lvl6pPr>
            <a:lvl7pPr algn="l">
              <a:defRPr sz="1050" b="1">
                <a:solidFill>
                  <a:srgbClr val="334155"/>
                </a:solidFill>
              </a:defRPr>
            </a:lvl7pPr>
            <a:lvl8pPr algn="l">
              <a:defRPr sz="1050" b="1">
                <a:solidFill>
                  <a:srgbClr val="334155"/>
                </a:solidFill>
              </a:defRPr>
            </a:lvl8pPr>
            <a:lvl9pPr algn="l">
              <a:defRPr sz="1050" b="1">
                <a:solidFill>
                  <a:srgbClr val="334155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334155"/>
                </a:solidFill>
              </a:defRPr>
            </a:pPr>
            <a:r>
              <a:rPr sz="1050" b="1">
                <a:solidFill>
                  <a:srgbClr val="334155"/>
                </a:solidFill>
              </a:rPr>
              <a:t>Try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AB1085-A595-4D38-B3F0-DF0BC556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86150"/>
            <a:ext cx="3067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5B6475"/>
                </a:solidFill>
              </a:defRPr>
            </a:defPPr>
            <a:lvl1pPr algn="l">
              <a:defRPr sz="975" b="0">
                <a:solidFill>
                  <a:srgbClr val="5B6475"/>
                </a:solidFill>
              </a:defRPr>
            </a:lvl1pPr>
            <a:lvl2pPr algn="l">
              <a:defRPr sz="975" b="0">
                <a:solidFill>
                  <a:srgbClr val="5B6475"/>
                </a:solidFill>
              </a:defRPr>
            </a:lvl2pPr>
            <a:lvl3pPr algn="l">
              <a:defRPr sz="975" b="0">
                <a:solidFill>
                  <a:srgbClr val="5B6475"/>
                </a:solidFill>
              </a:defRPr>
            </a:lvl3pPr>
            <a:lvl4pPr algn="l">
              <a:defRPr sz="975" b="0">
                <a:solidFill>
                  <a:srgbClr val="5B6475"/>
                </a:solidFill>
              </a:defRPr>
            </a:lvl4pPr>
            <a:lvl5pPr algn="l">
              <a:defRPr sz="975" b="0">
                <a:solidFill>
                  <a:srgbClr val="5B6475"/>
                </a:solidFill>
              </a:defRPr>
            </a:lvl5pPr>
            <a:lvl6pPr algn="l">
              <a:defRPr sz="975" b="0">
                <a:solidFill>
                  <a:srgbClr val="5B6475"/>
                </a:solidFill>
              </a:defRPr>
            </a:lvl6pPr>
            <a:lvl7pPr algn="l">
              <a:defRPr sz="975" b="0">
                <a:solidFill>
                  <a:srgbClr val="5B6475"/>
                </a:solidFill>
              </a:defRPr>
            </a:lvl7pPr>
            <a:lvl8pPr algn="l">
              <a:defRPr sz="975" b="0">
                <a:solidFill>
                  <a:srgbClr val="5B6475"/>
                </a:solidFill>
              </a:defRPr>
            </a:lvl8pPr>
            <a:lvl9pPr algn="l">
              <a:defRPr sz="9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5B6475"/>
                </a:solidFill>
              </a:defRPr>
            </a:pPr>
            <a:r>
              <a:rPr sz="975" b="0">
                <a:solidFill>
                  <a:srgbClr val="5B6475"/>
                </a:solidFill>
              </a:rPr>
              <a:t>Skin profile; sample match; basic color; limited saves; retail discovery; privacy/export.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75078-3289-4A3B-B923-F6334C3E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09750"/>
            <a:ext cx="352425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BF9FF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07BF46-EEC8-4259-BC4B-D37A9A57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383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GUIDED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C94642-4CD8-4E1C-B7E2-19B3643F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33650"/>
            <a:ext cx="3067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$14.99/mo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951595-BD5C-4AA6-8D22-3B4AF208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0990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D28D9"/>
                </a:solidFill>
              </a:defRPr>
            </a:defPPr>
            <a:lvl1pPr algn="l">
              <a:defRPr sz="1050" b="1">
                <a:solidFill>
                  <a:srgbClr val="6D28D9"/>
                </a:solidFill>
              </a:defRPr>
            </a:lvl1pPr>
            <a:lvl2pPr algn="l">
              <a:defRPr sz="1050" b="1">
                <a:solidFill>
                  <a:srgbClr val="6D28D9"/>
                </a:solidFill>
              </a:defRPr>
            </a:lvl2pPr>
            <a:lvl3pPr algn="l">
              <a:defRPr sz="1050" b="1">
                <a:solidFill>
                  <a:srgbClr val="6D28D9"/>
                </a:solidFill>
              </a:defRPr>
            </a:lvl3pPr>
            <a:lvl4pPr algn="l">
              <a:defRPr sz="1050" b="1">
                <a:solidFill>
                  <a:srgbClr val="6D28D9"/>
                </a:solidFill>
              </a:defRPr>
            </a:lvl4pPr>
            <a:lvl5pPr algn="l">
              <a:defRPr sz="1050" b="1">
                <a:solidFill>
                  <a:srgbClr val="6D28D9"/>
                </a:solidFill>
              </a:defRPr>
            </a:lvl5pPr>
            <a:lvl6pPr algn="l">
              <a:defRPr sz="1050" b="1">
                <a:solidFill>
                  <a:srgbClr val="6D28D9"/>
                </a:solidFill>
              </a:defRPr>
            </a:lvl6pPr>
            <a:lvl7pPr algn="l">
              <a:defRPr sz="1050" b="1">
                <a:solidFill>
                  <a:srgbClr val="6D28D9"/>
                </a:solidFill>
              </a:defRPr>
            </a:lvl7pPr>
            <a:lvl8pPr algn="l">
              <a:defRPr sz="1050" b="1">
                <a:solidFill>
                  <a:srgbClr val="6D28D9"/>
                </a:solidFill>
              </a:defRPr>
            </a:lvl8pPr>
            <a:lvl9pPr algn="l">
              <a:defRPr sz="1050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6D28D9"/>
                </a:solidFill>
              </a:defRPr>
            </a:pPr>
            <a:r>
              <a:rPr sz="1050" b="1">
                <a:solidFill>
                  <a:srgbClr val="6D28D9"/>
                </a:solidFill>
              </a:rPr>
              <a:t>$149.99/yr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F79628-C8A2-4565-B8E1-A0B01A02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86150"/>
            <a:ext cx="3067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5B6475"/>
                </a:solidFill>
              </a:defRPr>
            </a:defPPr>
            <a:lvl1pPr algn="l">
              <a:defRPr sz="975" b="0">
                <a:solidFill>
                  <a:srgbClr val="5B6475"/>
                </a:solidFill>
              </a:defRPr>
            </a:lvl1pPr>
            <a:lvl2pPr algn="l">
              <a:defRPr sz="975" b="0">
                <a:solidFill>
                  <a:srgbClr val="5B6475"/>
                </a:solidFill>
              </a:defRPr>
            </a:lvl2pPr>
            <a:lvl3pPr algn="l">
              <a:defRPr sz="975" b="0">
                <a:solidFill>
                  <a:srgbClr val="5B6475"/>
                </a:solidFill>
              </a:defRPr>
            </a:lvl3pPr>
            <a:lvl4pPr algn="l">
              <a:defRPr sz="975" b="0">
                <a:solidFill>
                  <a:srgbClr val="5B6475"/>
                </a:solidFill>
              </a:defRPr>
            </a:lvl4pPr>
            <a:lvl5pPr algn="l">
              <a:defRPr sz="975" b="0">
                <a:solidFill>
                  <a:srgbClr val="5B6475"/>
                </a:solidFill>
              </a:defRPr>
            </a:lvl5pPr>
            <a:lvl6pPr algn="l">
              <a:defRPr sz="975" b="0">
                <a:solidFill>
                  <a:srgbClr val="5B6475"/>
                </a:solidFill>
              </a:defRPr>
            </a:lvl6pPr>
            <a:lvl7pPr algn="l">
              <a:defRPr sz="975" b="0">
                <a:solidFill>
                  <a:srgbClr val="5B6475"/>
                </a:solidFill>
              </a:defRPr>
            </a:lvl7pPr>
            <a:lvl8pPr algn="l">
              <a:defRPr sz="975" b="0">
                <a:solidFill>
                  <a:srgbClr val="5B6475"/>
                </a:solidFill>
              </a:defRPr>
            </a:lvl8pPr>
            <a:lvl9pPr algn="l">
              <a:defRPr sz="9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5B6475"/>
                </a:solidFill>
              </a:defRPr>
            </a:pPr>
            <a:r>
              <a:rPr sz="975" b="0">
                <a:solidFill>
                  <a:srgbClr val="5B6475"/>
                </a:solidFill>
              </a:rPr>
              <a:t>Full routine, anti-aging education, progress, wardrobe, images, history, standard AI and reminders.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43929B-B36A-4A16-B904-9F8E5579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81550"/>
            <a:ext cx="1733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2"/>
          </a:solidFill>
          <a:ln xmlns:a="http://schemas.openxmlformats.org/drawingml/2006/main" w="9525">
            <a:solidFill>
              <a:srgbClr val="EAF7F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0F9D78"/>
                </a:solidFill>
              </a:defRPr>
            </a:defPPr>
            <a:lvl1pPr algn="ctr">
              <a:defRPr sz="825" b="1">
                <a:solidFill>
                  <a:srgbClr val="0F9D78"/>
                </a:solidFill>
              </a:defRPr>
            </a:lvl1pPr>
            <a:lvl2pPr algn="ctr">
              <a:defRPr sz="825" b="1">
                <a:solidFill>
                  <a:srgbClr val="0F9D78"/>
                </a:solidFill>
              </a:defRPr>
            </a:lvl2pPr>
            <a:lvl3pPr algn="ctr">
              <a:defRPr sz="825" b="1">
                <a:solidFill>
                  <a:srgbClr val="0F9D78"/>
                </a:solidFill>
              </a:defRPr>
            </a:lvl3pPr>
            <a:lvl4pPr algn="ctr">
              <a:defRPr sz="825" b="1">
                <a:solidFill>
                  <a:srgbClr val="0F9D78"/>
                </a:solidFill>
              </a:defRPr>
            </a:lvl4pPr>
            <a:lvl5pPr algn="ctr">
              <a:defRPr sz="825" b="1">
                <a:solidFill>
                  <a:srgbClr val="0F9D78"/>
                </a:solidFill>
              </a:defRPr>
            </a:lvl5pPr>
            <a:lvl6pPr algn="ctr">
              <a:defRPr sz="825" b="1">
                <a:solidFill>
                  <a:srgbClr val="0F9D78"/>
                </a:solidFill>
              </a:defRPr>
            </a:lvl6pPr>
            <a:lvl7pPr algn="ctr">
              <a:defRPr sz="825" b="1">
                <a:solidFill>
                  <a:srgbClr val="0F9D78"/>
                </a:solidFill>
              </a:defRPr>
            </a:lvl7pPr>
            <a:lvl8pPr algn="ctr">
              <a:defRPr sz="825" b="1">
                <a:solidFill>
                  <a:srgbClr val="0F9D78"/>
                </a:solidFill>
              </a:defRPr>
            </a:lvl8pPr>
            <a:lvl9pPr algn="ctr">
              <a:defRPr sz="825" b="1">
                <a:solidFill>
                  <a:srgbClr val="0F9D78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0F9D78"/>
                </a:solidFill>
              </a:defRPr>
            </a:pPr>
            <a:r>
              <a:rPr sz="825" b="1">
                <a:solidFill>
                  <a:srgbClr val="0F9D78"/>
                </a:solidFill>
              </a:rPr>
              <a:t>~2 months free annually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7DD7E5-6392-40EE-BB0C-430FAC01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352425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27BCCE-3FA6-4EB4-8AD1-F3293CF6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383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STUDIO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27E0F4-5A53-4D80-9B2A-5BF67B1E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33650"/>
            <a:ext cx="3067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$29.99/mo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9EBF54-0CB8-4402-8DE0-51A9B500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0990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891B2"/>
                </a:solidFill>
              </a:defRPr>
            </a:defPPr>
            <a:lvl1pPr algn="l">
              <a:defRPr sz="1050" b="1">
                <a:solidFill>
                  <a:srgbClr val="0891B2"/>
                </a:solidFill>
              </a:defRPr>
            </a:lvl1pPr>
            <a:lvl2pPr algn="l">
              <a:defRPr sz="1050" b="1">
                <a:solidFill>
                  <a:srgbClr val="0891B2"/>
                </a:solidFill>
              </a:defRPr>
            </a:lvl2pPr>
            <a:lvl3pPr algn="l">
              <a:defRPr sz="1050" b="1">
                <a:solidFill>
                  <a:srgbClr val="0891B2"/>
                </a:solidFill>
              </a:defRPr>
            </a:lvl3pPr>
            <a:lvl4pPr algn="l">
              <a:defRPr sz="1050" b="1">
                <a:solidFill>
                  <a:srgbClr val="0891B2"/>
                </a:solidFill>
              </a:defRPr>
            </a:lvl4pPr>
            <a:lvl5pPr algn="l">
              <a:defRPr sz="1050" b="1">
                <a:solidFill>
                  <a:srgbClr val="0891B2"/>
                </a:solidFill>
              </a:defRPr>
            </a:lvl5pPr>
            <a:lvl6pPr algn="l">
              <a:defRPr sz="1050" b="1">
                <a:solidFill>
                  <a:srgbClr val="0891B2"/>
                </a:solidFill>
              </a:defRPr>
            </a:lvl6pPr>
            <a:lvl7pPr algn="l">
              <a:defRPr sz="1050" b="1">
                <a:solidFill>
                  <a:srgbClr val="0891B2"/>
                </a:solidFill>
              </a:defRPr>
            </a:lvl7pPr>
            <a:lvl8pPr algn="l">
              <a:defRPr sz="1050" b="1">
                <a:solidFill>
                  <a:srgbClr val="0891B2"/>
                </a:solidFill>
              </a:defRPr>
            </a:lvl8pPr>
            <a:lvl9pPr algn="l">
              <a:defRPr sz="1050" b="1">
                <a:solidFill>
                  <a:srgbClr val="0891B2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891B2"/>
                </a:solidFill>
              </a:defRPr>
            </a:pPr>
            <a:r>
              <a:rPr sz="1050" b="1">
                <a:solidFill>
                  <a:srgbClr val="0891B2"/>
                </a:solidFill>
              </a:rPr>
              <a:t>$299.99/yr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D23BE7-86AB-4201-94D2-4C880163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86150"/>
            <a:ext cx="3067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5B6475"/>
                </a:solidFill>
              </a:defRPr>
            </a:defPPr>
            <a:lvl1pPr algn="l">
              <a:defRPr sz="975" b="0">
                <a:solidFill>
                  <a:srgbClr val="5B6475"/>
                </a:solidFill>
              </a:defRPr>
            </a:lvl1pPr>
            <a:lvl2pPr algn="l">
              <a:defRPr sz="975" b="0">
                <a:solidFill>
                  <a:srgbClr val="5B6475"/>
                </a:solidFill>
              </a:defRPr>
            </a:lvl2pPr>
            <a:lvl3pPr algn="l">
              <a:defRPr sz="975" b="0">
                <a:solidFill>
                  <a:srgbClr val="5B6475"/>
                </a:solidFill>
              </a:defRPr>
            </a:lvl3pPr>
            <a:lvl4pPr algn="l">
              <a:defRPr sz="975" b="0">
                <a:solidFill>
                  <a:srgbClr val="5B6475"/>
                </a:solidFill>
              </a:defRPr>
            </a:lvl4pPr>
            <a:lvl5pPr algn="l">
              <a:defRPr sz="975" b="0">
                <a:solidFill>
                  <a:srgbClr val="5B6475"/>
                </a:solidFill>
              </a:defRPr>
            </a:lvl5pPr>
            <a:lvl6pPr algn="l">
              <a:defRPr sz="975" b="0">
                <a:solidFill>
                  <a:srgbClr val="5B6475"/>
                </a:solidFill>
              </a:defRPr>
            </a:lvl6pPr>
            <a:lvl7pPr algn="l">
              <a:defRPr sz="975" b="0">
                <a:solidFill>
                  <a:srgbClr val="5B6475"/>
                </a:solidFill>
              </a:defRPr>
            </a:lvl7pPr>
            <a:lvl8pPr algn="l">
              <a:defRPr sz="975" b="0">
                <a:solidFill>
                  <a:srgbClr val="5B6475"/>
                </a:solidFill>
              </a:defRPr>
            </a:lvl8pPr>
            <a:lvl9pPr algn="l">
              <a:defRPr sz="9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5B6475"/>
                </a:solidFill>
              </a:defRPr>
            </a:pPr>
            <a:r>
              <a:rPr sz="975" b="0">
                <a:solidFill>
                  <a:srgbClr val="5B6475"/>
                </a:solidFill>
              </a:rPr>
              <a:t>Higher AI allowance, cross-domain synthesis, advanced exports, priority support, early features and guest access.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995176-7C06-4633-8CC5-850F25CE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81550"/>
            <a:ext cx="1733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2"/>
          </a:solidFill>
          <a:ln xmlns:a="http://schemas.openxmlformats.org/drawingml/2006/main" w="9525">
            <a:solidFill>
              <a:srgbClr val="EAF7F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0F9D78"/>
                </a:solidFill>
              </a:defRPr>
            </a:defPPr>
            <a:lvl1pPr algn="ctr">
              <a:defRPr sz="825" b="1">
                <a:solidFill>
                  <a:srgbClr val="0F9D78"/>
                </a:solidFill>
              </a:defRPr>
            </a:lvl1pPr>
            <a:lvl2pPr algn="ctr">
              <a:defRPr sz="825" b="1">
                <a:solidFill>
                  <a:srgbClr val="0F9D78"/>
                </a:solidFill>
              </a:defRPr>
            </a:lvl2pPr>
            <a:lvl3pPr algn="ctr">
              <a:defRPr sz="825" b="1">
                <a:solidFill>
                  <a:srgbClr val="0F9D78"/>
                </a:solidFill>
              </a:defRPr>
            </a:lvl3pPr>
            <a:lvl4pPr algn="ctr">
              <a:defRPr sz="825" b="1">
                <a:solidFill>
                  <a:srgbClr val="0F9D78"/>
                </a:solidFill>
              </a:defRPr>
            </a:lvl4pPr>
            <a:lvl5pPr algn="ctr">
              <a:defRPr sz="825" b="1">
                <a:solidFill>
                  <a:srgbClr val="0F9D78"/>
                </a:solidFill>
              </a:defRPr>
            </a:lvl5pPr>
            <a:lvl6pPr algn="ctr">
              <a:defRPr sz="825" b="1">
                <a:solidFill>
                  <a:srgbClr val="0F9D78"/>
                </a:solidFill>
              </a:defRPr>
            </a:lvl6pPr>
            <a:lvl7pPr algn="ctr">
              <a:defRPr sz="825" b="1">
                <a:solidFill>
                  <a:srgbClr val="0F9D78"/>
                </a:solidFill>
              </a:defRPr>
            </a:lvl7pPr>
            <a:lvl8pPr algn="ctr">
              <a:defRPr sz="825" b="1">
                <a:solidFill>
                  <a:srgbClr val="0F9D78"/>
                </a:solidFill>
              </a:defRPr>
            </a:lvl8pPr>
            <a:lvl9pPr algn="ctr">
              <a:defRPr sz="825" b="1">
                <a:solidFill>
                  <a:srgbClr val="0F9D78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0F9D78"/>
                </a:solidFill>
              </a:defRPr>
            </a:pPr>
            <a:r>
              <a:rPr sz="825" b="1">
                <a:solidFill>
                  <a:srgbClr val="0F9D78"/>
                </a:solidFill>
              </a:rPr>
              <a:t>~2 months free annually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AF2D7C-9B0E-49DF-97F3-2392ED2C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5375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21143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AEEC2A-1CB8-4245-A669-BF88B091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</a:defRPr>
            </a:defPPr>
            <a:lvl1pPr algn="ctr">
              <a:defRPr sz="975" b="1">
                <a:solidFill>
                  <a:srgbClr val="FFFFFF"/>
                </a:solidFill>
              </a:defRPr>
            </a:lvl1pPr>
            <a:lvl2pPr algn="ctr">
              <a:defRPr sz="975" b="1">
                <a:solidFill>
                  <a:srgbClr val="FFFFFF"/>
                </a:solidFill>
              </a:defRPr>
            </a:lvl2pPr>
            <a:lvl3pPr algn="ctr">
              <a:defRPr sz="975" b="1">
                <a:solidFill>
                  <a:srgbClr val="FFFFFF"/>
                </a:solidFill>
              </a:defRPr>
            </a:lvl3pPr>
            <a:lvl4pPr algn="ctr">
              <a:defRPr sz="975" b="1">
                <a:solidFill>
                  <a:srgbClr val="FFFFFF"/>
                </a:solidFill>
              </a:defRPr>
            </a:lvl4pPr>
            <a:lvl5pPr algn="ctr">
              <a:defRPr sz="975" b="1">
                <a:solidFill>
                  <a:srgbClr val="FFFFFF"/>
                </a:solidFill>
              </a:defRPr>
            </a:lvl5pPr>
            <a:lvl6pPr algn="ctr">
              <a:defRPr sz="975" b="1">
                <a:solidFill>
                  <a:srgbClr val="FFFFFF"/>
                </a:solidFill>
              </a:defRPr>
            </a:lvl6pPr>
            <a:lvl7pPr algn="ctr">
              <a:defRPr sz="975" b="1">
                <a:solidFill>
                  <a:srgbClr val="FFFFFF"/>
                </a:solidFill>
              </a:defRPr>
            </a:lvl7pPr>
            <a:lvl8pPr algn="ctr">
              <a:defRPr sz="975" b="1">
                <a:solidFill>
                  <a:srgbClr val="FFFFFF"/>
                </a:solidFill>
              </a:defRPr>
            </a:lvl8pPr>
            <a:lvl9pPr algn="ctr">
              <a:defRPr sz="9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Test price × annual anchor × AI allowance × trial. Guardrails: support load, AI cost/member, refunds and safety incidents.</a:t>
            </a:r>
          </a:p>
        </p:txBody>
      </p:sp>
    </p:spTree>
    <p:extLst>
      <p:ext uri="{BB962C8B-B14F-4D97-AF65-F5344CB8AC3E}">
        <p14:creationId xmlns:p14="http://schemas.microsoft.com/office/powerpoint/2010/main" val="207834029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99A37F-0021-4C47-83D7-4AA4E24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PRODUCTION COMPLETION TEMPLATE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8ADA04-0045-476E-8CAE-9F2C852E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Eight workstreams, each closed by reproducible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112BB3-B3BF-405A-A5F2-A7D49AF4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No workstream is complete merely because a setting exists or a test passed once.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DA8754-767C-48E1-99EC-D250DAC5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7DADD1-6EA8-4497-8A78-E1A712E7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D6DEC0-18C3-4BEB-ADCB-14327C8F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4483D3-FFB6-4899-B446-5447E45B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52578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61DCA4-B4A2-4F57-9856-C3C741A2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1. Product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06E0-7146-4691-8DE8-980A208C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7716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scope, copy, catalog, retailers, benefits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B4A862-0EF0-4941-83AD-F02469D5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1526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Evidence: acceptance + screens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4BA0EB-98D0-4318-BDC6-9C0324084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52578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7060E8-FBFF-4433-9701-F5F5E9A5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09750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2. Identity/privacy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5DB382-3A29-4A93-925E-2DF08607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prod tenant, OAuth, roles, consent, retention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A8C2E6-D288-41B1-90F0-2D41B256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526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Evidence: access + privacy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512064-D78D-4C0A-968B-0425CC52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43200"/>
            <a:ext cx="52578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24F068-11BF-4B12-AF2B-C5B2F648D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3. Data/backup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1F74F7-CA3E-4C3E-BDBB-468A03F1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8384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DB, migrations, RLS, PITR, GCS, Drive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182FC-EAA8-4E35-9DF6-BCE48883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2194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Evidence: restore + checksum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1EC2E1-0F62-4297-97E6-74BF3942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43200"/>
            <a:ext cx="52578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4373AB-7526-43A0-9D3F-BD09E32C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4. AI/quality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8A33A3-E34F-47A3-AD3C-F43118CC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384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routes, prompts, evals, budget, red-team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5E0493-ECB5-4F05-BFB7-E1F6A8D8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194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Evidence: eval report + approval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45440-C5A5-4783-BD3A-C82C259E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0"/>
            <a:ext cx="52578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EC28EF-C550-458F-8D3D-A60A8260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14343"/>
          </a:solidFill>
          <a:ln xmlns:a="http://schemas.openxmlformats.org/drawingml/2006/main" w="9525">
            <a:solidFill>
              <a:srgbClr val="D143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5. Payments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6F4D83-EF83-40CA-8FB2-93F1385E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9052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products/prices, Checkout, Portal, webhooks, tax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C062DB-B83B-4E3E-92A2-C8044CCE1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862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Evidence: Stripe lifecycle proof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E2B783-978C-4F06-B4B7-D16D4348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10000"/>
            <a:ext cx="52578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64DAC9-DB19-4DEB-84F4-A3982C83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43350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6. Reliability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4F922C-5C1A-4D9E-B31F-A768711A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052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Cloud Run, scaling, SLOs, monitoring, on-call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575A56-E7A1-42C1-8F15-88B09A05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2862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Evidence: load + alert drill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C098A3-BE7E-4123-8D6F-815540F6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76800"/>
            <a:ext cx="52578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40D23D-F77F-4F98-8AFB-81B7EB242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7. Access/support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ABA81E-FFA3-4597-85C0-31072EA7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972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WCAG, keyboard, screen reader, support mailbox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CD87CB-90E5-40BA-9762-4BFF2C91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3530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Evidence: audit + ticket drill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6F1BE0-53B2-4980-A623-1E39693A8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76800"/>
            <a:ext cx="52578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C8D46A-625C-4922-9BBA-15A31722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10150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4155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8. Release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216318-1651-42DF-A54C-BC96EBBD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72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CI/CD, digest, rollback, change log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9020D1-9AC6-4866-94AA-C24AC60A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3530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Evidence: staging sign-off</a:t>
            </a:r>
          </a:p>
        </p:txBody>
      </p:sp>
    </p:spTree>
    <p:extLst>
      <p:ext uri="{BB962C8B-B14F-4D97-AF65-F5344CB8AC3E}">
        <p14:creationId xmlns:p14="http://schemas.microsoft.com/office/powerpoint/2010/main" val="164474040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95BD70E-9411-41E9-96CD-8DACD3E3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MANUAL OWNER INPUTS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D424CC-AC37-46AF-AF28-9BDAC36C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Gregg Clark is owner, approver and launch operator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332BED-A0D4-47FD-BACC-D98B4CBD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Legal/business facts, secrets and external-console settings cannot be inferred from the repository.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207936-85B4-4AAB-A647-4C9B4F78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662EB-64F9-4CF0-A462-42183423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054C33-0A80-42B1-BCF1-D25AC960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6A7325-C4B1-43B1-B76B-715CFA72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18097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C38A4A-F1C8-4B11-A87F-DAF02DBA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724025"/>
            <a:ext cx="1676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System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085B54-69C8-41FA-98C7-9A8BE24A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95450"/>
            <a:ext cx="38100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36EA54-3B40-48AD-95F1-373FEF88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724025"/>
            <a:ext cx="3676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Manual input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E364E0-C57C-4DD8-89AE-B1D6D0DA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95450"/>
            <a:ext cx="27622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3E416F-9381-4275-A739-297C2F9B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724025"/>
            <a:ext cx="2628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E9DB6C-60DB-4D94-97A6-FD5D83DA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695450"/>
            <a:ext cx="27432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C2CC24-5C4C-45EE-8FAC-719477CA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724025"/>
            <a:ext cx="2609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Go / no-go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4C5C4B-B6B7-43F5-BAED-8360690E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76475"/>
            <a:ext cx="18097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62C645-D90A-4797-BB49-68CCA568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305050"/>
            <a:ext cx="1676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Business/legal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C9D0B5-BB6D-4D3A-9496-C591E7B9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276475"/>
            <a:ext cx="38100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5A0053-7F40-44D5-858E-AD4FAD64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305050"/>
            <a:ext cx="3676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entity, address, support, terms/privacy, AI/medical disclosure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842616-ACFA-48F0-8780-CE11D19D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76475"/>
            <a:ext cx="27622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6955B2-7731-4D0C-A2A4-1A68DB2A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305050"/>
            <a:ext cx="2628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approved docs + dates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088E23-5ADC-4040-9693-E311AA9B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76475"/>
            <a:ext cx="27432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3E2DB7-82D6-416F-ACD9-BC9E4642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305050"/>
            <a:ext cx="2609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links live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051493-2EDE-4AD5-AD9D-0FEF730F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18097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FD34E5-E6C9-49A3-BF9B-A0D865DD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86075"/>
            <a:ext cx="1676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Google Cloud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A6CA48-CB76-4B1D-B3CB-7A0E1785A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38100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F68965-7BA1-40EB-B4F1-890969A8F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886075"/>
            <a:ext cx="3676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project, billing, region, domain, IAM, quotas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7C8240-CECE-473B-A4B8-D603F78C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57500"/>
            <a:ext cx="27622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7D7B1A-CB2A-462A-AD71-CF2CF18A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886075"/>
            <a:ext cx="2628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inventory + access review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46274E-2095-401A-A3AB-64EE58FF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857500"/>
            <a:ext cx="27432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8BDFE9-C0F3-4FA3-B2D2-E7004BF2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886075"/>
            <a:ext cx="2609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least privilege + alerts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111953-2AD6-4C6B-9FA9-77B9BF228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38525"/>
            <a:ext cx="18097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84C998-942E-4573-8FE3-6917228C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67100"/>
            <a:ext cx="1676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Data/storage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0C24C7-58A3-4101-A7CD-FC57B99E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438525"/>
            <a:ext cx="38100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552DBC9-9EF6-44B7-B4DB-03378F2F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67100"/>
            <a:ext cx="3676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provider, retention, RPO/RTO, restore approver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85C35E-D4C3-473B-A235-98F93B4F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38525"/>
            <a:ext cx="27622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CB6859-7A44-4DC0-944A-11EC65206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467100"/>
            <a:ext cx="2628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backup + restore result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6B2B4EA-7EA6-49A5-8D3A-DA1326100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438525"/>
            <a:ext cx="27432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2C1584-F9F2-4670-8730-CFD8B604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467100"/>
            <a:ext cx="2609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objective met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3F0E74-6EE1-4E97-85E3-C7FFEE7D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8097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128922-7803-4913-8410-36477594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048125"/>
            <a:ext cx="1676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Stripe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BD4733B-A748-46B0-BCFC-E48842050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19550"/>
            <a:ext cx="38100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5A4AEC7-239C-4B74-8AD7-41730EA4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048125"/>
            <a:ext cx="3676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verification, bank/tax, products/prices, portal, webhook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1B172A-6D84-46D9-8559-2EEDE692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19550"/>
            <a:ext cx="27622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6E4125-A833-435D-87F8-555ADEF7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48125"/>
            <a:ext cx="2628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test + live receipts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C623C0B-95EA-49D1-AF3F-21B8C5B8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019550"/>
            <a:ext cx="27432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2FE8E3C-EF20-4816-9241-7DAF43B2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048125"/>
            <a:ext cx="2609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paid state matches access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6F504AB-98B8-48B4-B8DB-AF9C18BD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00575"/>
            <a:ext cx="18097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81A982C-10E0-473E-8FB5-E4D760ED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629150"/>
            <a:ext cx="1676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AI/models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0731422-0ADF-4207-B64D-1EB9B04A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00575"/>
            <a:ext cx="38100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1CE3DE7-B7D9-49A5-806A-E252B6CA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629150"/>
            <a:ext cx="3676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API project/key, spend, allowed data, availability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8EA6C1E-509C-496B-9DB6-FB88DC3C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600575"/>
            <a:ext cx="27622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195B260-F828-4525-8C49-4359F1B8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629150"/>
            <a:ext cx="2628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golden eval + cost report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75192CC-5CFE-4F67-A072-71D07C15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600575"/>
            <a:ext cx="27432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16057A7-AB5D-473F-8B91-1324E412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629150"/>
            <a:ext cx="2609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targets pass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BF878C-00D8-42D2-88C0-B51B868DE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81600"/>
            <a:ext cx="18097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7507136-31F5-4A94-843F-46AFB982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210175"/>
            <a:ext cx="1676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Google Drive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62682DC-1F6B-4779-9DA0-700810CB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181600"/>
            <a:ext cx="38100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46DC1C4-62CF-4F0F-87FA-255AFF57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210175"/>
            <a:ext cx="3676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folder, owner/group access, retention, folder IDs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71AE796-F800-4D51-BD57-85AC31C1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181600"/>
            <a:ext cx="27622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9FFD4ED-12BA-4F34-86E5-328023B60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210175"/>
            <a:ext cx="2628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upload + readback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8ED5DAA-F16D-409E-8311-4F4FAC85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181600"/>
            <a:ext cx="27432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EC27B82-F26F-4E8B-A4BA-9D18D0B3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5210175"/>
            <a:ext cx="2609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no DB dump/secrets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003228-F5F3-4FD7-B370-610A0D04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62625"/>
            <a:ext cx="18097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11EE091-C294-4BC8-AA45-04008165E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791200"/>
            <a:ext cx="1676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0F172A"/>
                </a:solidFill>
              </a:defRPr>
            </a:defPPr>
            <a:lvl1pPr algn="l">
              <a:defRPr sz="750" b="1">
                <a:solidFill>
                  <a:srgbClr val="0F172A"/>
                </a:solidFill>
              </a:defRPr>
            </a:lvl1pPr>
            <a:lvl2pPr algn="l">
              <a:defRPr sz="750" b="1">
                <a:solidFill>
                  <a:srgbClr val="0F172A"/>
                </a:solidFill>
              </a:defRPr>
            </a:lvl2pPr>
            <a:lvl3pPr algn="l">
              <a:defRPr sz="750" b="1">
                <a:solidFill>
                  <a:srgbClr val="0F172A"/>
                </a:solidFill>
              </a:defRPr>
            </a:lvl3pPr>
            <a:lvl4pPr algn="l">
              <a:defRPr sz="750" b="1">
                <a:solidFill>
                  <a:srgbClr val="0F172A"/>
                </a:solidFill>
              </a:defRPr>
            </a:lvl4pPr>
            <a:lvl5pPr algn="l">
              <a:defRPr sz="750" b="1">
                <a:solidFill>
                  <a:srgbClr val="0F172A"/>
                </a:solidFill>
              </a:defRPr>
            </a:lvl5pPr>
            <a:lvl6pPr algn="l">
              <a:defRPr sz="750" b="1">
                <a:solidFill>
                  <a:srgbClr val="0F172A"/>
                </a:solidFill>
              </a:defRPr>
            </a:lvl6pPr>
            <a:lvl7pPr algn="l">
              <a:defRPr sz="750" b="1">
                <a:solidFill>
                  <a:srgbClr val="0F172A"/>
                </a:solidFill>
              </a:defRPr>
            </a:lvl7pPr>
            <a:lvl8pPr algn="l">
              <a:defRPr sz="750" b="1">
                <a:solidFill>
                  <a:srgbClr val="0F172A"/>
                </a:solidFill>
              </a:defRPr>
            </a:lvl8pPr>
            <a:lvl9pPr algn="l">
              <a:defRPr sz="7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750" b="1">
                <a:solidFill>
                  <a:srgbClr val="0F172A"/>
                </a:solidFill>
              </a:defRPr>
            </a:pPr>
            <a:r>
              <a:rPr sz="750" b="1">
                <a:solidFill>
                  <a:srgbClr val="0F172A"/>
                </a:solidFill>
              </a:rPr>
              <a:t>Launch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62CBEA3-E9B8-4BA8-9487-C8CA2538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62625"/>
            <a:ext cx="38100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E78B98C-C214-4F8B-B28D-A7276C84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791200"/>
            <a:ext cx="3676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price, benefits, trial, support, date, rollback authority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7C2EA51-BA49-447B-BCF4-3CBE1ABD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762625"/>
            <a:ext cx="27622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4AEB97A-618E-454B-BE67-E8B9245B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5791200"/>
            <a:ext cx="2628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signed packet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DBBC3BC-B033-4C36-8FCA-18B75BE2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762625"/>
            <a:ext cx="27432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03D74F1-1778-416F-9976-010B5B1E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5791200"/>
            <a:ext cx="2609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B6475"/>
                </a:solidFill>
              </a:defRPr>
            </a:defPPr>
            <a:lvl1pPr algn="l">
              <a:defRPr sz="750" b="0">
                <a:solidFill>
                  <a:srgbClr val="5B6475"/>
                </a:solidFill>
              </a:defRPr>
            </a:lvl1pPr>
            <a:lvl2pPr algn="l">
              <a:defRPr sz="750" b="0">
                <a:solidFill>
                  <a:srgbClr val="5B6475"/>
                </a:solidFill>
              </a:defRPr>
            </a:lvl2pPr>
            <a:lvl3pPr algn="l">
              <a:defRPr sz="750" b="0">
                <a:solidFill>
                  <a:srgbClr val="5B6475"/>
                </a:solidFill>
              </a:defRPr>
            </a:lvl3pPr>
            <a:lvl4pPr algn="l">
              <a:defRPr sz="750" b="0">
                <a:solidFill>
                  <a:srgbClr val="5B6475"/>
                </a:solidFill>
              </a:defRPr>
            </a:lvl4pPr>
            <a:lvl5pPr algn="l">
              <a:defRPr sz="750" b="0">
                <a:solidFill>
                  <a:srgbClr val="5B6475"/>
                </a:solidFill>
              </a:defRPr>
            </a:lvl5pPr>
            <a:lvl6pPr algn="l">
              <a:defRPr sz="750" b="0">
                <a:solidFill>
                  <a:srgbClr val="5B6475"/>
                </a:solidFill>
              </a:defRPr>
            </a:lvl6pPr>
            <a:lvl7pPr algn="l">
              <a:defRPr sz="750" b="0">
                <a:solidFill>
                  <a:srgbClr val="5B6475"/>
                </a:solidFill>
              </a:defRPr>
            </a:lvl7pPr>
            <a:lvl8pPr algn="l">
              <a:defRPr sz="750" b="0">
                <a:solidFill>
                  <a:srgbClr val="5B6475"/>
                </a:solidFill>
              </a:defRPr>
            </a:lvl8pPr>
            <a:lvl9pPr algn="l">
              <a:defRPr sz="7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750" b="0">
                <a:solidFill>
                  <a:srgbClr val="5B6475"/>
                </a:solidFill>
              </a:defRPr>
            </a:pPr>
            <a:r>
              <a:rPr sz="750" b="0">
                <a:solidFill>
                  <a:srgbClr val="5B6475"/>
                </a:solidFill>
              </a:rPr>
              <a:t>Gregg approval recorded</a:t>
            </a:r>
          </a:p>
        </p:txBody>
      </p:sp>
    </p:spTree>
    <p:extLst>
      <p:ext uri="{BB962C8B-B14F-4D97-AF65-F5344CB8AC3E}">
        <p14:creationId xmlns:p14="http://schemas.microsoft.com/office/powerpoint/2010/main" val="97102495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108632-1B95-4C28-AC33-6BBDA353E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LAUNCH SEQUENCE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87ECB-403F-4713-B735-0AE50F9D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Realistic six-week evidence path after decisions and accounts are available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642A85-6D39-4FC8-B4C3-6E7AC714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Schedule is a planning proxy, not a promise; external verification remains on the critical path.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6E7522-A2AB-4A37-BAC6-1C96EFB5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4CA04-FDCD-49A9-B445-8B8BE2270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45F140-D8DE-475F-BFE0-F0355B7E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139627-17BA-4C0F-BC43-227C1E34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676400" cy="27813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12B4BA-A855-4321-99B4-53C61C9A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572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W1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F22BD1-1C1F-4A8A-9B1E-52F251A1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DECIDE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E99EB8-F228-4999-9B95-588AAA64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3716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0F172A"/>
                </a:solidFill>
              </a:defRPr>
            </a:defPPr>
            <a:lvl1pPr algn="l">
              <a:defRPr sz="975" b="1">
                <a:solidFill>
                  <a:srgbClr val="0F172A"/>
                </a:solidFill>
              </a:defRPr>
            </a:lvl1pPr>
            <a:lvl2pPr algn="l">
              <a:defRPr sz="975" b="1">
                <a:solidFill>
                  <a:srgbClr val="0F172A"/>
                </a:solidFill>
              </a:defRPr>
            </a:lvl2pPr>
            <a:lvl3pPr algn="l">
              <a:defRPr sz="975" b="1">
                <a:solidFill>
                  <a:srgbClr val="0F172A"/>
                </a:solidFill>
              </a:defRPr>
            </a:lvl3pPr>
            <a:lvl4pPr algn="l">
              <a:defRPr sz="975" b="1">
                <a:solidFill>
                  <a:srgbClr val="0F172A"/>
                </a:solidFill>
              </a:defRPr>
            </a:lvl4pPr>
            <a:lvl5pPr algn="l">
              <a:defRPr sz="975" b="1">
                <a:solidFill>
                  <a:srgbClr val="0F172A"/>
                </a:solidFill>
              </a:defRPr>
            </a:lvl5pPr>
            <a:lvl6pPr algn="l">
              <a:defRPr sz="975" b="1">
                <a:solidFill>
                  <a:srgbClr val="0F172A"/>
                </a:solidFill>
              </a:defRPr>
            </a:lvl6pPr>
            <a:lvl7pPr algn="l">
              <a:defRPr sz="975" b="1">
                <a:solidFill>
                  <a:srgbClr val="0F172A"/>
                </a:solidFill>
              </a:defRPr>
            </a:lvl7pPr>
            <a:lvl8pPr algn="l">
              <a:defRPr sz="975" b="1">
                <a:solidFill>
                  <a:srgbClr val="0F172A"/>
                </a:solidFill>
              </a:defRPr>
            </a:lvl8pPr>
            <a:lvl9pPr algn="l">
              <a:defRPr sz="97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0F172A"/>
                </a:solidFill>
              </a:defRPr>
            </a:pPr>
            <a:r>
              <a:rPr sz="975" b="1">
                <a:solidFill>
                  <a:srgbClr val="0F172A"/>
                </a:solidFill>
              </a:rPr>
              <a:t>pricing, provider, data boundary, RPO/RTO, legal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D23D7B-AF48-44EA-AE0E-FECFD9B7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09750"/>
            <a:ext cx="1676400" cy="27813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BD4D93-B5AB-42C1-9057-4820D344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00250"/>
            <a:ext cx="4572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W2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9A71D7-D7D8-4962-A514-175FEA71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574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2563EB"/>
                </a:solidFill>
              </a:defRPr>
            </a:defPPr>
            <a:lvl1pPr algn="l">
              <a:defRPr sz="825" b="1">
                <a:solidFill>
                  <a:srgbClr val="2563EB"/>
                </a:solidFill>
              </a:defRPr>
            </a:lvl1pPr>
            <a:lvl2pPr algn="l">
              <a:defRPr sz="825" b="1">
                <a:solidFill>
                  <a:srgbClr val="2563EB"/>
                </a:solidFill>
              </a:defRPr>
            </a:lvl2pPr>
            <a:lvl3pPr algn="l">
              <a:defRPr sz="825" b="1">
                <a:solidFill>
                  <a:srgbClr val="2563EB"/>
                </a:solidFill>
              </a:defRPr>
            </a:lvl3pPr>
            <a:lvl4pPr algn="l">
              <a:defRPr sz="825" b="1">
                <a:solidFill>
                  <a:srgbClr val="2563EB"/>
                </a:solidFill>
              </a:defRPr>
            </a:lvl4pPr>
            <a:lvl5pPr algn="l">
              <a:defRPr sz="825" b="1">
                <a:solidFill>
                  <a:srgbClr val="2563EB"/>
                </a:solidFill>
              </a:defRPr>
            </a:lvl5pPr>
            <a:lvl6pPr algn="l">
              <a:defRPr sz="825" b="1">
                <a:solidFill>
                  <a:srgbClr val="2563EB"/>
                </a:solidFill>
              </a:defRPr>
            </a:lvl6pPr>
            <a:lvl7pPr algn="l">
              <a:defRPr sz="825" b="1">
                <a:solidFill>
                  <a:srgbClr val="2563EB"/>
                </a:solidFill>
              </a:defRPr>
            </a:lvl7pPr>
            <a:lvl8pPr algn="l">
              <a:defRPr sz="825" b="1">
                <a:solidFill>
                  <a:srgbClr val="2563EB"/>
                </a:solidFill>
              </a:defRPr>
            </a:lvl8pPr>
            <a:lvl9pPr algn="l">
              <a:defRPr sz="825" b="1">
                <a:solidFill>
                  <a:srgbClr val="2563EB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2563EB"/>
                </a:solidFill>
              </a:defRPr>
            </a:pPr>
            <a:r>
              <a:rPr sz="825" b="1">
                <a:solidFill>
                  <a:srgbClr val="2563EB"/>
                </a:solidFill>
              </a:rPr>
              <a:t>CONFIGURE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7AB213-D1CD-4D8D-A95A-8BDCFDF2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876550"/>
            <a:ext cx="13716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0F172A"/>
                </a:solidFill>
              </a:defRPr>
            </a:defPPr>
            <a:lvl1pPr algn="l">
              <a:defRPr sz="975" b="1">
                <a:solidFill>
                  <a:srgbClr val="0F172A"/>
                </a:solidFill>
              </a:defRPr>
            </a:lvl1pPr>
            <a:lvl2pPr algn="l">
              <a:defRPr sz="975" b="1">
                <a:solidFill>
                  <a:srgbClr val="0F172A"/>
                </a:solidFill>
              </a:defRPr>
            </a:lvl2pPr>
            <a:lvl3pPr algn="l">
              <a:defRPr sz="975" b="1">
                <a:solidFill>
                  <a:srgbClr val="0F172A"/>
                </a:solidFill>
              </a:defRPr>
            </a:lvl3pPr>
            <a:lvl4pPr algn="l">
              <a:defRPr sz="975" b="1">
                <a:solidFill>
                  <a:srgbClr val="0F172A"/>
                </a:solidFill>
              </a:defRPr>
            </a:lvl4pPr>
            <a:lvl5pPr algn="l">
              <a:defRPr sz="975" b="1">
                <a:solidFill>
                  <a:srgbClr val="0F172A"/>
                </a:solidFill>
              </a:defRPr>
            </a:lvl5pPr>
            <a:lvl6pPr algn="l">
              <a:defRPr sz="975" b="1">
                <a:solidFill>
                  <a:srgbClr val="0F172A"/>
                </a:solidFill>
              </a:defRPr>
            </a:lvl6pPr>
            <a:lvl7pPr algn="l">
              <a:defRPr sz="975" b="1">
                <a:solidFill>
                  <a:srgbClr val="0F172A"/>
                </a:solidFill>
              </a:defRPr>
            </a:lvl7pPr>
            <a:lvl8pPr algn="l">
              <a:defRPr sz="975" b="1">
                <a:solidFill>
                  <a:srgbClr val="0F172A"/>
                </a:solidFill>
              </a:defRPr>
            </a:lvl8pPr>
            <a:lvl9pPr algn="l">
              <a:defRPr sz="97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0F172A"/>
                </a:solidFill>
              </a:defRPr>
            </a:pPr>
            <a:r>
              <a:rPr sz="975" b="1">
                <a:solidFill>
                  <a:srgbClr val="0F172A"/>
                </a:solidFill>
              </a:rPr>
              <a:t>identity, database, secrets, Stripe, Google projects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799CCE-07DB-4202-8675-E893B3FB9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09750"/>
            <a:ext cx="1676400" cy="27813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7BF9E7-FDEE-4B7E-A8F7-7F0453B6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00250"/>
            <a:ext cx="4572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W3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408587-50B8-4534-8F7E-1AF8004E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574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0891B2"/>
                </a:solidFill>
              </a:defRPr>
            </a:defPPr>
            <a:lvl1pPr algn="l">
              <a:defRPr sz="825" b="1">
                <a:solidFill>
                  <a:srgbClr val="0891B2"/>
                </a:solidFill>
              </a:defRPr>
            </a:lvl1pPr>
            <a:lvl2pPr algn="l">
              <a:defRPr sz="825" b="1">
                <a:solidFill>
                  <a:srgbClr val="0891B2"/>
                </a:solidFill>
              </a:defRPr>
            </a:lvl2pPr>
            <a:lvl3pPr algn="l">
              <a:defRPr sz="825" b="1">
                <a:solidFill>
                  <a:srgbClr val="0891B2"/>
                </a:solidFill>
              </a:defRPr>
            </a:lvl3pPr>
            <a:lvl4pPr algn="l">
              <a:defRPr sz="825" b="1">
                <a:solidFill>
                  <a:srgbClr val="0891B2"/>
                </a:solidFill>
              </a:defRPr>
            </a:lvl4pPr>
            <a:lvl5pPr algn="l">
              <a:defRPr sz="825" b="1">
                <a:solidFill>
                  <a:srgbClr val="0891B2"/>
                </a:solidFill>
              </a:defRPr>
            </a:lvl5pPr>
            <a:lvl6pPr algn="l">
              <a:defRPr sz="825" b="1">
                <a:solidFill>
                  <a:srgbClr val="0891B2"/>
                </a:solidFill>
              </a:defRPr>
            </a:lvl6pPr>
            <a:lvl7pPr algn="l">
              <a:defRPr sz="825" b="1">
                <a:solidFill>
                  <a:srgbClr val="0891B2"/>
                </a:solidFill>
              </a:defRPr>
            </a:lvl7pPr>
            <a:lvl8pPr algn="l">
              <a:defRPr sz="825" b="1">
                <a:solidFill>
                  <a:srgbClr val="0891B2"/>
                </a:solidFill>
              </a:defRPr>
            </a:lvl8pPr>
            <a:lvl9pPr algn="l">
              <a:defRPr sz="825" b="1">
                <a:solidFill>
                  <a:srgbClr val="0891B2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0891B2"/>
                </a:solidFill>
              </a:defRPr>
            </a:pPr>
            <a:r>
              <a:rPr sz="825" b="1">
                <a:solidFill>
                  <a:srgbClr val="0891B2"/>
                </a:solidFill>
              </a:rPr>
              <a:t>INTEGRATE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B1E883-AFB0-49A0-9CB1-77129660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76550"/>
            <a:ext cx="13716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0F172A"/>
                </a:solidFill>
              </a:defRPr>
            </a:defPPr>
            <a:lvl1pPr algn="l">
              <a:defRPr sz="975" b="1">
                <a:solidFill>
                  <a:srgbClr val="0F172A"/>
                </a:solidFill>
              </a:defRPr>
            </a:lvl1pPr>
            <a:lvl2pPr algn="l">
              <a:defRPr sz="975" b="1">
                <a:solidFill>
                  <a:srgbClr val="0F172A"/>
                </a:solidFill>
              </a:defRPr>
            </a:lvl2pPr>
            <a:lvl3pPr algn="l">
              <a:defRPr sz="975" b="1">
                <a:solidFill>
                  <a:srgbClr val="0F172A"/>
                </a:solidFill>
              </a:defRPr>
            </a:lvl3pPr>
            <a:lvl4pPr algn="l">
              <a:defRPr sz="975" b="1">
                <a:solidFill>
                  <a:srgbClr val="0F172A"/>
                </a:solidFill>
              </a:defRPr>
            </a:lvl4pPr>
            <a:lvl5pPr algn="l">
              <a:defRPr sz="975" b="1">
                <a:solidFill>
                  <a:srgbClr val="0F172A"/>
                </a:solidFill>
              </a:defRPr>
            </a:lvl5pPr>
            <a:lvl6pPr algn="l">
              <a:defRPr sz="975" b="1">
                <a:solidFill>
                  <a:srgbClr val="0F172A"/>
                </a:solidFill>
              </a:defRPr>
            </a:lvl6pPr>
            <a:lvl7pPr algn="l">
              <a:defRPr sz="975" b="1">
                <a:solidFill>
                  <a:srgbClr val="0F172A"/>
                </a:solidFill>
              </a:defRPr>
            </a:lvl7pPr>
            <a:lvl8pPr algn="l">
              <a:defRPr sz="975" b="1">
                <a:solidFill>
                  <a:srgbClr val="0F172A"/>
                </a:solidFill>
              </a:defRPr>
            </a:lvl8pPr>
            <a:lvl9pPr algn="l">
              <a:defRPr sz="97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0F172A"/>
                </a:solidFill>
              </a:defRPr>
            </a:pPr>
            <a:r>
              <a:rPr sz="975" b="1">
                <a:solidFill>
                  <a:srgbClr val="0F172A"/>
                </a:solidFill>
              </a:rPr>
              <a:t>migrations, webhooks, Cloud Run, GCS/Drive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3931B0-2020-43F5-BCB4-A87E5902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09750"/>
            <a:ext cx="1676400" cy="27813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D83CFE-044E-4FAE-829D-945BE506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00250"/>
            <a:ext cx="4572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W4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810905-7143-46B1-A36E-B53CFCC6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574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0F9D78"/>
                </a:solidFill>
              </a:defRPr>
            </a:defPPr>
            <a:lvl1pPr algn="l">
              <a:defRPr sz="825" b="1">
                <a:solidFill>
                  <a:srgbClr val="0F9D78"/>
                </a:solidFill>
              </a:defRPr>
            </a:lvl1pPr>
            <a:lvl2pPr algn="l">
              <a:defRPr sz="825" b="1">
                <a:solidFill>
                  <a:srgbClr val="0F9D78"/>
                </a:solidFill>
              </a:defRPr>
            </a:lvl2pPr>
            <a:lvl3pPr algn="l">
              <a:defRPr sz="825" b="1">
                <a:solidFill>
                  <a:srgbClr val="0F9D78"/>
                </a:solidFill>
              </a:defRPr>
            </a:lvl3pPr>
            <a:lvl4pPr algn="l">
              <a:defRPr sz="825" b="1">
                <a:solidFill>
                  <a:srgbClr val="0F9D78"/>
                </a:solidFill>
              </a:defRPr>
            </a:lvl4pPr>
            <a:lvl5pPr algn="l">
              <a:defRPr sz="825" b="1">
                <a:solidFill>
                  <a:srgbClr val="0F9D78"/>
                </a:solidFill>
              </a:defRPr>
            </a:lvl5pPr>
            <a:lvl6pPr algn="l">
              <a:defRPr sz="825" b="1">
                <a:solidFill>
                  <a:srgbClr val="0F9D78"/>
                </a:solidFill>
              </a:defRPr>
            </a:lvl6pPr>
            <a:lvl7pPr algn="l">
              <a:defRPr sz="825" b="1">
                <a:solidFill>
                  <a:srgbClr val="0F9D78"/>
                </a:solidFill>
              </a:defRPr>
            </a:lvl7pPr>
            <a:lvl8pPr algn="l">
              <a:defRPr sz="825" b="1">
                <a:solidFill>
                  <a:srgbClr val="0F9D78"/>
                </a:solidFill>
              </a:defRPr>
            </a:lvl8pPr>
            <a:lvl9pPr algn="l">
              <a:defRPr sz="825" b="1">
                <a:solidFill>
                  <a:srgbClr val="0F9D78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0F9D78"/>
                </a:solidFill>
              </a:defRPr>
            </a:pPr>
            <a:r>
              <a:rPr sz="825" b="1">
                <a:solidFill>
                  <a:srgbClr val="0F9D78"/>
                </a:solidFill>
              </a:rPr>
              <a:t>QUALIFY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150217-1AB5-4A74-B270-49EBE2475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76550"/>
            <a:ext cx="13716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0F172A"/>
                </a:solidFill>
              </a:defRPr>
            </a:defPPr>
            <a:lvl1pPr algn="l">
              <a:defRPr sz="975" b="1">
                <a:solidFill>
                  <a:srgbClr val="0F172A"/>
                </a:solidFill>
              </a:defRPr>
            </a:lvl1pPr>
            <a:lvl2pPr algn="l">
              <a:defRPr sz="975" b="1">
                <a:solidFill>
                  <a:srgbClr val="0F172A"/>
                </a:solidFill>
              </a:defRPr>
            </a:lvl2pPr>
            <a:lvl3pPr algn="l">
              <a:defRPr sz="975" b="1">
                <a:solidFill>
                  <a:srgbClr val="0F172A"/>
                </a:solidFill>
              </a:defRPr>
            </a:lvl3pPr>
            <a:lvl4pPr algn="l">
              <a:defRPr sz="975" b="1">
                <a:solidFill>
                  <a:srgbClr val="0F172A"/>
                </a:solidFill>
              </a:defRPr>
            </a:lvl4pPr>
            <a:lvl5pPr algn="l">
              <a:defRPr sz="975" b="1">
                <a:solidFill>
                  <a:srgbClr val="0F172A"/>
                </a:solidFill>
              </a:defRPr>
            </a:lvl5pPr>
            <a:lvl6pPr algn="l">
              <a:defRPr sz="975" b="1">
                <a:solidFill>
                  <a:srgbClr val="0F172A"/>
                </a:solidFill>
              </a:defRPr>
            </a:lvl6pPr>
            <a:lvl7pPr algn="l">
              <a:defRPr sz="975" b="1">
                <a:solidFill>
                  <a:srgbClr val="0F172A"/>
                </a:solidFill>
              </a:defRPr>
            </a:lvl7pPr>
            <a:lvl8pPr algn="l">
              <a:defRPr sz="975" b="1">
                <a:solidFill>
                  <a:srgbClr val="0F172A"/>
                </a:solidFill>
              </a:defRPr>
            </a:lvl8pPr>
            <a:lvl9pPr algn="l">
              <a:defRPr sz="97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0F172A"/>
                </a:solidFill>
              </a:defRPr>
            </a:pPr>
            <a:r>
              <a:rPr sz="975" b="1">
                <a:solidFill>
                  <a:srgbClr val="0F172A"/>
                </a:solidFill>
              </a:rPr>
              <a:t>AI, accessibility, security, load and failure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668BF3-271B-4D45-A75C-52016DC0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809750"/>
            <a:ext cx="1676400" cy="27813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95D9F1-5454-4B0D-9C91-463C05DE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00250"/>
            <a:ext cx="4572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W5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813439-3559-4916-8965-6907FC0A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574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D97706"/>
                </a:solidFill>
              </a:defRPr>
            </a:defPPr>
            <a:lvl1pPr algn="l">
              <a:defRPr sz="825" b="1">
                <a:solidFill>
                  <a:srgbClr val="D97706"/>
                </a:solidFill>
              </a:defRPr>
            </a:lvl1pPr>
            <a:lvl2pPr algn="l">
              <a:defRPr sz="825" b="1">
                <a:solidFill>
                  <a:srgbClr val="D97706"/>
                </a:solidFill>
              </a:defRPr>
            </a:lvl2pPr>
            <a:lvl3pPr algn="l">
              <a:defRPr sz="825" b="1">
                <a:solidFill>
                  <a:srgbClr val="D97706"/>
                </a:solidFill>
              </a:defRPr>
            </a:lvl3pPr>
            <a:lvl4pPr algn="l">
              <a:defRPr sz="825" b="1">
                <a:solidFill>
                  <a:srgbClr val="D97706"/>
                </a:solidFill>
              </a:defRPr>
            </a:lvl4pPr>
            <a:lvl5pPr algn="l">
              <a:defRPr sz="825" b="1">
                <a:solidFill>
                  <a:srgbClr val="D97706"/>
                </a:solidFill>
              </a:defRPr>
            </a:lvl5pPr>
            <a:lvl6pPr algn="l">
              <a:defRPr sz="825" b="1">
                <a:solidFill>
                  <a:srgbClr val="D97706"/>
                </a:solidFill>
              </a:defRPr>
            </a:lvl6pPr>
            <a:lvl7pPr algn="l">
              <a:defRPr sz="825" b="1">
                <a:solidFill>
                  <a:srgbClr val="D97706"/>
                </a:solidFill>
              </a:defRPr>
            </a:lvl7pPr>
            <a:lvl8pPr algn="l">
              <a:defRPr sz="825" b="1">
                <a:solidFill>
                  <a:srgbClr val="D97706"/>
                </a:solidFill>
              </a:defRPr>
            </a:lvl8pPr>
            <a:lvl9pPr algn="l">
              <a:defRPr sz="825" b="1">
                <a:solidFill>
                  <a:srgbClr val="D97706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D97706"/>
                </a:solidFill>
              </a:defRPr>
            </a:pPr>
            <a:r>
              <a:rPr sz="825" b="1">
                <a:solidFill>
                  <a:srgbClr val="D97706"/>
                </a:solidFill>
              </a:rPr>
              <a:t>REHEARSE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63D2D6-1B56-4998-9E1F-83E626DD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76550"/>
            <a:ext cx="13716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0F172A"/>
                </a:solidFill>
              </a:defRPr>
            </a:defPPr>
            <a:lvl1pPr algn="l">
              <a:defRPr sz="975" b="1">
                <a:solidFill>
                  <a:srgbClr val="0F172A"/>
                </a:solidFill>
              </a:defRPr>
            </a:lvl1pPr>
            <a:lvl2pPr algn="l">
              <a:defRPr sz="975" b="1">
                <a:solidFill>
                  <a:srgbClr val="0F172A"/>
                </a:solidFill>
              </a:defRPr>
            </a:lvl2pPr>
            <a:lvl3pPr algn="l">
              <a:defRPr sz="975" b="1">
                <a:solidFill>
                  <a:srgbClr val="0F172A"/>
                </a:solidFill>
              </a:defRPr>
            </a:lvl3pPr>
            <a:lvl4pPr algn="l">
              <a:defRPr sz="975" b="1">
                <a:solidFill>
                  <a:srgbClr val="0F172A"/>
                </a:solidFill>
              </a:defRPr>
            </a:lvl4pPr>
            <a:lvl5pPr algn="l">
              <a:defRPr sz="975" b="1">
                <a:solidFill>
                  <a:srgbClr val="0F172A"/>
                </a:solidFill>
              </a:defRPr>
            </a:lvl5pPr>
            <a:lvl6pPr algn="l">
              <a:defRPr sz="975" b="1">
                <a:solidFill>
                  <a:srgbClr val="0F172A"/>
                </a:solidFill>
              </a:defRPr>
            </a:lvl6pPr>
            <a:lvl7pPr algn="l">
              <a:defRPr sz="975" b="1">
                <a:solidFill>
                  <a:srgbClr val="0F172A"/>
                </a:solidFill>
              </a:defRPr>
            </a:lvl7pPr>
            <a:lvl8pPr algn="l">
              <a:defRPr sz="975" b="1">
                <a:solidFill>
                  <a:srgbClr val="0F172A"/>
                </a:solidFill>
              </a:defRPr>
            </a:lvl8pPr>
            <a:lvl9pPr algn="l">
              <a:defRPr sz="97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0F172A"/>
                </a:solidFill>
              </a:defRPr>
            </a:pPr>
            <a:r>
              <a:rPr sz="975" b="1">
                <a:solidFill>
                  <a:srgbClr val="0F172A"/>
                </a:solidFill>
              </a:rPr>
              <a:t>restore, rollback, incident, support and billing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B31366-9EC6-4202-BCF4-92ADCC51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809750"/>
            <a:ext cx="1676400" cy="27813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889081-1935-4D5A-A729-6133F33A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000250"/>
            <a:ext cx="4572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14343"/>
          </a:solidFill>
          <a:ln xmlns:a="http://schemas.openxmlformats.org/drawingml/2006/main" w="9525">
            <a:solidFill>
              <a:srgbClr val="D143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W6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005862-459D-4DA1-A7EC-C9F41090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4574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D14343"/>
                </a:solidFill>
              </a:defRPr>
            </a:defPPr>
            <a:lvl1pPr algn="l">
              <a:defRPr sz="825" b="1">
                <a:solidFill>
                  <a:srgbClr val="D14343"/>
                </a:solidFill>
              </a:defRPr>
            </a:lvl1pPr>
            <a:lvl2pPr algn="l">
              <a:defRPr sz="825" b="1">
                <a:solidFill>
                  <a:srgbClr val="D14343"/>
                </a:solidFill>
              </a:defRPr>
            </a:lvl2pPr>
            <a:lvl3pPr algn="l">
              <a:defRPr sz="825" b="1">
                <a:solidFill>
                  <a:srgbClr val="D14343"/>
                </a:solidFill>
              </a:defRPr>
            </a:lvl3pPr>
            <a:lvl4pPr algn="l">
              <a:defRPr sz="825" b="1">
                <a:solidFill>
                  <a:srgbClr val="D14343"/>
                </a:solidFill>
              </a:defRPr>
            </a:lvl4pPr>
            <a:lvl5pPr algn="l">
              <a:defRPr sz="825" b="1">
                <a:solidFill>
                  <a:srgbClr val="D14343"/>
                </a:solidFill>
              </a:defRPr>
            </a:lvl5pPr>
            <a:lvl6pPr algn="l">
              <a:defRPr sz="825" b="1">
                <a:solidFill>
                  <a:srgbClr val="D14343"/>
                </a:solidFill>
              </a:defRPr>
            </a:lvl6pPr>
            <a:lvl7pPr algn="l">
              <a:defRPr sz="825" b="1">
                <a:solidFill>
                  <a:srgbClr val="D14343"/>
                </a:solidFill>
              </a:defRPr>
            </a:lvl7pPr>
            <a:lvl8pPr algn="l">
              <a:defRPr sz="825" b="1">
                <a:solidFill>
                  <a:srgbClr val="D14343"/>
                </a:solidFill>
              </a:defRPr>
            </a:lvl8pPr>
            <a:lvl9pPr algn="l">
              <a:defRPr sz="825" b="1">
                <a:solidFill>
                  <a:srgbClr val="D14343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D14343"/>
                </a:solidFill>
              </a:defRPr>
            </a:pPr>
            <a:r>
              <a:rPr sz="825" b="1">
                <a:solidFill>
                  <a:srgbClr val="D14343"/>
                </a:solidFill>
              </a:rPr>
              <a:t>RELEASE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6BB32C-2F71-4D95-8589-1090049E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876550"/>
            <a:ext cx="13716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0F172A"/>
                </a:solidFill>
              </a:defRPr>
            </a:defPPr>
            <a:lvl1pPr algn="l">
              <a:defRPr sz="975" b="1">
                <a:solidFill>
                  <a:srgbClr val="0F172A"/>
                </a:solidFill>
              </a:defRPr>
            </a:lvl1pPr>
            <a:lvl2pPr algn="l">
              <a:defRPr sz="975" b="1">
                <a:solidFill>
                  <a:srgbClr val="0F172A"/>
                </a:solidFill>
              </a:defRPr>
            </a:lvl2pPr>
            <a:lvl3pPr algn="l">
              <a:defRPr sz="975" b="1">
                <a:solidFill>
                  <a:srgbClr val="0F172A"/>
                </a:solidFill>
              </a:defRPr>
            </a:lvl3pPr>
            <a:lvl4pPr algn="l">
              <a:defRPr sz="975" b="1">
                <a:solidFill>
                  <a:srgbClr val="0F172A"/>
                </a:solidFill>
              </a:defRPr>
            </a:lvl4pPr>
            <a:lvl5pPr algn="l">
              <a:defRPr sz="975" b="1">
                <a:solidFill>
                  <a:srgbClr val="0F172A"/>
                </a:solidFill>
              </a:defRPr>
            </a:lvl5pPr>
            <a:lvl6pPr algn="l">
              <a:defRPr sz="975" b="1">
                <a:solidFill>
                  <a:srgbClr val="0F172A"/>
                </a:solidFill>
              </a:defRPr>
            </a:lvl6pPr>
            <a:lvl7pPr algn="l">
              <a:defRPr sz="975" b="1">
                <a:solidFill>
                  <a:srgbClr val="0F172A"/>
                </a:solidFill>
              </a:defRPr>
            </a:lvl7pPr>
            <a:lvl8pPr algn="l">
              <a:defRPr sz="975" b="1">
                <a:solidFill>
                  <a:srgbClr val="0F172A"/>
                </a:solidFill>
              </a:defRPr>
            </a:lvl8pPr>
            <a:lvl9pPr algn="l">
              <a:defRPr sz="97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0F172A"/>
                </a:solidFill>
              </a:defRPr>
            </a:pPr>
            <a:r>
              <a:rPr sz="975" b="1">
                <a:solidFill>
                  <a:srgbClr val="0F172A"/>
                </a:solidFill>
              </a:rPr>
              <a:t>acceptance, signed packet, canary, observe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67F43A-A0F7-430C-92EB-3599C7D0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0"/>
            <a:ext cx="52578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72C0BB-CADF-4A99-8E0F-5D54DB3D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95875"/>
            <a:ext cx="5715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6D28D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B8015F-08B5-4F5A-8795-4262CD2D2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86350"/>
            <a:ext cx="480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Compute allocation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F83D28-DF2C-46EF-8494-F8C1153E1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91150"/>
            <a:ext cx="4800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Product/legal 20% · cloud/data 25% · payments/identity 15% · AI qualification 20% · QA/accessibility/security 15% · operations 5%.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8C8A7A-64F0-487A-90C1-28E0638A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953000"/>
            <a:ext cx="56769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A3B7E6-F38A-41FA-AF43-1CF059B9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5095875"/>
            <a:ext cx="5715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14343"/>
          </a:solidFill>
          <a:ln xmlns:a="http://schemas.openxmlformats.org/drawingml/2006/main" w="0">
            <a:solidFill>
              <a:srgbClr val="D1434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B428D4-1202-4B6B-8E02-C0790565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86350"/>
            <a:ext cx="521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Stop conditions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77DECA-3B83-411C-884A-3EB89CA1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391150"/>
            <a:ext cx="521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No restore evidence; unverified webhook; critical access/security defect; missing legal links; unapproved live catalog; AI regression; unsupported rollback.</a:t>
            </a:r>
          </a:p>
        </p:txBody>
      </p:sp>
    </p:spTree>
    <p:extLst>
      <p:ext uri="{BB962C8B-B14F-4D97-AF65-F5344CB8AC3E}">
        <p14:creationId xmlns:p14="http://schemas.microsoft.com/office/powerpoint/2010/main" val="178813680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20B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F42166-DFD2-4342-845F-B802F878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2266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215B"/>
          </a:solidFill>
          <a:ln xmlns:a="http://schemas.openxmlformats.org/drawingml/2006/main" w="9525">
            <a:solidFill>
              <a:srgbClr val="34215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D9CCFF"/>
                </a:solidFill>
              </a:defRPr>
            </a:defPPr>
            <a:lvl1pPr algn="ctr">
              <a:defRPr sz="825" b="1">
                <a:solidFill>
                  <a:srgbClr val="D9CCFF"/>
                </a:solidFill>
              </a:defRPr>
            </a:lvl1pPr>
            <a:lvl2pPr algn="ctr">
              <a:defRPr sz="825" b="1">
                <a:solidFill>
                  <a:srgbClr val="D9CCFF"/>
                </a:solidFill>
              </a:defRPr>
            </a:lvl2pPr>
            <a:lvl3pPr algn="ctr">
              <a:defRPr sz="825" b="1">
                <a:solidFill>
                  <a:srgbClr val="D9CCFF"/>
                </a:solidFill>
              </a:defRPr>
            </a:lvl3pPr>
            <a:lvl4pPr algn="ctr">
              <a:defRPr sz="825" b="1">
                <a:solidFill>
                  <a:srgbClr val="D9CCFF"/>
                </a:solidFill>
              </a:defRPr>
            </a:lvl4pPr>
            <a:lvl5pPr algn="ctr">
              <a:defRPr sz="825" b="1">
                <a:solidFill>
                  <a:srgbClr val="D9CCFF"/>
                </a:solidFill>
              </a:defRPr>
            </a:lvl5pPr>
            <a:lvl6pPr algn="ctr">
              <a:defRPr sz="825" b="1">
                <a:solidFill>
                  <a:srgbClr val="D9CCFF"/>
                </a:solidFill>
              </a:defRPr>
            </a:lvl6pPr>
            <a:lvl7pPr algn="ctr">
              <a:defRPr sz="825" b="1">
                <a:solidFill>
                  <a:srgbClr val="D9CCFF"/>
                </a:solidFill>
              </a:defRPr>
            </a:lvl7pPr>
            <a:lvl8pPr algn="ctr">
              <a:defRPr sz="825" b="1">
                <a:solidFill>
                  <a:srgbClr val="D9CCFF"/>
                </a:solidFill>
              </a:defRPr>
            </a:lvl8pPr>
            <a:lvl9pPr algn="ctr">
              <a:defRPr sz="825" b="1">
                <a:solidFill>
                  <a:srgbClr val="D9CC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D9CCFF"/>
                </a:solidFill>
              </a:defRPr>
            </a:pPr>
            <a:r>
              <a:rPr sz="825" b="1">
                <a:solidFill>
                  <a:srgbClr val="D9CCFF"/>
                </a:solidFill>
              </a:rPr>
              <a:t>LAUNCH AUTHORITY · GREGG CLARK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5D45B0-894E-4209-87CE-4DCEEB03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</a:defRPr>
            </a:defPPr>
            <a:lvl1pPr algn="ctr">
              <a:defRPr sz="3000" b="1">
                <a:solidFill>
                  <a:srgbClr val="FFFFFF"/>
                </a:solidFill>
              </a:defRPr>
            </a:lvl1pPr>
            <a:lvl2pPr algn="ctr">
              <a:defRPr sz="3000" b="1">
                <a:solidFill>
                  <a:srgbClr val="FFFFFF"/>
                </a:solidFill>
              </a:defRPr>
            </a:lvl2pPr>
            <a:lvl3pPr algn="ctr">
              <a:defRPr sz="3000" b="1">
                <a:solidFill>
                  <a:srgbClr val="FFFFFF"/>
                </a:solidFill>
              </a:defRPr>
            </a:lvl3pPr>
            <a:lvl4pPr algn="ctr">
              <a:defRPr sz="3000" b="1">
                <a:solidFill>
                  <a:srgbClr val="FFFFFF"/>
                </a:solidFill>
              </a:defRPr>
            </a:lvl4pPr>
            <a:lvl5pPr algn="ctr">
              <a:defRPr sz="3000" b="1">
                <a:solidFill>
                  <a:srgbClr val="FFFFFF"/>
                </a:solidFill>
              </a:defRPr>
            </a:lvl5pPr>
            <a:lvl6pPr algn="ctr">
              <a:defRPr sz="3000" b="1">
                <a:solidFill>
                  <a:srgbClr val="FFFFFF"/>
                </a:solidFill>
              </a:defRPr>
            </a:lvl6pPr>
            <a:lvl7pPr algn="ctr">
              <a:defRPr sz="3000" b="1">
                <a:solidFill>
                  <a:srgbClr val="FFFFFF"/>
                </a:solidFill>
              </a:defRPr>
            </a:lvl7pPr>
            <a:lvl8pPr algn="ctr">
              <a:defRPr sz="3000" b="1">
                <a:solidFill>
                  <a:srgbClr val="FFFFFF"/>
                </a:solidFill>
              </a:defRPr>
            </a:lvl8pPr>
            <a:lvl9pPr algn="ctr">
              <a:defRPr sz="30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Move from build to controlled production qualification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EF143D-D9CA-46CF-BC8E-4F62343F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11125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D9CCFF"/>
                </a:solidFill>
              </a:defRPr>
            </a:defPPr>
            <a:lvl1pPr algn="ctr">
              <a:defRPr sz="1350" b="0">
                <a:solidFill>
                  <a:srgbClr val="D9CCFF"/>
                </a:solidFill>
              </a:defRPr>
            </a:lvl1pPr>
            <a:lvl2pPr algn="ctr">
              <a:defRPr sz="1350" b="0">
                <a:solidFill>
                  <a:srgbClr val="D9CCFF"/>
                </a:solidFill>
              </a:defRPr>
            </a:lvl2pPr>
            <a:lvl3pPr algn="ctr">
              <a:defRPr sz="1350" b="0">
                <a:solidFill>
                  <a:srgbClr val="D9CCFF"/>
                </a:solidFill>
              </a:defRPr>
            </a:lvl3pPr>
            <a:lvl4pPr algn="ctr">
              <a:defRPr sz="1350" b="0">
                <a:solidFill>
                  <a:srgbClr val="D9CCFF"/>
                </a:solidFill>
              </a:defRPr>
            </a:lvl4pPr>
            <a:lvl5pPr algn="ctr">
              <a:defRPr sz="1350" b="0">
                <a:solidFill>
                  <a:srgbClr val="D9CCFF"/>
                </a:solidFill>
              </a:defRPr>
            </a:lvl5pPr>
            <a:lvl6pPr algn="ctr">
              <a:defRPr sz="1350" b="0">
                <a:solidFill>
                  <a:srgbClr val="D9CCFF"/>
                </a:solidFill>
              </a:defRPr>
            </a:lvl6pPr>
            <a:lvl7pPr algn="ctr">
              <a:defRPr sz="1350" b="0">
                <a:solidFill>
                  <a:srgbClr val="D9CCFF"/>
                </a:solidFill>
              </a:defRPr>
            </a:lvl7pPr>
            <a:lvl8pPr algn="ctr">
              <a:defRPr sz="1350" b="0">
                <a:solidFill>
                  <a:srgbClr val="D9CCFF"/>
                </a:solidFill>
              </a:defRPr>
            </a:lvl8pPr>
            <a:lvl9pPr algn="ctr">
              <a:defRPr sz="1350" b="0">
                <a:solidFill>
                  <a:srgbClr val="D9CCFF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D9CCFF"/>
                </a:solidFill>
              </a:defRPr>
            </a:pPr>
            <a:r>
              <a:rPr sz="1350" b="0">
                <a:solidFill>
                  <a:srgbClr val="D9CCFF"/>
                </a:solidFill>
              </a:rPr>
              <a:t>Four explicit approvals start the final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197FC-69DA-4407-9295-B53466DA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90900"/>
            <a:ext cx="52578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4B37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A85C45-0845-42DC-9E42-EE8FFC9C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361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72E07-F962-4D53-9490-D977028C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FFFFF"/>
                </a:solidFill>
              </a:defRPr>
            </a:defPPr>
            <a:lvl1pPr algn="l">
              <a:defRPr sz="1125" b="1">
                <a:solidFill>
                  <a:srgbClr val="FFFFFF"/>
                </a:solidFill>
              </a:defRPr>
            </a:lvl1pPr>
            <a:lvl2pPr algn="l">
              <a:defRPr sz="1125" b="1">
                <a:solidFill>
                  <a:srgbClr val="FFFFFF"/>
                </a:solidFill>
              </a:defRPr>
            </a:lvl2pPr>
            <a:lvl3pPr algn="l">
              <a:defRPr sz="1125" b="1">
                <a:solidFill>
                  <a:srgbClr val="FFFFFF"/>
                </a:solidFill>
              </a:defRPr>
            </a:lvl3pPr>
            <a:lvl4pPr algn="l">
              <a:defRPr sz="1125" b="1">
                <a:solidFill>
                  <a:srgbClr val="FFFFFF"/>
                </a:solidFill>
              </a:defRPr>
            </a:lvl4pPr>
            <a:lvl5pPr algn="l">
              <a:defRPr sz="1125" b="1">
                <a:solidFill>
                  <a:srgbClr val="FFFFFF"/>
                </a:solidFill>
              </a:defRPr>
            </a:lvl5pPr>
            <a:lvl6pPr algn="l">
              <a:defRPr sz="1125" b="1">
                <a:solidFill>
                  <a:srgbClr val="FFFFFF"/>
                </a:solidFill>
              </a:defRPr>
            </a:lvl6pPr>
            <a:lvl7pPr algn="l">
              <a:defRPr sz="1125" b="1">
                <a:solidFill>
                  <a:srgbClr val="FFFFFF"/>
                </a:solidFill>
              </a:defRPr>
            </a:lvl7pPr>
            <a:lvl8pPr algn="l">
              <a:defRPr sz="1125" b="1">
                <a:solidFill>
                  <a:srgbClr val="FFFFFF"/>
                </a:solidFill>
              </a:defRPr>
            </a:lvl8pPr>
            <a:lvl9pPr algn="l">
              <a:defRPr sz="11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Commercial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865DDA-66B0-42AC-9192-BFDFA9E5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436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D8CFF0"/>
                </a:solidFill>
              </a:defRPr>
            </a:defPPr>
            <a:lvl1pPr algn="l">
              <a:defRPr sz="900" b="0">
                <a:solidFill>
                  <a:srgbClr val="D8CFF0"/>
                </a:solidFill>
              </a:defRPr>
            </a:lvl1pPr>
            <a:lvl2pPr algn="l">
              <a:defRPr sz="900" b="0">
                <a:solidFill>
                  <a:srgbClr val="D8CFF0"/>
                </a:solidFill>
              </a:defRPr>
            </a:lvl2pPr>
            <a:lvl3pPr algn="l">
              <a:defRPr sz="900" b="0">
                <a:solidFill>
                  <a:srgbClr val="D8CFF0"/>
                </a:solidFill>
              </a:defRPr>
            </a:lvl3pPr>
            <a:lvl4pPr algn="l">
              <a:defRPr sz="900" b="0">
                <a:solidFill>
                  <a:srgbClr val="D8CFF0"/>
                </a:solidFill>
              </a:defRPr>
            </a:lvl4pPr>
            <a:lvl5pPr algn="l">
              <a:defRPr sz="900" b="0">
                <a:solidFill>
                  <a:srgbClr val="D8CFF0"/>
                </a:solidFill>
              </a:defRPr>
            </a:lvl5pPr>
            <a:lvl6pPr algn="l">
              <a:defRPr sz="900" b="0">
                <a:solidFill>
                  <a:srgbClr val="D8CFF0"/>
                </a:solidFill>
              </a:defRPr>
            </a:lvl6pPr>
            <a:lvl7pPr algn="l">
              <a:defRPr sz="900" b="0">
                <a:solidFill>
                  <a:srgbClr val="D8CFF0"/>
                </a:solidFill>
              </a:defRPr>
            </a:lvl7pPr>
            <a:lvl8pPr algn="l">
              <a:defRPr sz="900" b="0">
                <a:solidFill>
                  <a:srgbClr val="D8CFF0"/>
                </a:solidFill>
              </a:defRPr>
            </a:lvl8pPr>
            <a:lvl9pPr algn="l">
              <a:defRPr sz="900" b="0">
                <a:solidFill>
                  <a:srgbClr val="D8CFF0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D8CFF0"/>
                </a:solidFill>
              </a:defRPr>
            </a:pPr>
            <a:r>
              <a:rPr sz="900" b="0">
                <a:solidFill>
                  <a:srgbClr val="D8CFF0"/>
                </a:solidFill>
              </a:rPr>
              <a:t>Keep two tiers or implement Free / Guided / Studio.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246FA0-3E59-4ED8-BD27-595C1929A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90900"/>
            <a:ext cx="52578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4B377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912C6D-4EAA-421D-8046-E7CAD4A1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24250"/>
            <a:ext cx="361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E8AA5A-C6CE-45DB-82A3-A09A9124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0520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FFFFF"/>
                </a:solidFill>
              </a:defRPr>
            </a:defPPr>
            <a:lvl1pPr algn="l">
              <a:defRPr sz="1125" b="1">
                <a:solidFill>
                  <a:srgbClr val="FFFFFF"/>
                </a:solidFill>
              </a:defRPr>
            </a:lvl1pPr>
            <a:lvl2pPr algn="l">
              <a:defRPr sz="1125" b="1">
                <a:solidFill>
                  <a:srgbClr val="FFFFFF"/>
                </a:solidFill>
              </a:defRPr>
            </a:lvl2pPr>
            <a:lvl3pPr algn="l">
              <a:defRPr sz="1125" b="1">
                <a:solidFill>
                  <a:srgbClr val="FFFFFF"/>
                </a:solidFill>
              </a:defRPr>
            </a:lvl3pPr>
            <a:lvl4pPr algn="l">
              <a:defRPr sz="1125" b="1">
                <a:solidFill>
                  <a:srgbClr val="FFFFFF"/>
                </a:solidFill>
              </a:defRPr>
            </a:lvl4pPr>
            <a:lvl5pPr algn="l">
              <a:defRPr sz="1125" b="1">
                <a:solidFill>
                  <a:srgbClr val="FFFFFF"/>
                </a:solidFill>
              </a:defRPr>
            </a:lvl5pPr>
            <a:lvl6pPr algn="l">
              <a:defRPr sz="1125" b="1">
                <a:solidFill>
                  <a:srgbClr val="FFFFFF"/>
                </a:solidFill>
              </a:defRPr>
            </a:lvl6pPr>
            <a:lvl7pPr algn="l">
              <a:defRPr sz="1125" b="1">
                <a:solidFill>
                  <a:srgbClr val="FFFFFF"/>
                </a:solidFill>
              </a:defRPr>
            </a:lvl7pPr>
            <a:lvl8pPr algn="l">
              <a:defRPr sz="1125" b="1">
                <a:solidFill>
                  <a:srgbClr val="FFFFFF"/>
                </a:solidFill>
              </a:defRPr>
            </a:lvl8pPr>
            <a:lvl9pPr algn="l">
              <a:defRPr sz="11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Data path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89E77-0D90-461C-BCC2-93C159C6B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810000"/>
            <a:ext cx="436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D8CFF0"/>
                </a:solidFill>
              </a:defRPr>
            </a:defPPr>
            <a:lvl1pPr algn="l">
              <a:defRPr sz="900" b="0">
                <a:solidFill>
                  <a:srgbClr val="D8CFF0"/>
                </a:solidFill>
              </a:defRPr>
            </a:lvl1pPr>
            <a:lvl2pPr algn="l">
              <a:defRPr sz="900" b="0">
                <a:solidFill>
                  <a:srgbClr val="D8CFF0"/>
                </a:solidFill>
              </a:defRPr>
            </a:lvl2pPr>
            <a:lvl3pPr algn="l">
              <a:defRPr sz="900" b="0">
                <a:solidFill>
                  <a:srgbClr val="D8CFF0"/>
                </a:solidFill>
              </a:defRPr>
            </a:lvl3pPr>
            <a:lvl4pPr algn="l">
              <a:defRPr sz="900" b="0">
                <a:solidFill>
                  <a:srgbClr val="D8CFF0"/>
                </a:solidFill>
              </a:defRPr>
            </a:lvl4pPr>
            <a:lvl5pPr algn="l">
              <a:defRPr sz="900" b="0">
                <a:solidFill>
                  <a:srgbClr val="D8CFF0"/>
                </a:solidFill>
              </a:defRPr>
            </a:lvl5pPr>
            <a:lvl6pPr algn="l">
              <a:defRPr sz="900" b="0">
                <a:solidFill>
                  <a:srgbClr val="D8CFF0"/>
                </a:solidFill>
              </a:defRPr>
            </a:lvl6pPr>
            <a:lvl7pPr algn="l">
              <a:defRPr sz="900" b="0">
                <a:solidFill>
                  <a:srgbClr val="D8CFF0"/>
                </a:solidFill>
              </a:defRPr>
            </a:lvl7pPr>
            <a:lvl8pPr algn="l">
              <a:defRPr sz="900" b="0">
                <a:solidFill>
                  <a:srgbClr val="D8CFF0"/>
                </a:solidFill>
              </a:defRPr>
            </a:lvl8pPr>
            <a:lvl9pPr algn="l">
              <a:defRPr sz="900" b="0">
                <a:solidFill>
                  <a:srgbClr val="D8CFF0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D8CFF0"/>
                </a:solidFill>
              </a:defRPr>
            </a:pPr>
            <a:r>
              <a:rPr sz="900" b="0">
                <a:solidFill>
                  <a:srgbClr val="D8CFF0"/>
                </a:solidFill>
              </a:rPr>
              <a:t>Supabase + Cloud Run, or Cloud SQL + Cloud Run—not both primary.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7D4EA5-3999-4094-BBA3-32DF71EA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578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4B377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B97A71-4EBF-4CF3-B632-D55DF0E5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361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5DC450-D8D0-43CA-A391-6C0C6F9EE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4345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FFFFF"/>
                </a:solidFill>
              </a:defRPr>
            </a:defPPr>
            <a:lvl1pPr algn="l">
              <a:defRPr sz="1125" b="1">
                <a:solidFill>
                  <a:srgbClr val="FFFFFF"/>
                </a:solidFill>
              </a:defRPr>
            </a:lvl1pPr>
            <a:lvl2pPr algn="l">
              <a:defRPr sz="1125" b="1">
                <a:solidFill>
                  <a:srgbClr val="FFFFFF"/>
                </a:solidFill>
              </a:defRPr>
            </a:lvl2pPr>
            <a:lvl3pPr algn="l">
              <a:defRPr sz="1125" b="1">
                <a:solidFill>
                  <a:srgbClr val="FFFFFF"/>
                </a:solidFill>
              </a:defRPr>
            </a:lvl3pPr>
            <a:lvl4pPr algn="l">
              <a:defRPr sz="1125" b="1">
                <a:solidFill>
                  <a:srgbClr val="FFFFFF"/>
                </a:solidFill>
              </a:defRPr>
            </a:lvl4pPr>
            <a:lvl5pPr algn="l">
              <a:defRPr sz="1125" b="1">
                <a:solidFill>
                  <a:srgbClr val="FFFFFF"/>
                </a:solidFill>
              </a:defRPr>
            </a:lvl5pPr>
            <a:lvl6pPr algn="l">
              <a:defRPr sz="1125" b="1">
                <a:solidFill>
                  <a:srgbClr val="FFFFFF"/>
                </a:solidFill>
              </a:defRPr>
            </a:lvl6pPr>
            <a:lvl7pPr algn="l">
              <a:defRPr sz="1125" b="1">
                <a:solidFill>
                  <a:srgbClr val="FFFFFF"/>
                </a:solidFill>
              </a:defRPr>
            </a:lvl7pPr>
            <a:lvl8pPr algn="l">
              <a:defRPr sz="1125" b="1">
                <a:solidFill>
                  <a:srgbClr val="FFFFFF"/>
                </a:solidFill>
              </a:defRPr>
            </a:lvl8pPr>
            <a:lvl9pPr algn="l">
              <a:defRPr sz="11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AI budget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EBF11E-CC97-4880-9B1E-902AF7BF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48250"/>
            <a:ext cx="436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D8CFF0"/>
                </a:solidFill>
              </a:defRPr>
            </a:defPPr>
            <a:lvl1pPr algn="l">
              <a:defRPr sz="900" b="0">
                <a:solidFill>
                  <a:srgbClr val="D8CFF0"/>
                </a:solidFill>
              </a:defRPr>
            </a:lvl1pPr>
            <a:lvl2pPr algn="l">
              <a:defRPr sz="900" b="0">
                <a:solidFill>
                  <a:srgbClr val="D8CFF0"/>
                </a:solidFill>
              </a:defRPr>
            </a:lvl2pPr>
            <a:lvl3pPr algn="l">
              <a:defRPr sz="900" b="0">
                <a:solidFill>
                  <a:srgbClr val="D8CFF0"/>
                </a:solidFill>
              </a:defRPr>
            </a:lvl3pPr>
            <a:lvl4pPr algn="l">
              <a:defRPr sz="900" b="0">
                <a:solidFill>
                  <a:srgbClr val="D8CFF0"/>
                </a:solidFill>
              </a:defRPr>
            </a:lvl4pPr>
            <a:lvl5pPr algn="l">
              <a:defRPr sz="900" b="0">
                <a:solidFill>
                  <a:srgbClr val="D8CFF0"/>
                </a:solidFill>
              </a:defRPr>
            </a:lvl5pPr>
            <a:lvl6pPr algn="l">
              <a:defRPr sz="900" b="0">
                <a:solidFill>
                  <a:srgbClr val="D8CFF0"/>
                </a:solidFill>
              </a:defRPr>
            </a:lvl6pPr>
            <a:lvl7pPr algn="l">
              <a:defRPr sz="900" b="0">
                <a:solidFill>
                  <a:srgbClr val="D8CFF0"/>
                </a:solidFill>
              </a:defRPr>
            </a:lvl7pPr>
            <a:lvl8pPr algn="l">
              <a:defRPr sz="900" b="0">
                <a:solidFill>
                  <a:srgbClr val="D8CFF0"/>
                </a:solidFill>
              </a:defRPr>
            </a:lvl8pPr>
            <a:lvl9pPr algn="l">
              <a:defRPr sz="900" b="0">
                <a:solidFill>
                  <a:srgbClr val="D8CFF0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D8CFF0"/>
                </a:solidFill>
              </a:defRPr>
            </a:pPr>
            <a:r>
              <a:rPr sz="900" b="0">
                <a:solidFill>
                  <a:srgbClr val="D8CFF0"/>
                </a:solidFill>
              </a:rPr>
              <a:t>Authorize Luna, Sol and Astra evaluation and data boundary.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E332C9-406E-408F-B983-D5DC30D0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29150"/>
            <a:ext cx="52578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4B377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7E3D43-D848-4848-A48C-7B021F56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62500"/>
            <a:ext cx="361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DE058F-5D91-42C4-B4CD-98912500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74345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FFFFF"/>
                </a:solidFill>
              </a:defRPr>
            </a:defPPr>
            <a:lvl1pPr algn="l">
              <a:defRPr sz="1125" b="1">
                <a:solidFill>
                  <a:srgbClr val="FFFFFF"/>
                </a:solidFill>
              </a:defRPr>
            </a:lvl1pPr>
            <a:lvl2pPr algn="l">
              <a:defRPr sz="1125" b="1">
                <a:solidFill>
                  <a:srgbClr val="FFFFFF"/>
                </a:solidFill>
              </a:defRPr>
            </a:lvl2pPr>
            <a:lvl3pPr algn="l">
              <a:defRPr sz="1125" b="1">
                <a:solidFill>
                  <a:srgbClr val="FFFFFF"/>
                </a:solidFill>
              </a:defRPr>
            </a:lvl3pPr>
            <a:lvl4pPr algn="l">
              <a:defRPr sz="1125" b="1">
                <a:solidFill>
                  <a:srgbClr val="FFFFFF"/>
                </a:solidFill>
              </a:defRPr>
            </a:lvl4pPr>
            <a:lvl5pPr algn="l">
              <a:defRPr sz="1125" b="1">
                <a:solidFill>
                  <a:srgbClr val="FFFFFF"/>
                </a:solidFill>
              </a:defRPr>
            </a:lvl5pPr>
            <a:lvl6pPr algn="l">
              <a:defRPr sz="1125" b="1">
                <a:solidFill>
                  <a:srgbClr val="FFFFFF"/>
                </a:solidFill>
              </a:defRPr>
            </a:lvl6pPr>
            <a:lvl7pPr algn="l">
              <a:defRPr sz="1125" b="1">
                <a:solidFill>
                  <a:srgbClr val="FFFFFF"/>
                </a:solidFill>
              </a:defRPr>
            </a:lvl7pPr>
            <a:lvl8pPr algn="l">
              <a:defRPr sz="1125" b="1">
                <a:solidFill>
                  <a:srgbClr val="FFFFFF"/>
                </a:solidFill>
              </a:defRPr>
            </a:lvl8pPr>
            <a:lvl9pPr algn="l">
              <a:defRPr sz="11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Launch window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0F3906-FC52-4468-BA96-9F8BC682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048250"/>
            <a:ext cx="436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D8CFF0"/>
                </a:solidFill>
              </a:defRPr>
            </a:defPPr>
            <a:lvl1pPr algn="l">
              <a:defRPr sz="900" b="0">
                <a:solidFill>
                  <a:srgbClr val="D8CFF0"/>
                </a:solidFill>
              </a:defRPr>
            </a:lvl1pPr>
            <a:lvl2pPr algn="l">
              <a:defRPr sz="900" b="0">
                <a:solidFill>
                  <a:srgbClr val="D8CFF0"/>
                </a:solidFill>
              </a:defRPr>
            </a:lvl2pPr>
            <a:lvl3pPr algn="l">
              <a:defRPr sz="900" b="0">
                <a:solidFill>
                  <a:srgbClr val="D8CFF0"/>
                </a:solidFill>
              </a:defRPr>
            </a:lvl3pPr>
            <a:lvl4pPr algn="l">
              <a:defRPr sz="900" b="0">
                <a:solidFill>
                  <a:srgbClr val="D8CFF0"/>
                </a:solidFill>
              </a:defRPr>
            </a:lvl4pPr>
            <a:lvl5pPr algn="l">
              <a:defRPr sz="900" b="0">
                <a:solidFill>
                  <a:srgbClr val="D8CFF0"/>
                </a:solidFill>
              </a:defRPr>
            </a:lvl5pPr>
            <a:lvl6pPr algn="l">
              <a:defRPr sz="900" b="0">
                <a:solidFill>
                  <a:srgbClr val="D8CFF0"/>
                </a:solidFill>
              </a:defRPr>
            </a:lvl6pPr>
            <a:lvl7pPr algn="l">
              <a:defRPr sz="900" b="0">
                <a:solidFill>
                  <a:srgbClr val="D8CFF0"/>
                </a:solidFill>
              </a:defRPr>
            </a:lvl7pPr>
            <a:lvl8pPr algn="l">
              <a:defRPr sz="900" b="0">
                <a:solidFill>
                  <a:srgbClr val="D8CFF0"/>
                </a:solidFill>
              </a:defRPr>
            </a:lvl8pPr>
            <a:lvl9pPr algn="l">
              <a:defRPr sz="900" b="0">
                <a:solidFill>
                  <a:srgbClr val="D8CFF0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D8CFF0"/>
                </a:solidFill>
              </a:defRPr>
            </a:pPr>
            <a:r>
              <a:rPr sz="900" b="0">
                <a:solidFill>
                  <a:srgbClr val="D8CFF0"/>
                </a:solidFill>
              </a:rPr>
              <a:t>Name date, support, reviewers and rollback authority.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CE0DFE-F023-4CD0-A78F-2A227D21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CFC5EA"/>
                </a:solidFill>
              </a:defRPr>
            </a:defPPr>
            <a:lvl1pPr algn="l">
              <a:defRPr sz="675" b="0">
                <a:solidFill>
                  <a:srgbClr val="CFC5EA"/>
                </a:solidFill>
              </a:defRPr>
            </a:lvl1pPr>
            <a:lvl2pPr algn="l">
              <a:defRPr sz="675" b="0">
                <a:solidFill>
                  <a:srgbClr val="CFC5EA"/>
                </a:solidFill>
              </a:defRPr>
            </a:lvl2pPr>
            <a:lvl3pPr algn="l">
              <a:defRPr sz="675" b="0">
                <a:solidFill>
                  <a:srgbClr val="CFC5EA"/>
                </a:solidFill>
              </a:defRPr>
            </a:lvl3pPr>
            <a:lvl4pPr algn="l">
              <a:defRPr sz="675" b="0">
                <a:solidFill>
                  <a:srgbClr val="CFC5EA"/>
                </a:solidFill>
              </a:defRPr>
            </a:lvl4pPr>
            <a:lvl5pPr algn="l">
              <a:defRPr sz="675" b="0">
                <a:solidFill>
                  <a:srgbClr val="CFC5EA"/>
                </a:solidFill>
              </a:defRPr>
            </a:lvl5pPr>
            <a:lvl6pPr algn="l">
              <a:defRPr sz="675" b="0">
                <a:solidFill>
                  <a:srgbClr val="CFC5EA"/>
                </a:solidFill>
              </a:defRPr>
            </a:lvl6pPr>
            <a:lvl7pPr algn="l">
              <a:defRPr sz="675" b="0">
                <a:solidFill>
                  <a:srgbClr val="CFC5EA"/>
                </a:solidFill>
              </a:defRPr>
            </a:lvl7pPr>
            <a:lvl8pPr algn="l">
              <a:defRPr sz="675" b="0">
                <a:solidFill>
                  <a:srgbClr val="CFC5EA"/>
                </a:solidFill>
              </a:defRPr>
            </a:lvl8pPr>
            <a:lvl9pPr algn="l">
              <a:defRPr sz="675" b="0">
                <a:solidFill>
                  <a:srgbClr val="CFC5EA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CFC5EA"/>
                </a:solidFill>
              </a:defRPr>
            </a:pPr>
            <a:r>
              <a:rPr sz="675" b="0">
                <a:solidFill>
                  <a:srgbClr val="CFC5EA"/>
                </a:solidFill>
              </a:rPr>
              <a:t>MGT SKIN CARE · PRODUCT &amp; PRODUCTION BLUEPRINT · 27 OCT 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8B093B-20A2-4E68-A7C3-E59BC381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CFC5EA"/>
                </a:solidFill>
              </a:defRPr>
            </a:defPPr>
            <a:lvl1pPr algn="r">
              <a:defRPr sz="750" b="1">
                <a:solidFill>
                  <a:srgbClr val="CFC5EA"/>
                </a:solidFill>
              </a:defRPr>
            </a:lvl1pPr>
            <a:lvl2pPr algn="r">
              <a:defRPr sz="750" b="1">
                <a:solidFill>
                  <a:srgbClr val="CFC5EA"/>
                </a:solidFill>
              </a:defRPr>
            </a:lvl2pPr>
            <a:lvl3pPr algn="r">
              <a:defRPr sz="750" b="1">
                <a:solidFill>
                  <a:srgbClr val="CFC5EA"/>
                </a:solidFill>
              </a:defRPr>
            </a:lvl3pPr>
            <a:lvl4pPr algn="r">
              <a:defRPr sz="750" b="1">
                <a:solidFill>
                  <a:srgbClr val="CFC5EA"/>
                </a:solidFill>
              </a:defRPr>
            </a:lvl4pPr>
            <a:lvl5pPr algn="r">
              <a:defRPr sz="750" b="1">
                <a:solidFill>
                  <a:srgbClr val="CFC5EA"/>
                </a:solidFill>
              </a:defRPr>
            </a:lvl5pPr>
            <a:lvl6pPr algn="r">
              <a:defRPr sz="750" b="1">
                <a:solidFill>
                  <a:srgbClr val="CFC5EA"/>
                </a:solidFill>
              </a:defRPr>
            </a:lvl6pPr>
            <a:lvl7pPr algn="r">
              <a:defRPr sz="750" b="1">
                <a:solidFill>
                  <a:srgbClr val="CFC5EA"/>
                </a:solidFill>
              </a:defRPr>
            </a:lvl7pPr>
            <a:lvl8pPr algn="r">
              <a:defRPr sz="750" b="1">
                <a:solidFill>
                  <a:srgbClr val="CFC5EA"/>
                </a:solidFill>
              </a:defRPr>
            </a:lvl8pPr>
            <a:lvl9pPr algn="r">
              <a:defRPr sz="750" b="1">
                <a:solidFill>
                  <a:srgbClr val="CFC5EA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CFC5EA"/>
                </a:solidFill>
              </a:defRPr>
            </a:pPr>
            <a:r>
              <a:rPr sz="750" b="1">
                <a:solidFill>
                  <a:srgbClr val="CFC5EA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36822349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20B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383555-3609-4D17-9A17-8DF154C2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3143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215B"/>
          </a:solidFill>
          <a:ln xmlns:a="http://schemas.openxmlformats.org/drawingml/2006/main" w="9525">
            <a:solidFill>
              <a:srgbClr val="34215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D9CCFF"/>
                </a:solidFill>
              </a:defRPr>
            </a:defPPr>
            <a:lvl1pPr algn="ctr">
              <a:defRPr sz="825" b="1">
                <a:solidFill>
                  <a:srgbClr val="D9CCFF"/>
                </a:solidFill>
              </a:defRPr>
            </a:lvl1pPr>
            <a:lvl2pPr algn="ctr">
              <a:defRPr sz="825" b="1">
                <a:solidFill>
                  <a:srgbClr val="D9CCFF"/>
                </a:solidFill>
              </a:defRPr>
            </a:lvl2pPr>
            <a:lvl3pPr algn="ctr">
              <a:defRPr sz="825" b="1">
                <a:solidFill>
                  <a:srgbClr val="D9CCFF"/>
                </a:solidFill>
              </a:defRPr>
            </a:lvl3pPr>
            <a:lvl4pPr algn="ctr">
              <a:defRPr sz="825" b="1">
                <a:solidFill>
                  <a:srgbClr val="D9CCFF"/>
                </a:solidFill>
              </a:defRPr>
            </a:lvl4pPr>
            <a:lvl5pPr algn="ctr">
              <a:defRPr sz="825" b="1">
                <a:solidFill>
                  <a:srgbClr val="D9CCFF"/>
                </a:solidFill>
              </a:defRPr>
            </a:lvl5pPr>
            <a:lvl6pPr algn="ctr">
              <a:defRPr sz="825" b="1">
                <a:solidFill>
                  <a:srgbClr val="D9CCFF"/>
                </a:solidFill>
              </a:defRPr>
            </a:lvl6pPr>
            <a:lvl7pPr algn="ctr">
              <a:defRPr sz="825" b="1">
                <a:solidFill>
                  <a:srgbClr val="D9CCFF"/>
                </a:solidFill>
              </a:defRPr>
            </a:lvl7pPr>
            <a:lvl8pPr algn="ctr">
              <a:defRPr sz="825" b="1">
                <a:solidFill>
                  <a:srgbClr val="D9CCFF"/>
                </a:solidFill>
              </a:defRPr>
            </a:lvl8pPr>
            <a:lvl9pPr algn="ctr">
              <a:defRPr sz="825" b="1">
                <a:solidFill>
                  <a:srgbClr val="D9CC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D9CCFF"/>
                </a:solidFill>
              </a:defRPr>
            </a:pPr>
            <a:r>
              <a:rPr sz="825" b="1">
                <a:solidFill>
                  <a:srgbClr val="D9CCFF"/>
                </a:solidFill>
              </a:rPr>
              <a:t>DELIVERY APPENDIX · WEB → ANDROID → APPLE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98E16-651A-4A54-8CAC-507FDBE04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</a:defRPr>
            </a:defPPr>
            <a:lvl1pPr algn="ctr">
              <a:defRPr sz="3000" b="1">
                <a:solidFill>
                  <a:srgbClr val="FFFFFF"/>
                </a:solidFill>
              </a:defRPr>
            </a:lvl1pPr>
            <a:lvl2pPr algn="ctr">
              <a:defRPr sz="3000" b="1">
                <a:solidFill>
                  <a:srgbClr val="FFFFFF"/>
                </a:solidFill>
              </a:defRPr>
            </a:lvl2pPr>
            <a:lvl3pPr algn="ctr">
              <a:defRPr sz="3000" b="1">
                <a:solidFill>
                  <a:srgbClr val="FFFFFF"/>
                </a:solidFill>
              </a:defRPr>
            </a:lvl3pPr>
            <a:lvl4pPr algn="ctr">
              <a:defRPr sz="3000" b="1">
                <a:solidFill>
                  <a:srgbClr val="FFFFFF"/>
                </a:solidFill>
              </a:defRPr>
            </a:lvl4pPr>
            <a:lvl5pPr algn="ctr">
              <a:defRPr sz="3000" b="1">
                <a:solidFill>
                  <a:srgbClr val="FFFFFF"/>
                </a:solidFill>
              </a:defRPr>
            </a:lvl5pPr>
            <a:lvl6pPr algn="ctr">
              <a:defRPr sz="3000" b="1">
                <a:solidFill>
                  <a:srgbClr val="FFFFFF"/>
                </a:solidFill>
              </a:defRPr>
            </a:lvl6pPr>
            <a:lvl7pPr algn="ctr">
              <a:defRPr sz="3000" b="1">
                <a:solidFill>
                  <a:srgbClr val="FFFFFF"/>
                </a:solidFill>
              </a:defRPr>
            </a:lvl7pPr>
            <a:lvl8pPr algn="ctr">
              <a:defRPr sz="3000" b="1">
                <a:solidFill>
                  <a:srgbClr val="FFFFFF"/>
                </a:solidFill>
              </a:defRPr>
            </a:lvl8pPr>
            <a:lvl9pPr algn="ctr">
              <a:defRPr sz="30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One program, three controlled releases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64B9B4-C8AE-4A58-ADDE-22B2A096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52650"/>
            <a:ext cx="1112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D9CCFF"/>
                </a:solidFill>
              </a:defRPr>
            </a:defPPr>
            <a:lvl1pPr algn="ctr">
              <a:defRPr sz="1350" b="0">
                <a:solidFill>
                  <a:srgbClr val="D9CCFF"/>
                </a:solidFill>
              </a:defRPr>
            </a:lvl1pPr>
            <a:lvl2pPr algn="ctr">
              <a:defRPr sz="1350" b="0">
                <a:solidFill>
                  <a:srgbClr val="D9CCFF"/>
                </a:solidFill>
              </a:defRPr>
            </a:lvl2pPr>
            <a:lvl3pPr algn="ctr">
              <a:defRPr sz="1350" b="0">
                <a:solidFill>
                  <a:srgbClr val="D9CCFF"/>
                </a:solidFill>
              </a:defRPr>
            </a:lvl3pPr>
            <a:lvl4pPr algn="ctr">
              <a:defRPr sz="1350" b="0">
                <a:solidFill>
                  <a:srgbClr val="D9CCFF"/>
                </a:solidFill>
              </a:defRPr>
            </a:lvl4pPr>
            <a:lvl5pPr algn="ctr">
              <a:defRPr sz="1350" b="0">
                <a:solidFill>
                  <a:srgbClr val="D9CCFF"/>
                </a:solidFill>
              </a:defRPr>
            </a:lvl5pPr>
            <a:lvl6pPr algn="ctr">
              <a:defRPr sz="1350" b="0">
                <a:solidFill>
                  <a:srgbClr val="D9CCFF"/>
                </a:solidFill>
              </a:defRPr>
            </a:lvl6pPr>
            <a:lvl7pPr algn="ctr">
              <a:defRPr sz="1350" b="0">
                <a:solidFill>
                  <a:srgbClr val="D9CCFF"/>
                </a:solidFill>
              </a:defRPr>
            </a:lvl7pPr>
            <a:lvl8pPr algn="ctr">
              <a:defRPr sz="1350" b="0">
                <a:solidFill>
                  <a:srgbClr val="D9CCFF"/>
                </a:solidFill>
              </a:defRPr>
            </a:lvl8pPr>
            <a:lvl9pPr algn="ctr">
              <a:defRPr sz="1350" b="0">
                <a:solidFill>
                  <a:srgbClr val="D9CCFF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D9CCFF"/>
                </a:solidFill>
              </a:defRPr>
            </a:pPr>
            <a:r>
              <a:rPr sz="1350" b="0">
                <a:solidFill>
                  <a:srgbClr val="D9CCFF"/>
                </a:solidFill>
              </a:rPr>
              <a:t>Each platform advances only when its evidence gate is complete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EDEAF0-83E1-4295-9ADF-942065EF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43250"/>
            <a:ext cx="33337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4B37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485C6-C0E1-40A0-9180-A32A70882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1470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FD74FA-C206-4B17-84FF-73FEC8C8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52850"/>
            <a:ext cx="299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</a:defRPr>
            </a:defPPr>
            <a:lvl1pPr algn="l">
              <a:defRPr sz="1200" b="1">
                <a:solidFill>
                  <a:srgbClr val="FFFFFF"/>
                </a:solidFill>
              </a:defRPr>
            </a:lvl1pPr>
            <a:lvl2pPr algn="l">
              <a:defRPr sz="1200" b="1">
                <a:solidFill>
                  <a:srgbClr val="FFFFFF"/>
                </a:solidFill>
              </a:defRPr>
            </a:lvl2pPr>
            <a:lvl3pPr algn="l">
              <a:defRPr sz="1200" b="1">
                <a:solidFill>
                  <a:srgbClr val="FFFFFF"/>
                </a:solidFill>
              </a:defRPr>
            </a:lvl3pPr>
            <a:lvl4pPr algn="l">
              <a:defRPr sz="1200" b="1">
                <a:solidFill>
                  <a:srgbClr val="FFFFFF"/>
                </a:solidFill>
              </a:defRPr>
            </a:lvl4pPr>
            <a:lvl5pPr algn="l">
              <a:defRPr sz="1200" b="1">
                <a:solidFill>
                  <a:srgbClr val="FFFFFF"/>
                </a:solidFill>
              </a:defRPr>
            </a:lvl5pPr>
            <a:lvl6pPr algn="l">
              <a:defRPr sz="1200" b="1">
                <a:solidFill>
                  <a:srgbClr val="FFFFFF"/>
                </a:solidFill>
              </a:defRPr>
            </a:lvl6pPr>
            <a:lvl7pPr algn="l">
              <a:defRPr sz="1200" b="1">
                <a:solidFill>
                  <a:srgbClr val="FFFFFF"/>
                </a:solidFill>
              </a:defRPr>
            </a:lvl7pPr>
            <a:lvl8pPr algn="l">
              <a:defRPr sz="1200" b="1">
                <a:solidFill>
                  <a:srgbClr val="FFFFFF"/>
                </a:solidFill>
              </a:defRPr>
            </a:lvl8pPr>
            <a:lvl9pPr algn="l">
              <a:defRPr sz="12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WEB PORTAL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82ED77-B7C7-4AC4-B88A-30AB473E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2990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D8CFF0"/>
                </a:solidFill>
              </a:defRPr>
            </a:defPPr>
            <a:lvl1pPr algn="l">
              <a:defRPr sz="975" b="0">
                <a:solidFill>
                  <a:srgbClr val="D8CFF0"/>
                </a:solidFill>
              </a:defRPr>
            </a:lvl1pPr>
            <a:lvl2pPr algn="l">
              <a:defRPr sz="975" b="0">
                <a:solidFill>
                  <a:srgbClr val="D8CFF0"/>
                </a:solidFill>
              </a:defRPr>
            </a:lvl2pPr>
            <a:lvl3pPr algn="l">
              <a:defRPr sz="975" b="0">
                <a:solidFill>
                  <a:srgbClr val="D8CFF0"/>
                </a:solidFill>
              </a:defRPr>
            </a:lvl3pPr>
            <a:lvl4pPr algn="l">
              <a:defRPr sz="975" b="0">
                <a:solidFill>
                  <a:srgbClr val="D8CFF0"/>
                </a:solidFill>
              </a:defRPr>
            </a:lvl4pPr>
            <a:lvl5pPr algn="l">
              <a:defRPr sz="975" b="0">
                <a:solidFill>
                  <a:srgbClr val="D8CFF0"/>
                </a:solidFill>
              </a:defRPr>
            </a:lvl5pPr>
            <a:lvl6pPr algn="l">
              <a:defRPr sz="975" b="0">
                <a:solidFill>
                  <a:srgbClr val="D8CFF0"/>
                </a:solidFill>
              </a:defRPr>
            </a:lvl6pPr>
            <a:lvl7pPr algn="l">
              <a:defRPr sz="975" b="0">
                <a:solidFill>
                  <a:srgbClr val="D8CFF0"/>
                </a:solidFill>
              </a:defRPr>
            </a:lvl7pPr>
            <a:lvl8pPr algn="l">
              <a:defRPr sz="975" b="0">
                <a:solidFill>
                  <a:srgbClr val="D8CFF0"/>
                </a:solidFill>
              </a:defRPr>
            </a:lvl8pPr>
            <a:lvl9pPr algn="l">
              <a:defRPr sz="975" b="0">
                <a:solidFill>
                  <a:srgbClr val="D8CFF0"/>
                </a:solidFill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D8CFF0"/>
                </a:solidFill>
              </a:defRPr>
            </a:pPr>
            <a:r>
              <a:rPr sz="975" b="0">
                <a:solidFill>
                  <a:srgbClr val="D8CFF0"/>
                </a:solidFill>
              </a:rPr>
              <a:t>production baseline + first customer launch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AA35F2-2F98-4F83-9323-0F476766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1000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 b="1">
                <a:solidFill>
                  <a:srgbClr val="A78BFA"/>
                </a:solidFill>
              </a:defRPr>
            </a:defPPr>
            <a:lvl1pPr algn="ctr">
              <a:defRPr sz="1875" b="1">
                <a:solidFill>
                  <a:srgbClr val="A78BFA"/>
                </a:solidFill>
              </a:defRPr>
            </a:lvl1pPr>
            <a:lvl2pPr algn="ctr">
              <a:defRPr sz="1875" b="1">
                <a:solidFill>
                  <a:srgbClr val="A78BFA"/>
                </a:solidFill>
              </a:defRPr>
            </a:lvl2pPr>
            <a:lvl3pPr algn="ctr">
              <a:defRPr sz="1875" b="1">
                <a:solidFill>
                  <a:srgbClr val="A78BFA"/>
                </a:solidFill>
              </a:defRPr>
            </a:lvl3pPr>
            <a:lvl4pPr algn="ctr">
              <a:defRPr sz="1875" b="1">
                <a:solidFill>
                  <a:srgbClr val="A78BFA"/>
                </a:solidFill>
              </a:defRPr>
            </a:lvl4pPr>
            <a:lvl5pPr algn="ctr">
              <a:defRPr sz="1875" b="1">
                <a:solidFill>
                  <a:srgbClr val="A78BFA"/>
                </a:solidFill>
              </a:defRPr>
            </a:lvl5pPr>
            <a:lvl6pPr algn="ctr">
              <a:defRPr sz="1875" b="1">
                <a:solidFill>
                  <a:srgbClr val="A78BFA"/>
                </a:solidFill>
              </a:defRPr>
            </a:lvl6pPr>
            <a:lvl7pPr algn="ctr">
              <a:defRPr sz="1875" b="1">
                <a:solidFill>
                  <a:srgbClr val="A78BFA"/>
                </a:solidFill>
              </a:defRPr>
            </a:lvl7pPr>
            <a:lvl8pPr algn="ctr">
              <a:defRPr sz="1875" b="1">
                <a:solidFill>
                  <a:srgbClr val="A78BFA"/>
                </a:solidFill>
              </a:defRPr>
            </a:lvl8pPr>
            <a:lvl9pPr algn="ctr">
              <a:defRPr sz="1875" b="1">
                <a:solidFill>
                  <a:srgbClr val="A78BFA"/>
                </a:solidFill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A78BFA"/>
                </a:solidFill>
              </a:defRPr>
            </a:pPr>
            <a:r>
              <a:rPr sz="1875" b="1">
                <a:solidFill>
                  <a:srgbClr val="A78BFA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A9516F-06A5-4A21-B44A-5A0D157C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43250"/>
            <a:ext cx="33337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4B37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158568-F8B1-4BBF-98A7-54F67CC2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31470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B652ED-7519-4EA5-918F-B5AC48CE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52850"/>
            <a:ext cx="299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</a:defRPr>
            </a:defPPr>
            <a:lvl1pPr algn="l">
              <a:defRPr sz="1200" b="1">
                <a:solidFill>
                  <a:srgbClr val="FFFFFF"/>
                </a:solidFill>
              </a:defRPr>
            </a:lvl1pPr>
            <a:lvl2pPr algn="l">
              <a:defRPr sz="1200" b="1">
                <a:solidFill>
                  <a:srgbClr val="FFFFFF"/>
                </a:solidFill>
              </a:defRPr>
            </a:lvl2pPr>
            <a:lvl3pPr algn="l">
              <a:defRPr sz="1200" b="1">
                <a:solidFill>
                  <a:srgbClr val="FFFFFF"/>
                </a:solidFill>
              </a:defRPr>
            </a:lvl3pPr>
            <a:lvl4pPr algn="l">
              <a:defRPr sz="1200" b="1">
                <a:solidFill>
                  <a:srgbClr val="FFFFFF"/>
                </a:solidFill>
              </a:defRPr>
            </a:lvl4pPr>
            <a:lvl5pPr algn="l">
              <a:defRPr sz="1200" b="1">
                <a:solidFill>
                  <a:srgbClr val="FFFFFF"/>
                </a:solidFill>
              </a:defRPr>
            </a:lvl5pPr>
            <a:lvl6pPr algn="l">
              <a:defRPr sz="1200" b="1">
                <a:solidFill>
                  <a:srgbClr val="FFFFFF"/>
                </a:solidFill>
              </a:defRPr>
            </a:lvl6pPr>
            <a:lvl7pPr algn="l">
              <a:defRPr sz="1200" b="1">
                <a:solidFill>
                  <a:srgbClr val="FFFFFF"/>
                </a:solidFill>
              </a:defRPr>
            </a:lvl7pPr>
            <a:lvl8pPr algn="l">
              <a:defRPr sz="1200" b="1">
                <a:solidFill>
                  <a:srgbClr val="FFFFFF"/>
                </a:solidFill>
              </a:defRPr>
            </a:lvl8pPr>
            <a:lvl9pPr algn="l">
              <a:defRPr sz="12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ANDROID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5E55D8-F94F-477F-A251-798B37741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33850"/>
            <a:ext cx="2990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D8CFF0"/>
                </a:solidFill>
              </a:defRPr>
            </a:defPPr>
            <a:lvl1pPr algn="l">
              <a:defRPr sz="975" b="0">
                <a:solidFill>
                  <a:srgbClr val="D8CFF0"/>
                </a:solidFill>
              </a:defRPr>
            </a:lvl1pPr>
            <a:lvl2pPr algn="l">
              <a:defRPr sz="975" b="0">
                <a:solidFill>
                  <a:srgbClr val="D8CFF0"/>
                </a:solidFill>
              </a:defRPr>
            </a:lvl2pPr>
            <a:lvl3pPr algn="l">
              <a:defRPr sz="975" b="0">
                <a:solidFill>
                  <a:srgbClr val="D8CFF0"/>
                </a:solidFill>
              </a:defRPr>
            </a:lvl3pPr>
            <a:lvl4pPr algn="l">
              <a:defRPr sz="975" b="0">
                <a:solidFill>
                  <a:srgbClr val="D8CFF0"/>
                </a:solidFill>
              </a:defRPr>
            </a:lvl4pPr>
            <a:lvl5pPr algn="l">
              <a:defRPr sz="975" b="0">
                <a:solidFill>
                  <a:srgbClr val="D8CFF0"/>
                </a:solidFill>
              </a:defRPr>
            </a:lvl5pPr>
            <a:lvl6pPr algn="l">
              <a:defRPr sz="975" b="0">
                <a:solidFill>
                  <a:srgbClr val="D8CFF0"/>
                </a:solidFill>
              </a:defRPr>
            </a:lvl6pPr>
            <a:lvl7pPr algn="l">
              <a:defRPr sz="975" b="0">
                <a:solidFill>
                  <a:srgbClr val="D8CFF0"/>
                </a:solidFill>
              </a:defRPr>
            </a:lvl7pPr>
            <a:lvl8pPr algn="l">
              <a:defRPr sz="975" b="0">
                <a:solidFill>
                  <a:srgbClr val="D8CFF0"/>
                </a:solidFill>
              </a:defRPr>
            </a:lvl8pPr>
            <a:lvl9pPr algn="l">
              <a:defRPr sz="975" b="0">
                <a:solidFill>
                  <a:srgbClr val="D8CFF0"/>
                </a:solidFill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D8CFF0"/>
                </a:solidFill>
              </a:defRPr>
            </a:pPr>
            <a:r>
              <a:rPr sz="975" b="0">
                <a:solidFill>
                  <a:srgbClr val="D8CFF0"/>
                </a:solidFill>
              </a:rPr>
              <a:t>reuse proven APIs + Play 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FB9525-31B4-478E-9218-D269A6485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1000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 b="1">
                <a:solidFill>
                  <a:srgbClr val="A78BFA"/>
                </a:solidFill>
              </a:defRPr>
            </a:defPPr>
            <a:lvl1pPr algn="ctr">
              <a:defRPr sz="1875" b="1">
                <a:solidFill>
                  <a:srgbClr val="A78BFA"/>
                </a:solidFill>
              </a:defRPr>
            </a:lvl1pPr>
            <a:lvl2pPr algn="ctr">
              <a:defRPr sz="1875" b="1">
                <a:solidFill>
                  <a:srgbClr val="A78BFA"/>
                </a:solidFill>
              </a:defRPr>
            </a:lvl2pPr>
            <a:lvl3pPr algn="ctr">
              <a:defRPr sz="1875" b="1">
                <a:solidFill>
                  <a:srgbClr val="A78BFA"/>
                </a:solidFill>
              </a:defRPr>
            </a:lvl3pPr>
            <a:lvl4pPr algn="ctr">
              <a:defRPr sz="1875" b="1">
                <a:solidFill>
                  <a:srgbClr val="A78BFA"/>
                </a:solidFill>
              </a:defRPr>
            </a:lvl4pPr>
            <a:lvl5pPr algn="ctr">
              <a:defRPr sz="1875" b="1">
                <a:solidFill>
                  <a:srgbClr val="A78BFA"/>
                </a:solidFill>
              </a:defRPr>
            </a:lvl5pPr>
            <a:lvl6pPr algn="ctr">
              <a:defRPr sz="1875" b="1">
                <a:solidFill>
                  <a:srgbClr val="A78BFA"/>
                </a:solidFill>
              </a:defRPr>
            </a:lvl6pPr>
            <a:lvl7pPr algn="ctr">
              <a:defRPr sz="1875" b="1">
                <a:solidFill>
                  <a:srgbClr val="A78BFA"/>
                </a:solidFill>
              </a:defRPr>
            </a:lvl7pPr>
            <a:lvl8pPr algn="ctr">
              <a:defRPr sz="1875" b="1">
                <a:solidFill>
                  <a:srgbClr val="A78BFA"/>
                </a:solidFill>
              </a:defRPr>
            </a:lvl8pPr>
            <a:lvl9pPr algn="ctr">
              <a:defRPr sz="1875" b="1">
                <a:solidFill>
                  <a:srgbClr val="A78BFA"/>
                </a:solidFill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A78BFA"/>
                </a:solidFill>
              </a:defRPr>
            </a:pPr>
            <a:r>
              <a:rPr sz="1875" b="1">
                <a:solidFill>
                  <a:srgbClr val="A78BFA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F66765-8A30-456A-86CB-719E3DE9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43250"/>
            <a:ext cx="33337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4B377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BC8D68-8D8F-48C1-9627-13536033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1470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099312-BB12-4F69-A79D-287DC0C5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52850"/>
            <a:ext cx="299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</a:defRPr>
            </a:defPPr>
            <a:lvl1pPr algn="l">
              <a:defRPr sz="1200" b="1">
                <a:solidFill>
                  <a:srgbClr val="FFFFFF"/>
                </a:solidFill>
              </a:defRPr>
            </a:lvl1pPr>
            <a:lvl2pPr algn="l">
              <a:defRPr sz="1200" b="1">
                <a:solidFill>
                  <a:srgbClr val="FFFFFF"/>
                </a:solidFill>
              </a:defRPr>
            </a:lvl2pPr>
            <a:lvl3pPr algn="l">
              <a:defRPr sz="1200" b="1">
                <a:solidFill>
                  <a:srgbClr val="FFFFFF"/>
                </a:solidFill>
              </a:defRPr>
            </a:lvl3pPr>
            <a:lvl4pPr algn="l">
              <a:defRPr sz="1200" b="1">
                <a:solidFill>
                  <a:srgbClr val="FFFFFF"/>
                </a:solidFill>
              </a:defRPr>
            </a:lvl4pPr>
            <a:lvl5pPr algn="l">
              <a:defRPr sz="1200" b="1">
                <a:solidFill>
                  <a:srgbClr val="FFFFFF"/>
                </a:solidFill>
              </a:defRPr>
            </a:lvl5pPr>
            <a:lvl6pPr algn="l">
              <a:defRPr sz="1200" b="1">
                <a:solidFill>
                  <a:srgbClr val="FFFFFF"/>
                </a:solidFill>
              </a:defRPr>
            </a:lvl6pPr>
            <a:lvl7pPr algn="l">
              <a:defRPr sz="1200" b="1">
                <a:solidFill>
                  <a:srgbClr val="FFFFFF"/>
                </a:solidFill>
              </a:defRPr>
            </a:lvl7pPr>
            <a:lvl8pPr algn="l">
              <a:defRPr sz="1200" b="1">
                <a:solidFill>
                  <a:srgbClr val="FFFFFF"/>
                </a:solidFill>
              </a:defRPr>
            </a:lvl8pPr>
            <a:lvl9pPr algn="l">
              <a:defRPr sz="12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APPLE · LATER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864A1D-CDAF-4FE2-8A3E-261C4702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133850"/>
            <a:ext cx="2990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D8CFF0"/>
                </a:solidFill>
              </a:defRPr>
            </a:defPPr>
            <a:lvl1pPr algn="l">
              <a:defRPr sz="975" b="0">
                <a:solidFill>
                  <a:srgbClr val="D8CFF0"/>
                </a:solidFill>
              </a:defRPr>
            </a:lvl1pPr>
            <a:lvl2pPr algn="l">
              <a:defRPr sz="975" b="0">
                <a:solidFill>
                  <a:srgbClr val="D8CFF0"/>
                </a:solidFill>
              </a:defRPr>
            </a:lvl2pPr>
            <a:lvl3pPr algn="l">
              <a:defRPr sz="975" b="0">
                <a:solidFill>
                  <a:srgbClr val="D8CFF0"/>
                </a:solidFill>
              </a:defRPr>
            </a:lvl3pPr>
            <a:lvl4pPr algn="l">
              <a:defRPr sz="975" b="0">
                <a:solidFill>
                  <a:srgbClr val="D8CFF0"/>
                </a:solidFill>
              </a:defRPr>
            </a:lvl4pPr>
            <a:lvl5pPr algn="l">
              <a:defRPr sz="975" b="0">
                <a:solidFill>
                  <a:srgbClr val="D8CFF0"/>
                </a:solidFill>
              </a:defRPr>
            </a:lvl5pPr>
            <a:lvl6pPr algn="l">
              <a:defRPr sz="975" b="0">
                <a:solidFill>
                  <a:srgbClr val="D8CFF0"/>
                </a:solidFill>
              </a:defRPr>
            </a:lvl6pPr>
            <a:lvl7pPr algn="l">
              <a:defRPr sz="975" b="0">
                <a:solidFill>
                  <a:srgbClr val="D8CFF0"/>
                </a:solidFill>
              </a:defRPr>
            </a:lvl7pPr>
            <a:lvl8pPr algn="l">
              <a:defRPr sz="975" b="0">
                <a:solidFill>
                  <a:srgbClr val="D8CFF0"/>
                </a:solidFill>
              </a:defRPr>
            </a:lvl8pPr>
            <a:lvl9pPr algn="l">
              <a:defRPr sz="975" b="0">
                <a:solidFill>
                  <a:srgbClr val="D8CFF0"/>
                </a:solidFill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D8CFF0"/>
                </a:solidFill>
              </a:defRPr>
            </a:pPr>
            <a:r>
              <a:rPr sz="975" b="0">
                <a:solidFill>
                  <a:srgbClr val="D8CFF0"/>
                </a:solidFill>
              </a:rPr>
              <a:t>iOS adaptation + App Store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029D1A-A6AD-44F9-8B15-715AC8F3C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2A194A"/>
          </a:solidFill>
          <a:ln xmlns:a="http://schemas.openxmlformats.org/drawingml/2006/main" w="9525">
            <a:solidFill>
              <a:srgbClr val="4B377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8C698A-F5C3-4E74-B250-508B11FE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353050"/>
            <a:ext cx="8458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  <a:lvl1pPr algn="ctr">
              <a:defRPr sz="1050" b="1">
                <a:solidFill>
                  <a:srgbClr val="FFFFFF"/>
                </a:solidFill>
              </a:defRPr>
            </a:lvl1pPr>
            <a:lvl2pPr algn="ctr">
              <a:defRPr sz="1050" b="1">
                <a:solidFill>
                  <a:srgbClr val="FFFFFF"/>
                </a:solidFill>
              </a:defRPr>
            </a:lvl2pPr>
            <a:lvl3pPr algn="ctr">
              <a:defRPr sz="1050" b="1">
                <a:solidFill>
                  <a:srgbClr val="FFFFFF"/>
                </a:solidFill>
              </a:defRPr>
            </a:lvl3pPr>
            <a:lvl4pPr algn="ctr">
              <a:defRPr sz="1050" b="1">
                <a:solidFill>
                  <a:srgbClr val="FFFFFF"/>
                </a:solidFill>
              </a:defRPr>
            </a:lvl4pPr>
            <a:lvl5pPr algn="ctr">
              <a:defRPr sz="1050" b="1">
                <a:solidFill>
                  <a:srgbClr val="FFFFFF"/>
                </a:solidFill>
              </a:defRPr>
            </a:lvl5pPr>
            <a:lvl6pPr algn="ctr">
              <a:defRPr sz="1050" b="1">
                <a:solidFill>
                  <a:srgbClr val="FFFFFF"/>
                </a:solidFill>
              </a:defRPr>
            </a:lvl6pPr>
            <a:lvl7pPr algn="ctr">
              <a:defRPr sz="1050" b="1">
                <a:solidFill>
                  <a:srgbClr val="FFFFFF"/>
                </a:solidFill>
              </a:defRPr>
            </a:lvl7pPr>
            <a:lvl8pPr algn="ctr">
              <a:defRPr sz="1050" b="1">
                <a:solidFill>
                  <a:srgbClr val="FFFFFF"/>
                </a:solidFill>
              </a:defRPr>
            </a:lvl8pPr>
            <a:lvl9pPr algn="ctr">
              <a:defRPr sz="10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Shared control plane: backlog · dependencies · risks · evidence · approvals · release telemetry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169450-05EB-4B67-A0C3-BF0896E6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CFC5EA"/>
                </a:solidFill>
              </a:defRPr>
            </a:defPPr>
            <a:lvl1pPr algn="l">
              <a:defRPr sz="675" b="0">
                <a:solidFill>
                  <a:srgbClr val="CFC5EA"/>
                </a:solidFill>
              </a:defRPr>
            </a:lvl1pPr>
            <a:lvl2pPr algn="l">
              <a:defRPr sz="675" b="0">
                <a:solidFill>
                  <a:srgbClr val="CFC5EA"/>
                </a:solidFill>
              </a:defRPr>
            </a:lvl2pPr>
            <a:lvl3pPr algn="l">
              <a:defRPr sz="675" b="0">
                <a:solidFill>
                  <a:srgbClr val="CFC5EA"/>
                </a:solidFill>
              </a:defRPr>
            </a:lvl3pPr>
            <a:lvl4pPr algn="l">
              <a:defRPr sz="675" b="0">
                <a:solidFill>
                  <a:srgbClr val="CFC5EA"/>
                </a:solidFill>
              </a:defRPr>
            </a:lvl4pPr>
            <a:lvl5pPr algn="l">
              <a:defRPr sz="675" b="0">
                <a:solidFill>
                  <a:srgbClr val="CFC5EA"/>
                </a:solidFill>
              </a:defRPr>
            </a:lvl5pPr>
            <a:lvl6pPr algn="l">
              <a:defRPr sz="675" b="0">
                <a:solidFill>
                  <a:srgbClr val="CFC5EA"/>
                </a:solidFill>
              </a:defRPr>
            </a:lvl6pPr>
            <a:lvl7pPr algn="l">
              <a:defRPr sz="675" b="0">
                <a:solidFill>
                  <a:srgbClr val="CFC5EA"/>
                </a:solidFill>
              </a:defRPr>
            </a:lvl7pPr>
            <a:lvl8pPr algn="l">
              <a:defRPr sz="675" b="0">
                <a:solidFill>
                  <a:srgbClr val="CFC5EA"/>
                </a:solidFill>
              </a:defRPr>
            </a:lvl8pPr>
            <a:lvl9pPr algn="l">
              <a:defRPr sz="675" b="0">
                <a:solidFill>
                  <a:srgbClr val="CFC5EA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CFC5EA"/>
                </a:solidFill>
              </a:defRPr>
            </a:pPr>
            <a:r>
              <a:rPr sz="675" b="0">
                <a:solidFill>
                  <a:srgbClr val="CFC5EA"/>
                </a:solidFill>
              </a:rPr>
              <a:t>MGT SKIN CARE · PRODUCT &amp; PRODUCTION BLUEPRINT · 27 OCT 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FFA8F4-AD30-49AC-BF73-EE4AC7D5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CFC5EA"/>
                </a:solidFill>
              </a:defRPr>
            </a:defPPr>
            <a:lvl1pPr algn="r">
              <a:defRPr sz="750" b="1">
                <a:solidFill>
                  <a:srgbClr val="CFC5EA"/>
                </a:solidFill>
              </a:defRPr>
            </a:lvl1pPr>
            <a:lvl2pPr algn="r">
              <a:defRPr sz="750" b="1">
                <a:solidFill>
                  <a:srgbClr val="CFC5EA"/>
                </a:solidFill>
              </a:defRPr>
            </a:lvl2pPr>
            <a:lvl3pPr algn="r">
              <a:defRPr sz="750" b="1">
                <a:solidFill>
                  <a:srgbClr val="CFC5EA"/>
                </a:solidFill>
              </a:defRPr>
            </a:lvl3pPr>
            <a:lvl4pPr algn="r">
              <a:defRPr sz="750" b="1">
                <a:solidFill>
                  <a:srgbClr val="CFC5EA"/>
                </a:solidFill>
              </a:defRPr>
            </a:lvl4pPr>
            <a:lvl5pPr algn="r">
              <a:defRPr sz="750" b="1">
                <a:solidFill>
                  <a:srgbClr val="CFC5EA"/>
                </a:solidFill>
              </a:defRPr>
            </a:lvl5pPr>
            <a:lvl6pPr algn="r">
              <a:defRPr sz="750" b="1">
                <a:solidFill>
                  <a:srgbClr val="CFC5EA"/>
                </a:solidFill>
              </a:defRPr>
            </a:lvl6pPr>
            <a:lvl7pPr algn="r">
              <a:defRPr sz="750" b="1">
                <a:solidFill>
                  <a:srgbClr val="CFC5EA"/>
                </a:solidFill>
              </a:defRPr>
            </a:lvl7pPr>
            <a:lvl8pPr algn="r">
              <a:defRPr sz="750" b="1">
                <a:solidFill>
                  <a:srgbClr val="CFC5EA"/>
                </a:solidFill>
              </a:defRPr>
            </a:lvl8pPr>
            <a:lvl9pPr algn="r">
              <a:defRPr sz="750" b="1">
                <a:solidFill>
                  <a:srgbClr val="CFC5EA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CFC5EA"/>
                </a:solidFill>
              </a:defRPr>
            </a:pPr>
            <a:r>
              <a:rPr sz="750" b="1">
                <a:solidFill>
                  <a:srgbClr val="CFC5EA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96781506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0A7B24-2207-4E13-A06D-5D2E1149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STEP 0 · MOBILIZE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F46DB-A6EB-44B2-BB9A-1BE9DA01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Approve the program controls before production configuration begins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EA1FF0-98DC-40E2-9B19-A8B4535A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Gregg Clark owns priorities, exceptions, go/no-go decisions and final sign-off; named specialists execute and attach evidence.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EDFC0E-DB7F-4422-A7A9-AFBC74C3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ED4A5F-013A-481B-BC99-847BFF9D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D5D328-CF35-4A3F-862B-56EFEDA6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D3ECB5-0F26-424C-A139-5CBF95C5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5052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300863-9D62-494B-85A1-F8C660D0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323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F476A7-9C11-4A90-8268-03F663B4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85950"/>
            <a:ext cx="270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Scope lock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722BB4-FEBC-4734-B572-9598AFD7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320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Web launch scope; Android parity; Apple-later boundary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DBD5B0-D3C3-45EB-8D99-A6100D59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35052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09EBED-2F58-413E-8834-929AC8B7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05000"/>
            <a:ext cx="323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9BA329-E1CD-4386-89E2-DA1711D2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885950"/>
            <a:ext cx="270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Accounts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3DF4DC-3E50-4D13-B726-578AEB1A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05050"/>
            <a:ext cx="320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Google Cloud, Stripe, domains, OAuth, Play; Apple enrollment later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1DD901-3C96-4C64-B686-37C20CC4D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52600"/>
            <a:ext cx="35052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F19699-1775-422B-8963-733CE83D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05000"/>
            <a:ext cx="323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783993-D589-4769-859D-C3496CE6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85950"/>
            <a:ext cx="270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Architecture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199E47-99F6-4D9B-B5B6-773436B8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05050"/>
            <a:ext cx="320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Primary database, regions, RPO/RTO, data classes, model boundary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C27EE0-1A8B-4892-B5C7-183DC393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67100"/>
            <a:ext cx="35052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734847-7882-4C60-9B96-09C6536B2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323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5D3308-5C8F-4005-907D-7B77A50D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00450"/>
            <a:ext cx="270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Commercial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D95484-8A2C-4294-8DE7-AF5294BE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320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tiers, prices, trial, refunds, tax, support promise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BD0669-ECBA-47F5-A663-FA372F84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467100"/>
            <a:ext cx="35052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0B509A-E5FC-4852-A7C6-B754EFDD1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19500"/>
            <a:ext cx="323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1CDF3D-1021-45BE-9BAA-9E4A3901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600450"/>
            <a:ext cx="270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Controls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566A8D-A96F-40D4-9A0D-2F5E38EA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19550"/>
            <a:ext cx="320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backlog IDs, owners, dependencies, evidence links, gate dates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6A6ADA-34C0-4BC1-BA1E-769F4B56B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67100"/>
            <a:ext cx="35052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A3C55F-412A-470B-9B63-29CEE6F51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19500"/>
            <a:ext cx="323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14343"/>
          </a:solidFill>
          <a:ln xmlns:a="http://schemas.openxmlformats.org/drawingml/2006/main" w="9525">
            <a:solidFill>
              <a:srgbClr val="D143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6D4211-64A8-4D1D-A8FF-3263F9D1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00450"/>
            <a:ext cx="270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Baseline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5D47CE-3ADD-4A83-9D26-375280D3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19550"/>
            <a:ext cx="320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tag source, inventory secrets, record test state and known blockers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A959AA-0648-4F49-913C-500DA12A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09537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1D19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0291DD-5ACA-45CD-8E3A-0D21BE280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648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00" b="1">
                <a:solidFill>
                  <a:srgbClr val="D97706"/>
                </a:solidFill>
              </a:defRPr>
            </a:defPPr>
            <a:lvl1pPr algn="ctr">
              <a:defRPr sz="900" b="1">
                <a:solidFill>
                  <a:srgbClr val="D97706"/>
                </a:solidFill>
              </a:defRPr>
            </a:lvl1pPr>
            <a:lvl2pPr algn="ctr">
              <a:defRPr sz="900" b="1">
                <a:solidFill>
                  <a:srgbClr val="D97706"/>
                </a:solidFill>
              </a:defRPr>
            </a:lvl2pPr>
            <a:lvl3pPr algn="ctr">
              <a:defRPr sz="900" b="1">
                <a:solidFill>
                  <a:srgbClr val="D97706"/>
                </a:solidFill>
              </a:defRPr>
            </a:lvl3pPr>
            <a:lvl4pPr algn="ctr">
              <a:defRPr sz="900" b="1">
                <a:solidFill>
                  <a:srgbClr val="D97706"/>
                </a:solidFill>
              </a:defRPr>
            </a:lvl4pPr>
            <a:lvl5pPr algn="ctr">
              <a:defRPr sz="900" b="1">
                <a:solidFill>
                  <a:srgbClr val="D97706"/>
                </a:solidFill>
              </a:defRPr>
            </a:lvl5pPr>
            <a:lvl6pPr algn="ctr">
              <a:defRPr sz="900" b="1">
                <a:solidFill>
                  <a:srgbClr val="D97706"/>
                </a:solidFill>
              </a:defRPr>
            </a:lvl6pPr>
            <a:lvl7pPr algn="ctr">
              <a:defRPr sz="900" b="1">
                <a:solidFill>
                  <a:srgbClr val="D97706"/>
                </a:solidFill>
              </a:defRPr>
            </a:lvl7pPr>
            <a:lvl8pPr algn="ctr">
              <a:defRPr sz="900" b="1">
                <a:solidFill>
                  <a:srgbClr val="D97706"/>
                </a:solidFill>
              </a:defRPr>
            </a:lvl8pPr>
            <a:lvl9pPr algn="ctr">
              <a:defRPr sz="900" b="1">
                <a:solidFill>
                  <a:srgbClr val="D97706"/>
                </a:solidFill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D97706"/>
                </a:solidFill>
              </a:defRPr>
            </a:pPr>
            <a:r>
              <a:rPr sz="900" b="1">
                <a:solidFill>
                  <a:srgbClr val="D97706"/>
                </a:solidFill>
              </a:rPr>
              <a:t>Exit evidence · signed decisions log + named owners + credential/account checklist + versioned baseline + accepted release sequence</a:t>
            </a:r>
          </a:p>
        </p:txBody>
      </p:sp>
    </p:spTree>
    <p:extLst>
      <p:ext uri="{BB962C8B-B14F-4D97-AF65-F5344CB8AC3E}">
        <p14:creationId xmlns:p14="http://schemas.microsoft.com/office/powerpoint/2010/main" val="127821153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A99EF51-9538-4B65-9F4F-CD5FAB69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WEB PORTAL · BUILD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A5C44-F6EE-4ED3-851E-D2E96A69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Implement the production baseline in dependency order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CD44B2-605C-4098-925B-A8B2C6E9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Complete configuration in staging first; promote the same immutable artifact and reviewed configuration to production.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6BFDE9-3AE0-4046-A84D-354330A6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EE2EDA-96CE-472A-B06A-D8D6D69E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6AE965-4987-4C74-95A2-1E1DF097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7A2A2-AC58-464F-A4F2-0E17D7B0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52578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DC8B9A-F811-46DA-9811-D46B4231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0225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CE1B1A-67BF-4BE8-AB4C-3FD8D826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716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172A"/>
                </a:solidFill>
              </a:defRPr>
            </a:defPPr>
            <a:lvl1pPr algn="l">
              <a:defRPr sz="1050" b="1">
                <a:solidFill>
                  <a:srgbClr val="0F172A"/>
                </a:solidFill>
              </a:defRPr>
            </a:lvl1pPr>
            <a:lvl2pPr algn="l">
              <a:defRPr sz="1050" b="1">
                <a:solidFill>
                  <a:srgbClr val="0F172A"/>
                </a:solidFill>
              </a:defRPr>
            </a:lvl2pPr>
            <a:lvl3pPr algn="l">
              <a:defRPr sz="1050" b="1">
                <a:solidFill>
                  <a:srgbClr val="0F172A"/>
                </a:solidFill>
              </a:defRPr>
            </a:lvl3pPr>
            <a:lvl4pPr algn="l">
              <a:defRPr sz="1050" b="1">
                <a:solidFill>
                  <a:srgbClr val="0F172A"/>
                </a:solidFill>
              </a:defRPr>
            </a:lvl4pPr>
            <a:lvl5pPr algn="l">
              <a:defRPr sz="1050" b="1">
                <a:solidFill>
                  <a:srgbClr val="0F172A"/>
                </a:solidFill>
              </a:defRPr>
            </a:lvl5pPr>
            <a:lvl6pPr algn="l">
              <a:defRPr sz="1050" b="1">
                <a:solidFill>
                  <a:srgbClr val="0F172A"/>
                </a:solidFill>
              </a:defRPr>
            </a:lvl6pPr>
            <a:lvl7pPr algn="l">
              <a:defRPr sz="1050" b="1">
                <a:solidFill>
                  <a:srgbClr val="0F172A"/>
                </a:solidFill>
              </a:defRPr>
            </a:lvl7pPr>
            <a:lvl8pPr algn="l">
              <a:defRPr sz="1050" b="1">
                <a:solidFill>
                  <a:srgbClr val="0F172A"/>
                </a:solidFill>
              </a:defRPr>
            </a:lvl8pPr>
            <a:lvl9pPr algn="l">
              <a:defRPr sz="10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Identity + consent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B5C625-7B8D-4581-8516-F1CEA1E5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762125"/>
            <a:ext cx="2609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OAuth/OIDC, roles, sessions, consent receipts, export/delete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520FED-7DF3-4A65-A1A7-3AC03325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52578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8E2FE5-21E5-4551-95C4-9281FA09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0225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BC1817-3499-4A9F-8004-271CE4D0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716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172A"/>
                </a:solidFill>
              </a:defRPr>
            </a:defPPr>
            <a:lvl1pPr algn="l">
              <a:defRPr sz="1050" b="1">
                <a:solidFill>
                  <a:srgbClr val="0F172A"/>
                </a:solidFill>
              </a:defRPr>
            </a:lvl1pPr>
            <a:lvl2pPr algn="l">
              <a:defRPr sz="1050" b="1">
                <a:solidFill>
                  <a:srgbClr val="0F172A"/>
                </a:solidFill>
              </a:defRPr>
            </a:lvl2pPr>
            <a:lvl3pPr algn="l">
              <a:defRPr sz="1050" b="1">
                <a:solidFill>
                  <a:srgbClr val="0F172A"/>
                </a:solidFill>
              </a:defRPr>
            </a:lvl3pPr>
            <a:lvl4pPr algn="l">
              <a:defRPr sz="1050" b="1">
                <a:solidFill>
                  <a:srgbClr val="0F172A"/>
                </a:solidFill>
              </a:defRPr>
            </a:lvl4pPr>
            <a:lvl5pPr algn="l">
              <a:defRPr sz="1050" b="1">
                <a:solidFill>
                  <a:srgbClr val="0F172A"/>
                </a:solidFill>
              </a:defRPr>
            </a:lvl5pPr>
            <a:lvl6pPr algn="l">
              <a:defRPr sz="1050" b="1">
                <a:solidFill>
                  <a:srgbClr val="0F172A"/>
                </a:solidFill>
              </a:defRPr>
            </a:lvl6pPr>
            <a:lvl7pPr algn="l">
              <a:defRPr sz="1050" b="1">
                <a:solidFill>
                  <a:srgbClr val="0F172A"/>
                </a:solidFill>
              </a:defRPr>
            </a:lvl7pPr>
            <a:lvl8pPr algn="l">
              <a:defRPr sz="1050" b="1">
                <a:solidFill>
                  <a:srgbClr val="0F172A"/>
                </a:solidFill>
              </a:defRPr>
            </a:lvl8pPr>
            <a:lvl9pPr algn="l">
              <a:defRPr sz="10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Data + storage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762085-0A75-4322-99CD-8B7B09A3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62125"/>
            <a:ext cx="2609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migrations, row-level access, object policy, retention, PITR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2C6B4D-1178-4124-B4AB-FF7DE73E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52578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D1472B-0D9F-4983-B03D-A0C44219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28925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829D76-4F81-499C-913B-F5CD1C4B9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03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172A"/>
                </a:solidFill>
              </a:defRPr>
            </a:defPPr>
            <a:lvl1pPr algn="l">
              <a:defRPr sz="1050" b="1">
                <a:solidFill>
                  <a:srgbClr val="0F172A"/>
                </a:solidFill>
              </a:defRPr>
            </a:lvl1pPr>
            <a:lvl2pPr algn="l">
              <a:defRPr sz="1050" b="1">
                <a:solidFill>
                  <a:srgbClr val="0F172A"/>
                </a:solidFill>
              </a:defRPr>
            </a:lvl2pPr>
            <a:lvl3pPr algn="l">
              <a:defRPr sz="1050" b="1">
                <a:solidFill>
                  <a:srgbClr val="0F172A"/>
                </a:solidFill>
              </a:defRPr>
            </a:lvl3pPr>
            <a:lvl4pPr algn="l">
              <a:defRPr sz="1050" b="1">
                <a:solidFill>
                  <a:srgbClr val="0F172A"/>
                </a:solidFill>
              </a:defRPr>
            </a:lvl4pPr>
            <a:lvl5pPr algn="l">
              <a:defRPr sz="1050" b="1">
                <a:solidFill>
                  <a:srgbClr val="0F172A"/>
                </a:solidFill>
              </a:defRPr>
            </a:lvl5pPr>
            <a:lvl6pPr algn="l">
              <a:defRPr sz="1050" b="1">
                <a:solidFill>
                  <a:srgbClr val="0F172A"/>
                </a:solidFill>
              </a:defRPr>
            </a:lvl6pPr>
            <a:lvl7pPr algn="l">
              <a:defRPr sz="1050" b="1">
                <a:solidFill>
                  <a:srgbClr val="0F172A"/>
                </a:solidFill>
              </a:defRPr>
            </a:lvl7pPr>
            <a:lvl8pPr algn="l">
              <a:defRPr sz="1050" b="1">
                <a:solidFill>
                  <a:srgbClr val="0F172A"/>
                </a:solidFill>
              </a:defRPr>
            </a:lvl8pPr>
            <a:lvl9pPr algn="l">
              <a:defRPr sz="10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Core journeys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45F421-7233-46E8-ACD6-72837A16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790825"/>
            <a:ext cx="2609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profile, Skin Match, routines, Anti-aging, color/wardrobe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33D08E-8038-4DFF-92E9-7D687009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05100"/>
            <a:ext cx="52578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F5DA31-455D-4960-AFF7-1A648FEF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28925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04A594-1C02-427A-821C-BD21F7A85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003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172A"/>
                </a:solidFill>
              </a:defRPr>
            </a:defPPr>
            <a:lvl1pPr algn="l">
              <a:defRPr sz="1050" b="1">
                <a:solidFill>
                  <a:srgbClr val="0F172A"/>
                </a:solidFill>
              </a:defRPr>
            </a:lvl1pPr>
            <a:lvl2pPr algn="l">
              <a:defRPr sz="1050" b="1">
                <a:solidFill>
                  <a:srgbClr val="0F172A"/>
                </a:solidFill>
              </a:defRPr>
            </a:lvl2pPr>
            <a:lvl3pPr algn="l">
              <a:defRPr sz="1050" b="1">
                <a:solidFill>
                  <a:srgbClr val="0F172A"/>
                </a:solidFill>
              </a:defRPr>
            </a:lvl3pPr>
            <a:lvl4pPr algn="l">
              <a:defRPr sz="1050" b="1">
                <a:solidFill>
                  <a:srgbClr val="0F172A"/>
                </a:solidFill>
              </a:defRPr>
            </a:lvl4pPr>
            <a:lvl5pPr algn="l">
              <a:defRPr sz="1050" b="1">
                <a:solidFill>
                  <a:srgbClr val="0F172A"/>
                </a:solidFill>
              </a:defRPr>
            </a:lvl5pPr>
            <a:lvl6pPr algn="l">
              <a:defRPr sz="1050" b="1">
                <a:solidFill>
                  <a:srgbClr val="0F172A"/>
                </a:solidFill>
              </a:defRPr>
            </a:lvl6pPr>
            <a:lvl7pPr algn="l">
              <a:defRPr sz="1050" b="1">
                <a:solidFill>
                  <a:srgbClr val="0F172A"/>
                </a:solidFill>
              </a:defRPr>
            </a:lvl7pPr>
            <a:lvl8pPr algn="l">
              <a:defRPr sz="1050" b="1">
                <a:solidFill>
                  <a:srgbClr val="0F172A"/>
                </a:solidFill>
              </a:defRPr>
            </a:lvl8pPr>
            <a:lvl9pPr algn="l">
              <a:defRPr sz="10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AI gateway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830C29-4013-4FA9-8D46-FA2F7414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90825"/>
            <a:ext cx="2609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Ollama primary routes, hosted fallback, schema, safety, provenance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4978DE-6E2E-4C25-AA42-9A6F86CB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52578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7D6193-EFA8-4F3F-B804-96F1F2EB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7625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B3D87F-369A-4EE6-8ABE-B5487ABA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290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172A"/>
                </a:solidFill>
              </a:defRPr>
            </a:defPPr>
            <a:lvl1pPr algn="l">
              <a:defRPr sz="1050" b="1">
                <a:solidFill>
                  <a:srgbClr val="0F172A"/>
                </a:solidFill>
              </a:defRPr>
            </a:lvl1pPr>
            <a:lvl2pPr algn="l">
              <a:defRPr sz="1050" b="1">
                <a:solidFill>
                  <a:srgbClr val="0F172A"/>
                </a:solidFill>
              </a:defRPr>
            </a:lvl2pPr>
            <a:lvl3pPr algn="l">
              <a:defRPr sz="1050" b="1">
                <a:solidFill>
                  <a:srgbClr val="0F172A"/>
                </a:solidFill>
              </a:defRPr>
            </a:lvl3pPr>
            <a:lvl4pPr algn="l">
              <a:defRPr sz="1050" b="1">
                <a:solidFill>
                  <a:srgbClr val="0F172A"/>
                </a:solidFill>
              </a:defRPr>
            </a:lvl4pPr>
            <a:lvl5pPr algn="l">
              <a:defRPr sz="1050" b="1">
                <a:solidFill>
                  <a:srgbClr val="0F172A"/>
                </a:solidFill>
              </a:defRPr>
            </a:lvl5pPr>
            <a:lvl6pPr algn="l">
              <a:defRPr sz="1050" b="1">
                <a:solidFill>
                  <a:srgbClr val="0F172A"/>
                </a:solidFill>
              </a:defRPr>
            </a:lvl6pPr>
            <a:lvl7pPr algn="l">
              <a:defRPr sz="1050" b="1">
                <a:solidFill>
                  <a:srgbClr val="0F172A"/>
                </a:solidFill>
              </a:defRPr>
            </a:lvl7pPr>
            <a:lvl8pPr algn="l">
              <a:defRPr sz="1050" b="1">
                <a:solidFill>
                  <a:srgbClr val="0F172A"/>
                </a:solidFill>
              </a:defRPr>
            </a:lvl8pPr>
            <a:lvl9pPr algn="l">
              <a:defRPr sz="10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Commerce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E63FB7-BB05-4B1B-B74E-5343CACD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19525"/>
            <a:ext cx="2609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tiers, Checkout, webhooks, entitlements, Portal, tax/refunds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DD0FF0-4B7C-460D-99F0-145B52911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33800"/>
            <a:ext cx="52578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C480DC-7452-4F51-8CF7-F949F0FB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857625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0F4ACE-2031-4859-93E2-22DA3D8D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290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172A"/>
                </a:solidFill>
              </a:defRPr>
            </a:defPPr>
            <a:lvl1pPr algn="l">
              <a:defRPr sz="1050" b="1">
                <a:solidFill>
                  <a:srgbClr val="0F172A"/>
                </a:solidFill>
              </a:defRPr>
            </a:lvl1pPr>
            <a:lvl2pPr algn="l">
              <a:defRPr sz="1050" b="1">
                <a:solidFill>
                  <a:srgbClr val="0F172A"/>
                </a:solidFill>
              </a:defRPr>
            </a:lvl2pPr>
            <a:lvl3pPr algn="l">
              <a:defRPr sz="1050" b="1">
                <a:solidFill>
                  <a:srgbClr val="0F172A"/>
                </a:solidFill>
              </a:defRPr>
            </a:lvl3pPr>
            <a:lvl4pPr algn="l">
              <a:defRPr sz="1050" b="1">
                <a:solidFill>
                  <a:srgbClr val="0F172A"/>
                </a:solidFill>
              </a:defRPr>
            </a:lvl4pPr>
            <a:lvl5pPr algn="l">
              <a:defRPr sz="1050" b="1">
                <a:solidFill>
                  <a:srgbClr val="0F172A"/>
                </a:solidFill>
              </a:defRPr>
            </a:lvl5pPr>
            <a:lvl6pPr algn="l">
              <a:defRPr sz="1050" b="1">
                <a:solidFill>
                  <a:srgbClr val="0F172A"/>
                </a:solidFill>
              </a:defRPr>
            </a:lvl6pPr>
            <a:lvl7pPr algn="l">
              <a:defRPr sz="1050" b="1">
                <a:solidFill>
                  <a:srgbClr val="0F172A"/>
                </a:solidFill>
              </a:defRPr>
            </a:lvl7pPr>
            <a:lvl8pPr algn="l">
              <a:defRPr sz="1050" b="1">
                <a:solidFill>
                  <a:srgbClr val="0F172A"/>
                </a:solidFill>
              </a:defRPr>
            </a:lvl8pPr>
            <a:lvl9pPr algn="l">
              <a:defRPr sz="10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Operations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8B9BAC-CBE8-442D-B480-7ED32B24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9525"/>
            <a:ext cx="2609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Cloud Run, secrets, domains/TLS, logging, SLOs and alerts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6200A3-462A-4E11-80E6-629D035B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52578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FE5D05-8F22-42BA-B8F5-E37A18C3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86325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B051C6-19EE-4356-B713-88560A3E5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577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172A"/>
                </a:solidFill>
              </a:defRPr>
            </a:defPPr>
            <a:lvl1pPr algn="l">
              <a:defRPr sz="1050" b="1">
                <a:solidFill>
                  <a:srgbClr val="0F172A"/>
                </a:solidFill>
              </a:defRPr>
            </a:lvl1pPr>
            <a:lvl2pPr algn="l">
              <a:defRPr sz="1050" b="1">
                <a:solidFill>
                  <a:srgbClr val="0F172A"/>
                </a:solidFill>
              </a:defRPr>
            </a:lvl2pPr>
            <a:lvl3pPr algn="l">
              <a:defRPr sz="1050" b="1">
                <a:solidFill>
                  <a:srgbClr val="0F172A"/>
                </a:solidFill>
              </a:defRPr>
            </a:lvl3pPr>
            <a:lvl4pPr algn="l">
              <a:defRPr sz="1050" b="1">
                <a:solidFill>
                  <a:srgbClr val="0F172A"/>
                </a:solidFill>
              </a:defRPr>
            </a:lvl4pPr>
            <a:lvl5pPr algn="l">
              <a:defRPr sz="1050" b="1">
                <a:solidFill>
                  <a:srgbClr val="0F172A"/>
                </a:solidFill>
              </a:defRPr>
            </a:lvl5pPr>
            <a:lvl6pPr algn="l">
              <a:defRPr sz="1050" b="1">
                <a:solidFill>
                  <a:srgbClr val="0F172A"/>
                </a:solidFill>
              </a:defRPr>
            </a:lvl6pPr>
            <a:lvl7pPr algn="l">
              <a:defRPr sz="1050" b="1">
                <a:solidFill>
                  <a:srgbClr val="0F172A"/>
                </a:solidFill>
              </a:defRPr>
            </a:lvl7pPr>
            <a:lvl8pPr algn="l">
              <a:defRPr sz="1050" b="1">
                <a:solidFill>
                  <a:srgbClr val="0F172A"/>
                </a:solidFill>
              </a:defRPr>
            </a:lvl8pPr>
            <a:lvl9pPr algn="l">
              <a:defRPr sz="10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Trust + access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A683A6-0F56-40EB-A997-5ACE6E1A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848225"/>
            <a:ext cx="2609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WCAG, legal copy, medical boundary, support and incident path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B757F7-70C0-46CB-B937-DFAE6C454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52578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C20D42-56C9-45DB-BC13-BEC9A4C1D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86325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25CF88F-53FD-49E2-AA02-43D5589E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577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172A"/>
                </a:solidFill>
              </a:defRPr>
            </a:defPPr>
            <a:lvl1pPr algn="l">
              <a:defRPr sz="1050" b="1">
                <a:solidFill>
                  <a:srgbClr val="0F172A"/>
                </a:solidFill>
              </a:defRPr>
            </a:lvl1pPr>
            <a:lvl2pPr algn="l">
              <a:defRPr sz="1050" b="1">
                <a:solidFill>
                  <a:srgbClr val="0F172A"/>
                </a:solidFill>
              </a:defRPr>
            </a:lvl2pPr>
            <a:lvl3pPr algn="l">
              <a:defRPr sz="1050" b="1">
                <a:solidFill>
                  <a:srgbClr val="0F172A"/>
                </a:solidFill>
              </a:defRPr>
            </a:lvl3pPr>
            <a:lvl4pPr algn="l">
              <a:defRPr sz="1050" b="1">
                <a:solidFill>
                  <a:srgbClr val="0F172A"/>
                </a:solidFill>
              </a:defRPr>
            </a:lvl4pPr>
            <a:lvl5pPr algn="l">
              <a:defRPr sz="1050" b="1">
                <a:solidFill>
                  <a:srgbClr val="0F172A"/>
                </a:solidFill>
              </a:defRPr>
            </a:lvl5pPr>
            <a:lvl6pPr algn="l">
              <a:defRPr sz="1050" b="1">
                <a:solidFill>
                  <a:srgbClr val="0F172A"/>
                </a:solidFill>
              </a:defRPr>
            </a:lvl6pPr>
            <a:lvl7pPr algn="l">
              <a:defRPr sz="1050" b="1">
                <a:solidFill>
                  <a:srgbClr val="0F172A"/>
                </a:solidFill>
              </a:defRPr>
            </a:lvl7pPr>
            <a:lvl8pPr algn="l">
              <a:defRPr sz="1050" b="1">
                <a:solidFill>
                  <a:srgbClr val="0F172A"/>
                </a:solidFill>
              </a:defRPr>
            </a:lvl8pPr>
            <a:lvl9pPr algn="l">
              <a:defRPr sz="10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Recovery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ECDA48-4C54-4F56-91CF-79A5AC0D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48225"/>
            <a:ext cx="2609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automated backup, object versioning, isolated restore, Drive evidence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217F021-25F4-4509-B074-392AD02B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00" b="1">
                <a:solidFill>
                  <a:srgbClr val="6D28D9"/>
                </a:solidFill>
              </a:defRPr>
            </a:defPPr>
            <a:lvl1pPr algn="ctr">
              <a:defRPr sz="900" b="1">
                <a:solidFill>
                  <a:srgbClr val="6D28D9"/>
                </a:solidFill>
              </a:defRPr>
            </a:lvl1pPr>
            <a:lvl2pPr algn="ctr">
              <a:defRPr sz="900" b="1">
                <a:solidFill>
                  <a:srgbClr val="6D28D9"/>
                </a:solidFill>
              </a:defRPr>
            </a:lvl2pPr>
            <a:lvl3pPr algn="ctr">
              <a:defRPr sz="900" b="1">
                <a:solidFill>
                  <a:srgbClr val="6D28D9"/>
                </a:solidFill>
              </a:defRPr>
            </a:lvl3pPr>
            <a:lvl4pPr algn="ctr">
              <a:defRPr sz="900" b="1">
                <a:solidFill>
                  <a:srgbClr val="6D28D9"/>
                </a:solidFill>
              </a:defRPr>
            </a:lvl4pPr>
            <a:lvl5pPr algn="ctr">
              <a:defRPr sz="900" b="1">
                <a:solidFill>
                  <a:srgbClr val="6D28D9"/>
                </a:solidFill>
              </a:defRPr>
            </a:lvl5pPr>
            <a:lvl6pPr algn="ctr">
              <a:defRPr sz="900" b="1">
                <a:solidFill>
                  <a:srgbClr val="6D28D9"/>
                </a:solidFill>
              </a:defRPr>
            </a:lvl6pPr>
            <a:lvl7pPr algn="ctr">
              <a:defRPr sz="900" b="1">
                <a:solidFill>
                  <a:srgbClr val="6D28D9"/>
                </a:solidFill>
              </a:defRPr>
            </a:lvl7pPr>
            <a:lvl8pPr algn="ctr">
              <a:defRPr sz="900" b="1">
                <a:solidFill>
                  <a:srgbClr val="6D28D9"/>
                </a:solidFill>
              </a:defRPr>
            </a:lvl8pPr>
            <a:lvl9pPr algn="ctr">
              <a:defRPr sz="900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6D28D9"/>
                </a:solidFill>
              </a:defRPr>
            </a:pPr>
            <a:r>
              <a:rPr sz="900" b="1">
                <a:solidFill>
                  <a:srgbClr val="6D28D9"/>
                </a:solidFill>
              </a:rPr>
              <a:t>Exit · staging environment passes functional, privacy, payment, AI, accessibility, security, load and restore qualification</a:t>
            </a:r>
          </a:p>
        </p:txBody>
      </p:sp>
    </p:spTree>
    <p:extLst>
      <p:ext uri="{BB962C8B-B14F-4D97-AF65-F5344CB8AC3E}">
        <p14:creationId xmlns:p14="http://schemas.microsoft.com/office/powerpoint/2010/main" val="77574199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C8B744-18F2-445F-8E85-17B4EF86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WEB PORTAL · 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D7B03E-8CC7-4244-B6E2-47695D10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Release through four explicit gates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F2EC4B-C84A-4760-AEED-25CC55E4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A launch date is selected only after qualification—not used to waive unresolved release blockers.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821A50-E340-4514-BDD6-E30BADF9B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36715D-AEBB-4CB0-A9AC-B93D0E2C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DE0B7A-E2B0-40CA-89BD-EABF992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24902F-FDE4-4F17-8518-7F8B5174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71650"/>
            <a:ext cx="2590800" cy="32766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B0B02F-9009-4B5A-834A-094A16C1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G1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8F96E8-9130-4916-9251-D7E9FD479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D28D9"/>
                </a:solidFill>
              </a:defRPr>
            </a:defPPr>
            <a:lvl1pPr algn="l">
              <a:defRPr sz="1050" b="1">
                <a:solidFill>
                  <a:srgbClr val="6D28D9"/>
                </a:solidFill>
              </a:defRPr>
            </a:lvl1pPr>
            <a:lvl2pPr algn="l">
              <a:defRPr sz="1050" b="1">
                <a:solidFill>
                  <a:srgbClr val="6D28D9"/>
                </a:solidFill>
              </a:defRPr>
            </a:lvl2pPr>
            <a:lvl3pPr algn="l">
              <a:defRPr sz="1050" b="1">
                <a:solidFill>
                  <a:srgbClr val="6D28D9"/>
                </a:solidFill>
              </a:defRPr>
            </a:lvl3pPr>
            <a:lvl4pPr algn="l">
              <a:defRPr sz="1050" b="1">
                <a:solidFill>
                  <a:srgbClr val="6D28D9"/>
                </a:solidFill>
              </a:defRPr>
            </a:lvl4pPr>
            <a:lvl5pPr algn="l">
              <a:defRPr sz="1050" b="1">
                <a:solidFill>
                  <a:srgbClr val="6D28D9"/>
                </a:solidFill>
              </a:defRPr>
            </a:lvl5pPr>
            <a:lvl6pPr algn="l">
              <a:defRPr sz="1050" b="1">
                <a:solidFill>
                  <a:srgbClr val="6D28D9"/>
                </a:solidFill>
              </a:defRPr>
            </a:lvl6pPr>
            <a:lvl7pPr algn="l">
              <a:defRPr sz="1050" b="1">
                <a:solidFill>
                  <a:srgbClr val="6D28D9"/>
                </a:solidFill>
              </a:defRPr>
            </a:lvl7pPr>
            <a:lvl8pPr algn="l">
              <a:defRPr sz="1050" b="1">
                <a:solidFill>
                  <a:srgbClr val="6D28D9"/>
                </a:solidFill>
              </a:defRPr>
            </a:lvl8pPr>
            <a:lvl9pPr algn="l">
              <a:defRPr sz="1050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6D28D9"/>
                </a:solidFill>
              </a:defRPr>
            </a:pPr>
            <a:r>
              <a:rPr sz="1050" b="1">
                <a:solidFill>
                  <a:srgbClr val="6D28D9"/>
                </a:solidFill>
              </a:rPr>
              <a:t>BUILD COMPLETE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9FFAFB-6D39-4293-B891-6B29F3FC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6D28D9"/>
                </a:solidFill>
              </a:defRPr>
            </a:defPPr>
            <a:lvl1pPr algn="ctr">
              <a:defRPr sz="825" b="1">
                <a:solidFill>
                  <a:srgbClr val="6D28D9"/>
                </a:solidFill>
              </a:defRPr>
            </a:lvl1pPr>
            <a:lvl2pPr algn="ctr">
              <a:defRPr sz="825" b="1">
                <a:solidFill>
                  <a:srgbClr val="6D28D9"/>
                </a:solidFill>
              </a:defRPr>
            </a:lvl2pPr>
            <a:lvl3pPr algn="ctr">
              <a:defRPr sz="825" b="1">
                <a:solidFill>
                  <a:srgbClr val="6D28D9"/>
                </a:solidFill>
              </a:defRPr>
            </a:lvl3pPr>
            <a:lvl4pPr algn="ctr">
              <a:defRPr sz="825" b="1">
                <a:solidFill>
                  <a:srgbClr val="6D28D9"/>
                </a:solidFill>
              </a:defRPr>
            </a:lvl4pPr>
            <a:lvl5pPr algn="ctr">
              <a:defRPr sz="825" b="1">
                <a:solidFill>
                  <a:srgbClr val="6D28D9"/>
                </a:solidFill>
              </a:defRPr>
            </a:lvl5pPr>
            <a:lvl6pPr algn="ctr">
              <a:defRPr sz="825" b="1">
                <a:solidFill>
                  <a:srgbClr val="6D28D9"/>
                </a:solidFill>
              </a:defRPr>
            </a:lvl6pPr>
            <a:lvl7pPr algn="ctr">
              <a:defRPr sz="825" b="1">
                <a:solidFill>
                  <a:srgbClr val="6D28D9"/>
                </a:solidFill>
              </a:defRPr>
            </a:lvl7pPr>
            <a:lvl8pPr algn="ctr">
              <a:defRPr sz="825" b="1">
                <a:solidFill>
                  <a:srgbClr val="6D28D9"/>
                </a:solidFill>
              </a:defRPr>
            </a:lvl8pPr>
            <a:lvl9pPr algn="ctr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14D463-3C2A-4CB6-830F-6253405C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62275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scope acceptance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6ACAC3-6391-4875-AC5C-ED84B7E2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6D28D9"/>
                </a:solidFill>
              </a:defRPr>
            </a:defPPr>
            <a:lvl1pPr algn="ctr">
              <a:defRPr sz="825" b="1">
                <a:solidFill>
                  <a:srgbClr val="6D28D9"/>
                </a:solidFill>
              </a:defRPr>
            </a:lvl1pPr>
            <a:lvl2pPr algn="ctr">
              <a:defRPr sz="825" b="1">
                <a:solidFill>
                  <a:srgbClr val="6D28D9"/>
                </a:solidFill>
              </a:defRPr>
            </a:lvl2pPr>
            <a:lvl3pPr algn="ctr">
              <a:defRPr sz="825" b="1">
                <a:solidFill>
                  <a:srgbClr val="6D28D9"/>
                </a:solidFill>
              </a:defRPr>
            </a:lvl3pPr>
            <a:lvl4pPr algn="ctr">
              <a:defRPr sz="825" b="1">
                <a:solidFill>
                  <a:srgbClr val="6D28D9"/>
                </a:solidFill>
              </a:defRPr>
            </a:lvl4pPr>
            <a:lvl5pPr algn="ctr">
              <a:defRPr sz="825" b="1">
                <a:solidFill>
                  <a:srgbClr val="6D28D9"/>
                </a:solidFill>
              </a:defRPr>
            </a:lvl5pPr>
            <a:lvl6pPr algn="ctr">
              <a:defRPr sz="825" b="1">
                <a:solidFill>
                  <a:srgbClr val="6D28D9"/>
                </a:solidFill>
              </a:defRPr>
            </a:lvl6pPr>
            <a:lvl7pPr algn="ctr">
              <a:defRPr sz="825" b="1">
                <a:solidFill>
                  <a:srgbClr val="6D28D9"/>
                </a:solidFill>
              </a:defRPr>
            </a:lvl7pPr>
            <a:lvl8pPr algn="ctr">
              <a:defRPr sz="825" b="1">
                <a:solidFill>
                  <a:srgbClr val="6D28D9"/>
                </a:solidFill>
              </a:defRPr>
            </a:lvl8pPr>
            <a:lvl9pPr algn="ctr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21FCB2-C009-4286-96EF-16DBCC31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52825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code + config reviewed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D86488-5E10-4846-ADA2-219B8BDA0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6D28D9"/>
                </a:solidFill>
              </a:defRPr>
            </a:defPPr>
            <a:lvl1pPr algn="ctr">
              <a:defRPr sz="825" b="1">
                <a:solidFill>
                  <a:srgbClr val="6D28D9"/>
                </a:solidFill>
              </a:defRPr>
            </a:lvl1pPr>
            <a:lvl2pPr algn="ctr">
              <a:defRPr sz="825" b="1">
                <a:solidFill>
                  <a:srgbClr val="6D28D9"/>
                </a:solidFill>
              </a:defRPr>
            </a:lvl2pPr>
            <a:lvl3pPr algn="ctr">
              <a:defRPr sz="825" b="1">
                <a:solidFill>
                  <a:srgbClr val="6D28D9"/>
                </a:solidFill>
              </a:defRPr>
            </a:lvl3pPr>
            <a:lvl4pPr algn="ctr">
              <a:defRPr sz="825" b="1">
                <a:solidFill>
                  <a:srgbClr val="6D28D9"/>
                </a:solidFill>
              </a:defRPr>
            </a:lvl4pPr>
            <a:lvl5pPr algn="ctr">
              <a:defRPr sz="825" b="1">
                <a:solidFill>
                  <a:srgbClr val="6D28D9"/>
                </a:solidFill>
              </a:defRPr>
            </a:lvl5pPr>
            <a:lvl6pPr algn="ctr">
              <a:defRPr sz="825" b="1">
                <a:solidFill>
                  <a:srgbClr val="6D28D9"/>
                </a:solidFill>
              </a:defRPr>
            </a:lvl6pPr>
            <a:lvl7pPr algn="ctr">
              <a:defRPr sz="825" b="1">
                <a:solidFill>
                  <a:srgbClr val="6D28D9"/>
                </a:solidFill>
              </a:defRPr>
            </a:lvl7pPr>
            <a:lvl8pPr algn="ctr">
              <a:defRPr sz="825" b="1">
                <a:solidFill>
                  <a:srgbClr val="6D28D9"/>
                </a:solidFill>
              </a:defRPr>
            </a:lvl8pPr>
            <a:lvl9pPr algn="ctr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78E7F6-3E21-42C8-8C9A-02CC38D7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43375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no sample/proxy leakage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D77C51-8FAA-42C9-8416-F19833E7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432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6D28D9"/>
                </a:solidFill>
              </a:defRPr>
            </a:defPPr>
            <a:lvl1pPr algn="ctr">
              <a:defRPr sz="1650" b="1">
                <a:solidFill>
                  <a:srgbClr val="6D28D9"/>
                </a:solidFill>
              </a:defRPr>
            </a:lvl1pPr>
            <a:lvl2pPr algn="ctr">
              <a:defRPr sz="1650" b="1">
                <a:solidFill>
                  <a:srgbClr val="6D28D9"/>
                </a:solidFill>
              </a:defRPr>
            </a:lvl2pPr>
            <a:lvl3pPr algn="ctr">
              <a:defRPr sz="1650" b="1">
                <a:solidFill>
                  <a:srgbClr val="6D28D9"/>
                </a:solidFill>
              </a:defRPr>
            </a:lvl3pPr>
            <a:lvl4pPr algn="ctr">
              <a:defRPr sz="1650" b="1">
                <a:solidFill>
                  <a:srgbClr val="6D28D9"/>
                </a:solidFill>
              </a:defRPr>
            </a:lvl4pPr>
            <a:lvl5pPr algn="ctr">
              <a:defRPr sz="1650" b="1">
                <a:solidFill>
                  <a:srgbClr val="6D28D9"/>
                </a:solidFill>
              </a:defRPr>
            </a:lvl5pPr>
            <a:lvl6pPr algn="ctr">
              <a:defRPr sz="1650" b="1">
                <a:solidFill>
                  <a:srgbClr val="6D28D9"/>
                </a:solidFill>
              </a:defRPr>
            </a:lvl6pPr>
            <a:lvl7pPr algn="ctr">
              <a:defRPr sz="1650" b="1">
                <a:solidFill>
                  <a:srgbClr val="6D28D9"/>
                </a:solidFill>
              </a:defRPr>
            </a:lvl7pPr>
            <a:lvl8pPr algn="ctr">
              <a:defRPr sz="1650" b="1">
                <a:solidFill>
                  <a:srgbClr val="6D28D9"/>
                </a:solidFill>
              </a:defRPr>
            </a:lvl8pPr>
            <a:lvl9pPr algn="ctr">
              <a:defRPr sz="1650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6D28D9"/>
                </a:solidFill>
              </a:defRPr>
            </a:pPr>
            <a:r>
              <a:rPr sz="1650" b="1">
                <a:solidFill>
                  <a:srgbClr val="6D28D9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2A6981-C56D-4E73-9FF4-283415BD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771650"/>
            <a:ext cx="2590800" cy="32766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990856-4284-4DE5-B30E-10303824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4310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G2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E32AC7-B0BB-4EBB-83B6-1C2A87DB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381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2563EB"/>
                </a:solidFill>
              </a:defRPr>
            </a:defPPr>
            <a:lvl1pPr algn="l">
              <a:defRPr sz="1050" b="1">
                <a:solidFill>
                  <a:srgbClr val="2563EB"/>
                </a:solidFill>
              </a:defRPr>
            </a:lvl1pPr>
            <a:lvl2pPr algn="l">
              <a:defRPr sz="1050" b="1">
                <a:solidFill>
                  <a:srgbClr val="2563EB"/>
                </a:solidFill>
              </a:defRPr>
            </a:lvl2pPr>
            <a:lvl3pPr algn="l">
              <a:defRPr sz="1050" b="1">
                <a:solidFill>
                  <a:srgbClr val="2563EB"/>
                </a:solidFill>
              </a:defRPr>
            </a:lvl3pPr>
            <a:lvl4pPr algn="l">
              <a:defRPr sz="1050" b="1">
                <a:solidFill>
                  <a:srgbClr val="2563EB"/>
                </a:solidFill>
              </a:defRPr>
            </a:lvl4pPr>
            <a:lvl5pPr algn="l">
              <a:defRPr sz="1050" b="1">
                <a:solidFill>
                  <a:srgbClr val="2563EB"/>
                </a:solidFill>
              </a:defRPr>
            </a:lvl5pPr>
            <a:lvl6pPr algn="l">
              <a:defRPr sz="1050" b="1">
                <a:solidFill>
                  <a:srgbClr val="2563EB"/>
                </a:solidFill>
              </a:defRPr>
            </a:lvl6pPr>
            <a:lvl7pPr algn="l">
              <a:defRPr sz="1050" b="1">
                <a:solidFill>
                  <a:srgbClr val="2563EB"/>
                </a:solidFill>
              </a:defRPr>
            </a:lvl7pPr>
            <a:lvl8pPr algn="l">
              <a:defRPr sz="1050" b="1">
                <a:solidFill>
                  <a:srgbClr val="2563EB"/>
                </a:solidFill>
              </a:defRPr>
            </a:lvl8pPr>
            <a:lvl9pPr algn="l">
              <a:defRPr sz="1050" b="1">
                <a:solidFill>
                  <a:srgbClr val="2563EB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QUALIFIED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C749D3-5D08-49D3-8572-AF1D7F78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0099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2563EB"/>
                </a:solidFill>
              </a:defRPr>
            </a:defPPr>
            <a:lvl1pPr algn="ctr">
              <a:defRPr sz="825" b="1">
                <a:solidFill>
                  <a:srgbClr val="2563EB"/>
                </a:solidFill>
              </a:defRPr>
            </a:lvl1pPr>
            <a:lvl2pPr algn="ctr">
              <a:defRPr sz="825" b="1">
                <a:solidFill>
                  <a:srgbClr val="2563EB"/>
                </a:solidFill>
              </a:defRPr>
            </a:lvl2pPr>
            <a:lvl3pPr algn="ctr">
              <a:defRPr sz="825" b="1">
                <a:solidFill>
                  <a:srgbClr val="2563EB"/>
                </a:solidFill>
              </a:defRPr>
            </a:lvl3pPr>
            <a:lvl4pPr algn="ctr">
              <a:defRPr sz="825" b="1">
                <a:solidFill>
                  <a:srgbClr val="2563EB"/>
                </a:solidFill>
              </a:defRPr>
            </a:lvl4pPr>
            <a:lvl5pPr algn="ctr">
              <a:defRPr sz="825" b="1">
                <a:solidFill>
                  <a:srgbClr val="2563EB"/>
                </a:solidFill>
              </a:defRPr>
            </a:lvl5pPr>
            <a:lvl6pPr algn="ctr">
              <a:defRPr sz="825" b="1">
                <a:solidFill>
                  <a:srgbClr val="2563EB"/>
                </a:solidFill>
              </a:defRPr>
            </a:lvl6pPr>
            <a:lvl7pPr algn="ctr">
              <a:defRPr sz="825" b="1">
                <a:solidFill>
                  <a:srgbClr val="2563EB"/>
                </a:solidFill>
              </a:defRPr>
            </a:lvl7pPr>
            <a:lvl8pPr algn="ctr">
              <a:defRPr sz="825" b="1">
                <a:solidFill>
                  <a:srgbClr val="2563EB"/>
                </a:solidFill>
              </a:defRPr>
            </a:lvl8pPr>
            <a:lvl9pPr algn="ctr">
              <a:defRPr sz="825" b="1">
                <a:solidFill>
                  <a:srgbClr val="2563EB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2563EB"/>
                </a:solidFill>
              </a:defRPr>
            </a:pPr>
            <a:r>
              <a:rPr sz="825" b="1">
                <a:solidFill>
                  <a:srgbClr val="2563EB"/>
                </a:solidFill>
              </a:rPr>
              <a:t>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E9866E-99BC-480A-AE9D-153C3F87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962275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critical journeys pass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908B5B-7A02-4D90-9E04-D13DAD5B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6004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2563EB"/>
                </a:solidFill>
              </a:defRPr>
            </a:defPPr>
            <a:lvl1pPr algn="ctr">
              <a:defRPr sz="825" b="1">
                <a:solidFill>
                  <a:srgbClr val="2563EB"/>
                </a:solidFill>
              </a:defRPr>
            </a:lvl1pPr>
            <a:lvl2pPr algn="ctr">
              <a:defRPr sz="825" b="1">
                <a:solidFill>
                  <a:srgbClr val="2563EB"/>
                </a:solidFill>
              </a:defRPr>
            </a:lvl2pPr>
            <a:lvl3pPr algn="ctr">
              <a:defRPr sz="825" b="1">
                <a:solidFill>
                  <a:srgbClr val="2563EB"/>
                </a:solidFill>
              </a:defRPr>
            </a:lvl3pPr>
            <a:lvl4pPr algn="ctr">
              <a:defRPr sz="825" b="1">
                <a:solidFill>
                  <a:srgbClr val="2563EB"/>
                </a:solidFill>
              </a:defRPr>
            </a:lvl4pPr>
            <a:lvl5pPr algn="ctr">
              <a:defRPr sz="825" b="1">
                <a:solidFill>
                  <a:srgbClr val="2563EB"/>
                </a:solidFill>
              </a:defRPr>
            </a:lvl5pPr>
            <a:lvl6pPr algn="ctr">
              <a:defRPr sz="825" b="1">
                <a:solidFill>
                  <a:srgbClr val="2563EB"/>
                </a:solidFill>
              </a:defRPr>
            </a:lvl6pPr>
            <a:lvl7pPr algn="ctr">
              <a:defRPr sz="825" b="1">
                <a:solidFill>
                  <a:srgbClr val="2563EB"/>
                </a:solidFill>
              </a:defRPr>
            </a:lvl7pPr>
            <a:lvl8pPr algn="ctr">
              <a:defRPr sz="825" b="1">
                <a:solidFill>
                  <a:srgbClr val="2563EB"/>
                </a:solidFill>
              </a:defRPr>
            </a:lvl8pPr>
            <a:lvl9pPr algn="ctr">
              <a:defRPr sz="825" b="1">
                <a:solidFill>
                  <a:srgbClr val="2563EB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2563EB"/>
                </a:solidFill>
              </a:defRPr>
            </a:pPr>
            <a:r>
              <a:rPr sz="825" b="1">
                <a:solidFill>
                  <a:srgbClr val="2563EB"/>
                </a:solidFill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D3C9FB-3387-434A-B8C4-62C1680B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552825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WCAG/security/load pass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65BB07-EF66-4C9E-BD2B-959ADF91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2563EB"/>
                </a:solidFill>
              </a:defRPr>
            </a:defPPr>
            <a:lvl1pPr algn="ctr">
              <a:defRPr sz="825" b="1">
                <a:solidFill>
                  <a:srgbClr val="2563EB"/>
                </a:solidFill>
              </a:defRPr>
            </a:lvl1pPr>
            <a:lvl2pPr algn="ctr">
              <a:defRPr sz="825" b="1">
                <a:solidFill>
                  <a:srgbClr val="2563EB"/>
                </a:solidFill>
              </a:defRPr>
            </a:lvl2pPr>
            <a:lvl3pPr algn="ctr">
              <a:defRPr sz="825" b="1">
                <a:solidFill>
                  <a:srgbClr val="2563EB"/>
                </a:solidFill>
              </a:defRPr>
            </a:lvl3pPr>
            <a:lvl4pPr algn="ctr">
              <a:defRPr sz="825" b="1">
                <a:solidFill>
                  <a:srgbClr val="2563EB"/>
                </a:solidFill>
              </a:defRPr>
            </a:lvl4pPr>
            <a:lvl5pPr algn="ctr">
              <a:defRPr sz="825" b="1">
                <a:solidFill>
                  <a:srgbClr val="2563EB"/>
                </a:solidFill>
              </a:defRPr>
            </a:lvl5pPr>
            <a:lvl6pPr algn="ctr">
              <a:defRPr sz="825" b="1">
                <a:solidFill>
                  <a:srgbClr val="2563EB"/>
                </a:solidFill>
              </a:defRPr>
            </a:lvl6pPr>
            <a:lvl7pPr algn="ctr">
              <a:defRPr sz="825" b="1">
                <a:solidFill>
                  <a:srgbClr val="2563EB"/>
                </a:solidFill>
              </a:defRPr>
            </a:lvl7pPr>
            <a:lvl8pPr algn="ctr">
              <a:defRPr sz="825" b="1">
                <a:solidFill>
                  <a:srgbClr val="2563EB"/>
                </a:solidFill>
              </a:defRPr>
            </a:lvl8pPr>
            <a:lvl9pPr algn="ctr">
              <a:defRPr sz="825" b="1">
                <a:solidFill>
                  <a:srgbClr val="2563EB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2563EB"/>
                </a:solidFill>
              </a:defRPr>
            </a:pPr>
            <a:r>
              <a:rPr sz="825" b="1">
                <a:solidFill>
                  <a:srgbClr val="2563EB"/>
                </a:solidFill>
              </a:rPr>
              <a:t>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60593E-2B03-4D8E-850F-06E53C2C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143375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backup restore proven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3F1E83-B54F-4826-8E29-A4E494D7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1432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2563EB"/>
                </a:solidFill>
              </a:defRPr>
            </a:defPPr>
            <a:lvl1pPr algn="ctr">
              <a:defRPr sz="1650" b="1">
                <a:solidFill>
                  <a:srgbClr val="2563EB"/>
                </a:solidFill>
              </a:defRPr>
            </a:lvl1pPr>
            <a:lvl2pPr algn="ctr">
              <a:defRPr sz="1650" b="1">
                <a:solidFill>
                  <a:srgbClr val="2563EB"/>
                </a:solidFill>
              </a:defRPr>
            </a:lvl2pPr>
            <a:lvl3pPr algn="ctr">
              <a:defRPr sz="1650" b="1">
                <a:solidFill>
                  <a:srgbClr val="2563EB"/>
                </a:solidFill>
              </a:defRPr>
            </a:lvl3pPr>
            <a:lvl4pPr algn="ctr">
              <a:defRPr sz="1650" b="1">
                <a:solidFill>
                  <a:srgbClr val="2563EB"/>
                </a:solidFill>
              </a:defRPr>
            </a:lvl4pPr>
            <a:lvl5pPr algn="ctr">
              <a:defRPr sz="1650" b="1">
                <a:solidFill>
                  <a:srgbClr val="2563EB"/>
                </a:solidFill>
              </a:defRPr>
            </a:lvl5pPr>
            <a:lvl6pPr algn="ctr">
              <a:defRPr sz="1650" b="1">
                <a:solidFill>
                  <a:srgbClr val="2563EB"/>
                </a:solidFill>
              </a:defRPr>
            </a:lvl6pPr>
            <a:lvl7pPr algn="ctr">
              <a:defRPr sz="1650" b="1">
                <a:solidFill>
                  <a:srgbClr val="2563EB"/>
                </a:solidFill>
              </a:defRPr>
            </a:lvl7pPr>
            <a:lvl8pPr algn="ctr">
              <a:defRPr sz="1650" b="1">
                <a:solidFill>
                  <a:srgbClr val="2563EB"/>
                </a:solidFill>
              </a:defRPr>
            </a:lvl8pPr>
            <a:lvl9pPr algn="ctr">
              <a:defRPr sz="1650" b="1">
                <a:solidFill>
                  <a:srgbClr val="2563EB"/>
                </a:solidFill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F23D4E-B521-4071-BB82-F531BBAAC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71650"/>
            <a:ext cx="2590800" cy="32766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82F7BE-E7CE-46BF-A5D9-67F69ADD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4310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G3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B0C047-DE3A-4CAC-9EF3-E2263E0A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81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D97706"/>
                </a:solidFill>
              </a:defRPr>
            </a:defPPr>
            <a:lvl1pPr algn="l">
              <a:defRPr sz="1050" b="1">
                <a:solidFill>
                  <a:srgbClr val="D97706"/>
                </a:solidFill>
              </a:defRPr>
            </a:lvl1pPr>
            <a:lvl2pPr algn="l">
              <a:defRPr sz="1050" b="1">
                <a:solidFill>
                  <a:srgbClr val="D97706"/>
                </a:solidFill>
              </a:defRPr>
            </a:lvl2pPr>
            <a:lvl3pPr algn="l">
              <a:defRPr sz="1050" b="1">
                <a:solidFill>
                  <a:srgbClr val="D97706"/>
                </a:solidFill>
              </a:defRPr>
            </a:lvl3pPr>
            <a:lvl4pPr algn="l">
              <a:defRPr sz="1050" b="1">
                <a:solidFill>
                  <a:srgbClr val="D97706"/>
                </a:solidFill>
              </a:defRPr>
            </a:lvl4pPr>
            <a:lvl5pPr algn="l">
              <a:defRPr sz="1050" b="1">
                <a:solidFill>
                  <a:srgbClr val="D97706"/>
                </a:solidFill>
              </a:defRPr>
            </a:lvl5pPr>
            <a:lvl6pPr algn="l">
              <a:defRPr sz="1050" b="1">
                <a:solidFill>
                  <a:srgbClr val="D97706"/>
                </a:solidFill>
              </a:defRPr>
            </a:lvl6pPr>
            <a:lvl7pPr algn="l">
              <a:defRPr sz="1050" b="1">
                <a:solidFill>
                  <a:srgbClr val="D97706"/>
                </a:solidFill>
              </a:defRPr>
            </a:lvl7pPr>
            <a:lvl8pPr algn="l">
              <a:defRPr sz="1050" b="1">
                <a:solidFill>
                  <a:srgbClr val="D97706"/>
                </a:solidFill>
              </a:defRPr>
            </a:lvl8pPr>
            <a:lvl9pPr algn="l">
              <a:defRPr sz="1050" b="1">
                <a:solidFill>
                  <a:srgbClr val="D97706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D97706"/>
                </a:solidFill>
              </a:defRPr>
            </a:pPr>
            <a:r>
              <a:rPr sz="1050" b="1">
                <a:solidFill>
                  <a:srgbClr val="D97706"/>
                </a:solidFill>
              </a:rPr>
              <a:t>READY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6C01DA-0E26-46A4-9E5F-42F4117A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D97706"/>
                </a:solidFill>
              </a:defRPr>
            </a:defPPr>
            <a:lvl1pPr algn="ctr">
              <a:defRPr sz="825" b="1">
                <a:solidFill>
                  <a:srgbClr val="D97706"/>
                </a:solidFill>
              </a:defRPr>
            </a:lvl1pPr>
            <a:lvl2pPr algn="ctr">
              <a:defRPr sz="825" b="1">
                <a:solidFill>
                  <a:srgbClr val="D97706"/>
                </a:solidFill>
              </a:defRPr>
            </a:lvl2pPr>
            <a:lvl3pPr algn="ctr">
              <a:defRPr sz="825" b="1">
                <a:solidFill>
                  <a:srgbClr val="D97706"/>
                </a:solidFill>
              </a:defRPr>
            </a:lvl3pPr>
            <a:lvl4pPr algn="ctr">
              <a:defRPr sz="825" b="1">
                <a:solidFill>
                  <a:srgbClr val="D97706"/>
                </a:solidFill>
              </a:defRPr>
            </a:lvl4pPr>
            <a:lvl5pPr algn="ctr">
              <a:defRPr sz="825" b="1">
                <a:solidFill>
                  <a:srgbClr val="D97706"/>
                </a:solidFill>
              </a:defRPr>
            </a:lvl5pPr>
            <a:lvl6pPr algn="ctr">
              <a:defRPr sz="825" b="1">
                <a:solidFill>
                  <a:srgbClr val="D97706"/>
                </a:solidFill>
              </a:defRPr>
            </a:lvl6pPr>
            <a:lvl7pPr algn="ctr">
              <a:defRPr sz="825" b="1">
                <a:solidFill>
                  <a:srgbClr val="D97706"/>
                </a:solidFill>
              </a:defRPr>
            </a:lvl7pPr>
            <a:lvl8pPr algn="ctr">
              <a:defRPr sz="825" b="1">
                <a:solidFill>
                  <a:srgbClr val="D97706"/>
                </a:solidFill>
              </a:defRPr>
            </a:lvl8pPr>
            <a:lvl9pPr algn="ctr">
              <a:defRPr sz="825" b="1">
                <a:solidFill>
                  <a:srgbClr val="D97706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D97706"/>
                </a:solidFill>
              </a:defRPr>
            </a:pPr>
            <a:r>
              <a:rPr sz="825" b="1">
                <a:solidFill>
                  <a:srgbClr val="D97706"/>
                </a:solidFill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A70080-C611-4FD7-8EF5-98F0AB7CC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62275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support/on-call staffed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268917-57EA-45FD-A5CA-0D35D956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D97706"/>
                </a:solidFill>
              </a:defRPr>
            </a:defPPr>
            <a:lvl1pPr algn="ctr">
              <a:defRPr sz="825" b="1">
                <a:solidFill>
                  <a:srgbClr val="D97706"/>
                </a:solidFill>
              </a:defRPr>
            </a:lvl1pPr>
            <a:lvl2pPr algn="ctr">
              <a:defRPr sz="825" b="1">
                <a:solidFill>
                  <a:srgbClr val="D97706"/>
                </a:solidFill>
              </a:defRPr>
            </a:lvl2pPr>
            <a:lvl3pPr algn="ctr">
              <a:defRPr sz="825" b="1">
                <a:solidFill>
                  <a:srgbClr val="D97706"/>
                </a:solidFill>
              </a:defRPr>
            </a:lvl3pPr>
            <a:lvl4pPr algn="ctr">
              <a:defRPr sz="825" b="1">
                <a:solidFill>
                  <a:srgbClr val="D97706"/>
                </a:solidFill>
              </a:defRPr>
            </a:lvl4pPr>
            <a:lvl5pPr algn="ctr">
              <a:defRPr sz="825" b="1">
                <a:solidFill>
                  <a:srgbClr val="D97706"/>
                </a:solidFill>
              </a:defRPr>
            </a:lvl5pPr>
            <a:lvl6pPr algn="ctr">
              <a:defRPr sz="825" b="1">
                <a:solidFill>
                  <a:srgbClr val="D97706"/>
                </a:solidFill>
              </a:defRPr>
            </a:lvl6pPr>
            <a:lvl7pPr algn="ctr">
              <a:defRPr sz="825" b="1">
                <a:solidFill>
                  <a:srgbClr val="D97706"/>
                </a:solidFill>
              </a:defRPr>
            </a:lvl7pPr>
            <a:lvl8pPr algn="ctr">
              <a:defRPr sz="825" b="1">
                <a:solidFill>
                  <a:srgbClr val="D97706"/>
                </a:solidFill>
              </a:defRPr>
            </a:lvl8pPr>
            <a:lvl9pPr algn="ctr">
              <a:defRPr sz="825" b="1">
                <a:solidFill>
                  <a:srgbClr val="D97706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D97706"/>
                </a:solidFill>
              </a:defRPr>
            </a:pPr>
            <a:r>
              <a:rPr sz="825" b="1">
                <a:solidFill>
                  <a:srgbClr val="D97706"/>
                </a:solidFill>
              </a:rPr>
              <a:t>✓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E43EEC-9A8D-40B2-8E99-65533E58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552825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rollback rehearsed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011971-33B5-4582-AFE7-E90A6C82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D97706"/>
                </a:solidFill>
              </a:defRPr>
            </a:defPPr>
            <a:lvl1pPr algn="ctr">
              <a:defRPr sz="825" b="1">
                <a:solidFill>
                  <a:srgbClr val="D97706"/>
                </a:solidFill>
              </a:defRPr>
            </a:lvl1pPr>
            <a:lvl2pPr algn="ctr">
              <a:defRPr sz="825" b="1">
                <a:solidFill>
                  <a:srgbClr val="D97706"/>
                </a:solidFill>
              </a:defRPr>
            </a:lvl2pPr>
            <a:lvl3pPr algn="ctr">
              <a:defRPr sz="825" b="1">
                <a:solidFill>
                  <a:srgbClr val="D97706"/>
                </a:solidFill>
              </a:defRPr>
            </a:lvl3pPr>
            <a:lvl4pPr algn="ctr">
              <a:defRPr sz="825" b="1">
                <a:solidFill>
                  <a:srgbClr val="D97706"/>
                </a:solidFill>
              </a:defRPr>
            </a:lvl4pPr>
            <a:lvl5pPr algn="ctr">
              <a:defRPr sz="825" b="1">
                <a:solidFill>
                  <a:srgbClr val="D97706"/>
                </a:solidFill>
              </a:defRPr>
            </a:lvl5pPr>
            <a:lvl6pPr algn="ctr">
              <a:defRPr sz="825" b="1">
                <a:solidFill>
                  <a:srgbClr val="D97706"/>
                </a:solidFill>
              </a:defRPr>
            </a:lvl6pPr>
            <a:lvl7pPr algn="ctr">
              <a:defRPr sz="825" b="1">
                <a:solidFill>
                  <a:srgbClr val="D97706"/>
                </a:solidFill>
              </a:defRPr>
            </a:lvl7pPr>
            <a:lvl8pPr algn="ctr">
              <a:defRPr sz="825" b="1">
                <a:solidFill>
                  <a:srgbClr val="D97706"/>
                </a:solidFill>
              </a:defRPr>
            </a:lvl8pPr>
            <a:lvl9pPr algn="ctr">
              <a:defRPr sz="825" b="1">
                <a:solidFill>
                  <a:srgbClr val="D97706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D97706"/>
                </a:solidFill>
              </a:defRPr>
            </a:pPr>
            <a:r>
              <a:rPr sz="825" b="1">
                <a:solidFill>
                  <a:srgbClr val="D97706"/>
                </a:solidFill>
              </a:rPr>
              <a:t>✓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A1D41D-10F1-4C5A-B4DD-E118A791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43375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owner packet signed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3C5677-555D-4519-BA1A-5EC3E308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1432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D97706"/>
                </a:solidFill>
              </a:defRPr>
            </a:defPPr>
            <a:lvl1pPr algn="ctr">
              <a:defRPr sz="1650" b="1">
                <a:solidFill>
                  <a:srgbClr val="D97706"/>
                </a:solidFill>
              </a:defRPr>
            </a:lvl1pPr>
            <a:lvl2pPr algn="ctr">
              <a:defRPr sz="1650" b="1">
                <a:solidFill>
                  <a:srgbClr val="D97706"/>
                </a:solidFill>
              </a:defRPr>
            </a:lvl2pPr>
            <a:lvl3pPr algn="ctr">
              <a:defRPr sz="1650" b="1">
                <a:solidFill>
                  <a:srgbClr val="D97706"/>
                </a:solidFill>
              </a:defRPr>
            </a:lvl3pPr>
            <a:lvl4pPr algn="ctr">
              <a:defRPr sz="1650" b="1">
                <a:solidFill>
                  <a:srgbClr val="D97706"/>
                </a:solidFill>
              </a:defRPr>
            </a:lvl4pPr>
            <a:lvl5pPr algn="ctr">
              <a:defRPr sz="1650" b="1">
                <a:solidFill>
                  <a:srgbClr val="D97706"/>
                </a:solidFill>
              </a:defRPr>
            </a:lvl5pPr>
            <a:lvl6pPr algn="ctr">
              <a:defRPr sz="1650" b="1">
                <a:solidFill>
                  <a:srgbClr val="D97706"/>
                </a:solidFill>
              </a:defRPr>
            </a:lvl6pPr>
            <a:lvl7pPr algn="ctr">
              <a:defRPr sz="1650" b="1">
                <a:solidFill>
                  <a:srgbClr val="D97706"/>
                </a:solidFill>
              </a:defRPr>
            </a:lvl7pPr>
            <a:lvl8pPr algn="ctr">
              <a:defRPr sz="1650" b="1">
                <a:solidFill>
                  <a:srgbClr val="D97706"/>
                </a:solidFill>
              </a:defRPr>
            </a:lvl8pPr>
            <a:lvl9pPr algn="ctr">
              <a:defRPr sz="1650" b="1">
                <a:solidFill>
                  <a:srgbClr val="D97706"/>
                </a:solidFill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D97706"/>
                </a:solidFill>
              </a:defRPr>
            </a:pPr>
            <a:r>
              <a:rPr sz="1650" b="1">
                <a:solidFill>
                  <a:srgbClr val="D97706"/>
                </a:solidFill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23FB96B-C42F-4A59-A305-0D6A2D63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771650"/>
            <a:ext cx="2590800" cy="32766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CF49D9-CDF9-415B-9CED-444A0DB8F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94310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G4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13E84A-53FD-4565-9A9B-9BFA11EA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81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9D78"/>
                </a:solidFill>
              </a:defRPr>
            </a:defPPr>
            <a:lvl1pPr algn="l">
              <a:defRPr sz="1050" b="1">
                <a:solidFill>
                  <a:srgbClr val="0F9D78"/>
                </a:solidFill>
              </a:defRPr>
            </a:lvl1pPr>
            <a:lvl2pPr algn="l">
              <a:defRPr sz="1050" b="1">
                <a:solidFill>
                  <a:srgbClr val="0F9D78"/>
                </a:solidFill>
              </a:defRPr>
            </a:lvl2pPr>
            <a:lvl3pPr algn="l">
              <a:defRPr sz="1050" b="1">
                <a:solidFill>
                  <a:srgbClr val="0F9D78"/>
                </a:solidFill>
              </a:defRPr>
            </a:lvl3pPr>
            <a:lvl4pPr algn="l">
              <a:defRPr sz="1050" b="1">
                <a:solidFill>
                  <a:srgbClr val="0F9D78"/>
                </a:solidFill>
              </a:defRPr>
            </a:lvl4pPr>
            <a:lvl5pPr algn="l">
              <a:defRPr sz="1050" b="1">
                <a:solidFill>
                  <a:srgbClr val="0F9D78"/>
                </a:solidFill>
              </a:defRPr>
            </a:lvl5pPr>
            <a:lvl6pPr algn="l">
              <a:defRPr sz="1050" b="1">
                <a:solidFill>
                  <a:srgbClr val="0F9D78"/>
                </a:solidFill>
              </a:defRPr>
            </a:lvl6pPr>
            <a:lvl7pPr algn="l">
              <a:defRPr sz="1050" b="1">
                <a:solidFill>
                  <a:srgbClr val="0F9D78"/>
                </a:solidFill>
              </a:defRPr>
            </a:lvl7pPr>
            <a:lvl8pPr algn="l">
              <a:defRPr sz="1050" b="1">
                <a:solidFill>
                  <a:srgbClr val="0F9D78"/>
                </a:solidFill>
              </a:defRPr>
            </a:lvl8pPr>
            <a:lvl9pPr algn="l">
              <a:defRPr sz="1050" b="1">
                <a:solidFill>
                  <a:srgbClr val="0F9D78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9D78"/>
                </a:solidFill>
              </a:defRPr>
            </a:pPr>
            <a:r>
              <a:rPr sz="1050" b="1">
                <a:solidFill>
                  <a:srgbClr val="0F9D78"/>
                </a:solidFill>
              </a:rPr>
              <a:t>LIVE + STABLE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B1E2F5-8304-439E-BC22-FF654BF3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099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0F9D78"/>
                </a:solidFill>
              </a:defRPr>
            </a:defPPr>
            <a:lvl1pPr algn="ctr">
              <a:defRPr sz="825" b="1">
                <a:solidFill>
                  <a:srgbClr val="0F9D78"/>
                </a:solidFill>
              </a:defRPr>
            </a:lvl1pPr>
            <a:lvl2pPr algn="ctr">
              <a:defRPr sz="825" b="1">
                <a:solidFill>
                  <a:srgbClr val="0F9D78"/>
                </a:solidFill>
              </a:defRPr>
            </a:lvl2pPr>
            <a:lvl3pPr algn="ctr">
              <a:defRPr sz="825" b="1">
                <a:solidFill>
                  <a:srgbClr val="0F9D78"/>
                </a:solidFill>
              </a:defRPr>
            </a:lvl3pPr>
            <a:lvl4pPr algn="ctr">
              <a:defRPr sz="825" b="1">
                <a:solidFill>
                  <a:srgbClr val="0F9D78"/>
                </a:solidFill>
              </a:defRPr>
            </a:lvl4pPr>
            <a:lvl5pPr algn="ctr">
              <a:defRPr sz="825" b="1">
                <a:solidFill>
                  <a:srgbClr val="0F9D78"/>
                </a:solidFill>
              </a:defRPr>
            </a:lvl5pPr>
            <a:lvl6pPr algn="ctr">
              <a:defRPr sz="825" b="1">
                <a:solidFill>
                  <a:srgbClr val="0F9D78"/>
                </a:solidFill>
              </a:defRPr>
            </a:lvl6pPr>
            <a:lvl7pPr algn="ctr">
              <a:defRPr sz="825" b="1">
                <a:solidFill>
                  <a:srgbClr val="0F9D78"/>
                </a:solidFill>
              </a:defRPr>
            </a:lvl7pPr>
            <a:lvl8pPr algn="ctr">
              <a:defRPr sz="825" b="1">
                <a:solidFill>
                  <a:srgbClr val="0F9D78"/>
                </a:solidFill>
              </a:defRPr>
            </a:lvl8pPr>
            <a:lvl9pPr algn="ctr">
              <a:defRPr sz="825" b="1">
                <a:solidFill>
                  <a:srgbClr val="0F9D78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0F9D78"/>
                </a:solidFill>
              </a:defRPr>
            </a:pPr>
            <a:r>
              <a:rPr sz="825" b="1">
                <a:solidFill>
                  <a:srgbClr val="0F9D78"/>
                </a:solidFill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239E39D-336D-4119-884B-7BD62B23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962275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canary then ramp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4828225-C02E-4CDA-AE9A-218CEF1D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004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0F9D78"/>
                </a:solidFill>
              </a:defRPr>
            </a:defPPr>
            <a:lvl1pPr algn="ctr">
              <a:defRPr sz="825" b="1">
                <a:solidFill>
                  <a:srgbClr val="0F9D78"/>
                </a:solidFill>
              </a:defRPr>
            </a:lvl1pPr>
            <a:lvl2pPr algn="ctr">
              <a:defRPr sz="825" b="1">
                <a:solidFill>
                  <a:srgbClr val="0F9D78"/>
                </a:solidFill>
              </a:defRPr>
            </a:lvl2pPr>
            <a:lvl3pPr algn="ctr">
              <a:defRPr sz="825" b="1">
                <a:solidFill>
                  <a:srgbClr val="0F9D78"/>
                </a:solidFill>
              </a:defRPr>
            </a:lvl3pPr>
            <a:lvl4pPr algn="ctr">
              <a:defRPr sz="825" b="1">
                <a:solidFill>
                  <a:srgbClr val="0F9D78"/>
                </a:solidFill>
              </a:defRPr>
            </a:lvl4pPr>
            <a:lvl5pPr algn="ctr">
              <a:defRPr sz="825" b="1">
                <a:solidFill>
                  <a:srgbClr val="0F9D78"/>
                </a:solidFill>
              </a:defRPr>
            </a:lvl5pPr>
            <a:lvl6pPr algn="ctr">
              <a:defRPr sz="825" b="1">
                <a:solidFill>
                  <a:srgbClr val="0F9D78"/>
                </a:solidFill>
              </a:defRPr>
            </a:lvl6pPr>
            <a:lvl7pPr algn="ctr">
              <a:defRPr sz="825" b="1">
                <a:solidFill>
                  <a:srgbClr val="0F9D78"/>
                </a:solidFill>
              </a:defRPr>
            </a:lvl7pPr>
            <a:lvl8pPr algn="ctr">
              <a:defRPr sz="825" b="1">
                <a:solidFill>
                  <a:srgbClr val="0F9D78"/>
                </a:solidFill>
              </a:defRPr>
            </a:lvl8pPr>
            <a:lvl9pPr algn="ctr">
              <a:defRPr sz="825" b="1">
                <a:solidFill>
                  <a:srgbClr val="0F9D78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0F9D78"/>
                </a:solidFill>
              </a:defRPr>
            </a:pPr>
            <a:r>
              <a:rPr sz="825" b="1">
                <a:solidFill>
                  <a:srgbClr val="0F9D78"/>
                </a:solidFill>
              </a:rPr>
              <a:t>✓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D9CD1F-E016-4F85-9066-51DB60EC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552825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payments/AI monitored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C4DEAB0-B9FF-4E35-BB08-F9B99B30E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0F9D78"/>
                </a:solidFill>
              </a:defRPr>
            </a:defPPr>
            <a:lvl1pPr algn="ctr">
              <a:defRPr sz="825" b="1">
                <a:solidFill>
                  <a:srgbClr val="0F9D78"/>
                </a:solidFill>
              </a:defRPr>
            </a:lvl1pPr>
            <a:lvl2pPr algn="ctr">
              <a:defRPr sz="825" b="1">
                <a:solidFill>
                  <a:srgbClr val="0F9D78"/>
                </a:solidFill>
              </a:defRPr>
            </a:lvl2pPr>
            <a:lvl3pPr algn="ctr">
              <a:defRPr sz="825" b="1">
                <a:solidFill>
                  <a:srgbClr val="0F9D78"/>
                </a:solidFill>
              </a:defRPr>
            </a:lvl3pPr>
            <a:lvl4pPr algn="ctr">
              <a:defRPr sz="825" b="1">
                <a:solidFill>
                  <a:srgbClr val="0F9D78"/>
                </a:solidFill>
              </a:defRPr>
            </a:lvl4pPr>
            <a:lvl5pPr algn="ctr">
              <a:defRPr sz="825" b="1">
                <a:solidFill>
                  <a:srgbClr val="0F9D78"/>
                </a:solidFill>
              </a:defRPr>
            </a:lvl5pPr>
            <a:lvl6pPr algn="ctr">
              <a:defRPr sz="825" b="1">
                <a:solidFill>
                  <a:srgbClr val="0F9D78"/>
                </a:solidFill>
              </a:defRPr>
            </a:lvl6pPr>
            <a:lvl7pPr algn="ctr">
              <a:defRPr sz="825" b="1">
                <a:solidFill>
                  <a:srgbClr val="0F9D78"/>
                </a:solidFill>
              </a:defRPr>
            </a:lvl7pPr>
            <a:lvl8pPr algn="ctr">
              <a:defRPr sz="825" b="1">
                <a:solidFill>
                  <a:srgbClr val="0F9D78"/>
                </a:solidFill>
              </a:defRPr>
            </a:lvl8pPr>
            <a:lvl9pPr algn="ctr">
              <a:defRPr sz="825" b="1">
                <a:solidFill>
                  <a:srgbClr val="0F9D78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0F9D78"/>
                </a:solidFill>
              </a:defRPr>
            </a:pPr>
            <a:r>
              <a:rPr sz="825" b="1">
                <a:solidFill>
                  <a:srgbClr val="0F9D78"/>
                </a:solidFill>
              </a:rPr>
              <a:t>✓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8BD6958-5478-4F91-A075-D1F35A51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143375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stability window closed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D69CAA8-6AA6-4BA7-8EF9-6D186083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14950"/>
            <a:ext cx="1095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21143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2AC6457-3DBC-4C6F-AD23-F1552463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10200"/>
            <a:ext cx="10610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00" b="1">
                <a:solidFill>
                  <a:srgbClr val="FFFFFF"/>
                </a:solidFill>
              </a:defRPr>
            </a:defPPr>
            <a:lvl1pPr algn="ctr">
              <a:defRPr sz="900" b="1">
                <a:solidFill>
                  <a:srgbClr val="FFFFFF"/>
                </a:solidFill>
              </a:defRPr>
            </a:lvl1pPr>
            <a:lvl2pPr algn="ctr">
              <a:defRPr sz="900" b="1">
                <a:solidFill>
                  <a:srgbClr val="FFFFFF"/>
                </a:solidFill>
              </a:defRPr>
            </a:lvl2pPr>
            <a:lvl3pPr algn="ctr">
              <a:defRPr sz="900" b="1">
                <a:solidFill>
                  <a:srgbClr val="FFFFFF"/>
                </a:solidFill>
              </a:defRPr>
            </a:lvl3pPr>
            <a:lvl4pPr algn="ctr">
              <a:defRPr sz="900" b="1">
                <a:solidFill>
                  <a:srgbClr val="FFFFFF"/>
                </a:solidFill>
              </a:defRPr>
            </a:lvl4pPr>
            <a:lvl5pPr algn="ctr">
              <a:defRPr sz="900" b="1">
                <a:solidFill>
                  <a:srgbClr val="FFFFFF"/>
                </a:solidFill>
              </a:defRPr>
            </a:lvl5pPr>
            <a:lvl6pPr algn="ctr">
              <a:defRPr sz="900" b="1">
                <a:solidFill>
                  <a:srgbClr val="FFFFFF"/>
                </a:solidFill>
              </a:defRPr>
            </a:lvl6pPr>
            <a:lvl7pPr algn="ctr">
              <a:defRPr sz="900" b="1">
                <a:solidFill>
                  <a:srgbClr val="FFFFFF"/>
                </a:solidFill>
              </a:defRPr>
            </a:lvl7pPr>
            <a:lvl8pPr algn="ctr">
              <a:defRPr sz="900" b="1">
                <a:solidFill>
                  <a:srgbClr val="FFFFFF"/>
                </a:solidFill>
              </a:defRPr>
            </a:lvl8pPr>
            <a:lvl9pPr algn="ctr">
              <a:defRPr sz="9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Stop ship · critical security/privacy defect · failed billing state · no restore/rollback evidence · legal/support missing · Gregg approval absent</a:t>
            </a:r>
          </a:p>
        </p:txBody>
      </p:sp>
    </p:spTree>
    <p:extLst>
      <p:ext uri="{BB962C8B-B14F-4D97-AF65-F5344CB8AC3E}">
        <p14:creationId xmlns:p14="http://schemas.microsoft.com/office/powerpoint/2010/main" val="180397006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482CF9-0862-4107-9E84-EFA1D624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ANDROID · BUILD + 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0A4A3-49EB-4181-846E-369A642A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Begin after the web APIs and operating model are stable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8A4547-B4B8-40DF-B29C-CD5E2261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Reuse the production backend; do not fork entitlement, consent, AI policy or customer records into a mobile-only implementation.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B34415-39A2-46F6-8AC3-A9D550F74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BEA3E3-6EEC-4B49-B511-61FA2B74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CDAC9D-1E99-4103-A29C-77718729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409834-B29F-4083-82FB-EA2335BF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52578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24028D-D73A-473F-A9E5-0BF7B6FC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3048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26128A-E2A5-469C-8E17-5BEC59D1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9070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172A"/>
                </a:solidFill>
              </a:defRPr>
            </a:defPPr>
            <a:lvl1pPr algn="l">
              <a:defRPr sz="1050" b="1">
                <a:solidFill>
                  <a:srgbClr val="0F172A"/>
                </a:solidFill>
              </a:defRPr>
            </a:lvl1pPr>
            <a:lvl2pPr algn="l">
              <a:defRPr sz="1050" b="1">
                <a:solidFill>
                  <a:srgbClr val="0F172A"/>
                </a:solidFill>
              </a:defRPr>
            </a:lvl2pPr>
            <a:lvl3pPr algn="l">
              <a:defRPr sz="1050" b="1">
                <a:solidFill>
                  <a:srgbClr val="0F172A"/>
                </a:solidFill>
              </a:defRPr>
            </a:lvl3pPr>
            <a:lvl4pPr algn="l">
              <a:defRPr sz="1050" b="1">
                <a:solidFill>
                  <a:srgbClr val="0F172A"/>
                </a:solidFill>
              </a:defRPr>
            </a:lvl4pPr>
            <a:lvl5pPr algn="l">
              <a:defRPr sz="1050" b="1">
                <a:solidFill>
                  <a:srgbClr val="0F172A"/>
                </a:solidFill>
              </a:defRPr>
            </a:lvl5pPr>
            <a:lvl6pPr algn="l">
              <a:defRPr sz="1050" b="1">
                <a:solidFill>
                  <a:srgbClr val="0F172A"/>
                </a:solidFill>
              </a:defRPr>
            </a:lvl6pPr>
            <a:lvl7pPr algn="l">
              <a:defRPr sz="1050" b="1">
                <a:solidFill>
                  <a:srgbClr val="0F172A"/>
                </a:solidFill>
              </a:defRPr>
            </a:lvl7pPr>
            <a:lvl8pPr algn="l">
              <a:defRPr sz="1050" b="1">
                <a:solidFill>
                  <a:srgbClr val="0F172A"/>
                </a:solidFill>
              </a:defRPr>
            </a:lvl8pPr>
            <a:lvl9pPr algn="l">
              <a:defRPr sz="10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Foundation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1D8EF9-8F2E-4405-906D-3224512A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7716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confirm native/cross-platform path; package ID; signing; environments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AE63B1-7CBC-41CD-AEF6-BF004A87E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52578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4EE833-CF0B-4F6C-8E23-9C2D88EC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28800"/>
            <a:ext cx="3048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69D320-E14F-4EC3-90C7-1F46102C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9070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172A"/>
                </a:solidFill>
              </a:defRPr>
            </a:defPPr>
            <a:lvl1pPr algn="l">
              <a:defRPr sz="1050" b="1">
                <a:solidFill>
                  <a:srgbClr val="0F172A"/>
                </a:solidFill>
              </a:defRPr>
            </a:lvl1pPr>
            <a:lvl2pPr algn="l">
              <a:defRPr sz="1050" b="1">
                <a:solidFill>
                  <a:srgbClr val="0F172A"/>
                </a:solidFill>
              </a:defRPr>
            </a:lvl2pPr>
            <a:lvl3pPr algn="l">
              <a:defRPr sz="1050" b="1">
                <a:solidFill>
                  <a:srgbClr val="0F172A"/>
                </a:solidFill>
              </a:defRPr>
            </a:lvl3pPr>
            <a:lvl4pPr algn="l">
              <a:defRPr sz="1050" b="1">
                <a:solidFill>
                  <a:srgbClr val="0F172A"/>
                </a:solidFill>
              </a:defRPr>
            </a:lvl4pPr>
            <a:lvl5pPr algn="l">
              <a:defRPr sz="1050" b="1">
                <a:solidFill>
                  <a:srgbClr val="0F172A"/>
                </a:solidFill>
              </a:defRPr>
            </a:lvl5pPr>
            <a:lvl6pPr algn="l">
              <a:defRPr sz="1050" b="1">
                <a:solidFill>
                  <a:srgbClr val="0F172A"/>
                </a:solidFill>
              </a:defRPr>
            </a:lvl6pPr>
            <a:lvl7pPr algn="l">
              <a:defRPr sz="1050" b="1">
                <a:solidFill>
                  <a:srgbClr val="0F172A"/>
                </a:solidFill>
              </a:defRPr>
            </a:lvl7pPr>
            <a:lvl8pPr algn="l">
              <a:defRPr sz="1050" b="1">
                <a:solidFill>
                  <a:srgbClr val="0F172A"/>
                </a:solidFill>
              </a:defRPr>
            </a:lvl8pPr>
            <a:lvl9pPr algn="l">
              <a:defRPr sz="10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Mobile journeys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FD39D0-B1C9-48FB-9060-BAF01C91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716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profile, recommendations, routines, images, account and support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6C12D4-2FFB-4301-AF9B-C9B91402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62275"/>
            <a:ext cx="52578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7FC236-9EA9-4BA5-9B6C-3F005408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14675"/>
            <a:ext cx="3048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AD2BA4-5CC3-4010-9DDB-9BA34980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76575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172A"/>
                </a:solidFill>
              </a:defRPr>
            </a:defPPr>
            <a:lvl1pPr algn="l">
              <a:defRPr sz="1050" b="1">
                <a:solidFill>
                  <a:srgbClr val="0F172A"/>
                </a:solidFill>
              </a:defRPr>
            </a:lvl1pPr>
            <a:lvl2pPr algn="l">
              <a:defRPr sz="1050" b="1">
                <a:solidFill>
                  <a:srgbClr val="0F172A"/>
                </a:solidFill>
              </a:defRPr>
            </a:lvl2pPr>
            <a:lvl3pPr algn="l">
              <a:defRPr sz="1050" b="1">
                <a:solidFill>
                  <a:srgbClr val="0F172A"/>
                </a:solidFill>
              </a:defRPr>
            </a:lvl3pPr>
            <a:lvl4pPr algn="l">
              <a:defRPr sz="1050" b="1">
                <a:solidFill>
                  <a:srgbClr val="0F172A"/>
                </a:solidFill>
              </a:defRPr>
            </a:lvl4pPr>
            <a:lvl5pPr algn="l">
              <a:defRPr sz="1050" b="1">
                <a:solidFill>
                  <a:srgbClr val="0F172A"/>
                </a:solidFill>
              </a:defRPr>
            </a:lvl5pPr>
            <a:lvl6pPr algn="l">
              <a:defRPr sz="1050" b="1">
                <a:solidFill>
                  <a:srgbClr val="0F172A"/>
                </a:solidFill>
              </a:defRPr>
            </a:lvl6pPr>
            <a:lvl7pPr algn="l">
              <a:defRPr sz="1050" b="1">
                <a:solidFill>
                  <a:srgbClr val="0F172A"/>
                </a:solidFill>
              </a:defRPr>
            </a:lvl7pPr>
            <a:lvl8pPr algn="l">
              <a:defRPr sz="1050" b="1">
                <a:solidFill>
                  <a:srgbClr val="0F172A"/>
                </a:solidFill>
              </a:defRPr>
            </a:lvl8pPr>
            <a:lvl9pPr algn="l">
              <a:defRPr sz="10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Platform services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6F8024-4BA2-43A0-AEC5-3CACADB3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57525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OAuth redirect, deep links, secure storage, notifications, camera/files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D74E09-DB4B-4891-801B-05F5CAA6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62275"/>
            <a:ext cx="52578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754EE1-FB9D-438E-9711-7B9A5FDA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14675"/>
            <a:ext cx="3048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9D6EB4-7B4D-4514-B3E2-6DF50582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76575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172A"/>
                </a:solidFill>
              </a:defRPr>
            </a:defPPr>
            <a:lvl1pPr algn="l">
              <a:defRPr sz="1050" b="1">
                <a:solidFill>
                  <a:srgbClr val="0F172A"/>
                </a:solidFill>
              </a:defRPr>
            </a:lvl1pPr>
            <a:lvl2pPr algn="l">
              <a:defRPr sz="1050" b="1">
                <a:solidFill>
                  <a:srgbClr val="0F172A"/>
                </a:solidFill>
              </a:defRPr>
            </a:lvl2pPr>
            <a:lvl3pPr algn="l">
              <a:defRPr sz="1050" b="1">
                <a:solidFill>
                  <a:srgbClr val="0F172A"/>
                </a:solidFill>
              </a:defRPr>
            </a:lvl3pPr>
            <a:lvl4pPr algn="l">
              <a:defRPr sz="1050" b="1">
                <a:solidFill>
                  <a:srgbClr val="0F172A"/>
                </a:solidFill>
              </a:defRPr>
            </a:lvl4pPr>
            <a:lvl5pPr algn="l">
              <a:defRPr sz="1050" b="1">
                <a:solidFill>
                  <a:srgbClr val="0F172A"/>
                </a:solidFill>
              </a:defRPr>
            </a:lvl5pPr>
            <a:lvl6pPr algn="l">
              <a:defRPr sz="1050" b="1">
                <a:solidFill>
                  <a:srgbClr val="0F172A"/>
                </a:solidFill>
              </a:defRPr>
            </a:lvl6pPr>
            <a:lvl7pPr algn="l">
              <a:defRPr sz="1050" b="1">
                <a:solidFill>
                  <a:srgbClr val="0F172A"/>
                </a:solidFill>
              </a:defRPr>
            </a:lvl7pPr>
            <a:lvl8pPr algn="l">
              <a:defRPr sz="1050" b="1">
                <a:solidFill>
                  <a:srgbClr val="0F172A"/>
                </a:solidFill>
              </a:defRPr>
            </a:lvl8pPr>
            <a:lvl9pPr algn="l">
              <a:defRPr sz="10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Billing policy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0EFCF0-C1BA-4C6C-8C30-60CA9293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57525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decide Play billing vs allowed web entitlement; document compliance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6E3561-F1EB-4E46-B5CF-668C752F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48150"/>
            <a:ext cx="52578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BC208B-4F96-4288-ACAD-43C01496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3048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B176CE-4F50-44FC-80DA-970576AF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6245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172A"/>
                </a:solidFill>
              </a:defRPr>
            </a:defPPr>
            <a:lvl1pPr algn="l">
              <a:defRPr sz="1050" b="1">
                <a:solidFill>
                  <a:srgbClr val="0F172A"/>
                </a:solidFill>
              </a:defRPr>
            </a:lvl1pPr>
            <a:lvl2pPr algn="l">
              <a:defRPr sz="1050" b="1">
                <a:solidFill>
                  <a:srgbClr val="0F172A"/>
                </a:solidFill>
              </a:defRPr>
            </a:lvl2pPr>
            <a:lvl3pPr algn="l">
              <a:defRPr sz="1050" b="1">
                <a:solidFill>
                  <a:srgbClr val="0F172A"/>
                </a:solidFill>
              </a:defRPr>
            </a:lvl3pPr>
            <a:lvl4pPr algn="l">
              <a:defRPr sz="1050" b="1">
                <a:solidFill>
                  <a:srgbClr val="0F172A"/>
                </a:solidFill>
              </a:defRPr>
            </a:lvl4pPr>
            <a:lvl5pPr algn="l">
              <a:defRPr sz="1050" b="1">
                <a:solidFill>
                  <a:srgbClr val="0F172A"/>
                </a:solidFill>
              </a:defRPr>
            </a:lvl5pPr>
            <a:lvl6pPr algn="l">
              <a:defRPr sz="1050" b="1">
                <a:solidFill>
                  <a:srgbClr val="0F172A"/>
                </a:solidFill>
              </a:defRPr>
            </a:lvl6pPr>
            <a:lvl7pPr algn="l">
              <a:defRPr sz="1050" b="1">
                <a:solidFill>
                  <a:srgbClr val="0F172A"/>
                </a:solidFill>
              </a:defRPr>
            </a:lvl7pPr>
            <a:lvl8pPr algn="l">
              <a:defRPr sz="1050" b="1">
                <a:solidFill>
                  <a:srgbClr val="0F172A"/>
                </a:solidFill>
              </a:defRPr>
            </a:lvl8pPr>
            <a:lvl9pPr algn="l">
              <a:defRPr sz="10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Qualification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0A2183-6192-4FED-A504-4957CB61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34340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device/API matrix, accessibility, offline/poor network, battery/performance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2632E5-D270-42D0-B84F-84FCD9D4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48150"/>
            <a:ext cx="52578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DCACC6-E2A5-4D05-B262-79FA4B0E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00550"/>
            <a:ext cx="3048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14343"/>
          </a:solidFill>
          <a:ln xmlns:a="http://schemas.openxmlformats.org/drawingml/2006/main" w="9525">
            <a:solidFill>
              <a:srgbClr val="D143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C6E5C6-3E14-40D9-BA01-0CCCBFFB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36245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172A"/>
                </a:solidFill>
              </a:defRPr>
            </a:defPPr>
            <a:lvl1pPr algn="l">
              <a:defRPr sz="1050" b="1">
                <a:solidFill>
                  <a:srgbClr val="0F172A"/>
                </a:solidFill>
              </a:defRPr>
            </a:lvl1pPr>
            <a:lvl2pPr algn="l">
              <a:defRPr sz="1050" b="1">
                <a:solidFill>
                  <a:srgbClr val="0F172A"/>
                </a:solidFill>
              </a:defRPr>
            </a:lvl2pPr>
            <a:lvl3pPr algn="l">
              <a:defRPr sz="1050" b="1">
                <a:solidFill>
                  <a:srgbClr val="0F172A"/>
                </a:solidFill>
              </a:defRPr>
            </a:lvl3pPr>
            <a:lvl4pPr algn="l">
              <a:defRPr sz="1050" b="1">
                <a:solidFill>
                  <a:srgbClr val="0F172A"/>
                </a:solidFill>
              </a:defRPr>
            </a:lvl4pPr>
            <a:lvl5pPr algn="l">
              <a:defRPr sz="1050" b="1">
                <a:solidFill>
                  <a:srgbClr val="0F172A"/>
                </a:solidFill>
              </a:defRPr>
            </a:lvl5pPr>
            <a:lvl6pPr algn="l">
              <a:defRPr sz="1050" b="1">
                <a:solidFill>
                  <a:srgbClr val="0F172A"/>
                </a:solidFill>
              </a:defRPr>
            </a:lvl6pPr>
            <a:lvl7pPr algn="l">
              <a:defRPr sz="1050" b="1">
                <a:solidFill>
                  <a:srgbClr val="0F172A"/>
                </a:solidFill>
              </a:defRPr>
            </a:lvl7pPr>
            <a:lvl8pPr algn="l">
              <a:defRPr sz="1050" b="1">
                <a:solidFill>
                  <a:srgbClr val="0F172A"/>
                </a:solidFill>
              </a:defRPr>
            </a:lvl8pPr>
            <a:lvl9pPr algn="l">
              <a:defRPr sz="10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172A"/>
                </a:solidFill>
              </a:defRPr>
            </a:pPr>
            <a:r>
              <a:rPr sz="1050" b="1">
                <a:solidFill>
                  <a:srgbClr val="0F172A"/>
                </a:solidFill>
              </a:rPr>
              <a:t>Distribution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613FFF-367A-4230-9780-43F1F30C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4340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Play Console, privacy/data safety, internal → closed → production tracks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E56C06-9361-4FE2-A79D-59963066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95950"/>
            <a:ext cx="109537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7F2"/>
          </a:solidFill>
          <a:ln xmlns:a="http://schemas.openxmlformats.org/drawingml/2006/main" w="9525">
            <a:solidFill>
              <a:srgbClr val="B9E6D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A1DBCE-FDD6-4F7B-92A9-D10400F2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72150"/>
            <a:ext cx="10687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00" b="1">
                <a:solidFill>
                  <a:srgbClr val="0F9D78"/>
                </a:solidFill>
              </a:defRPr>
            </a:defPPr>
            <a:lvl1pPr algn="ctr">
              <a:defRPr sz="900" b="1">
                <a:solidFill>
                  <a:srgbClr val="0F9D78"/>
                </a:solidFill>
              </a:defRPr>
            </a:lvl1pPr>
            <a:lvl2pPr algn="ctr">
              <a:defRPr sz="900" b="1">
                <a:solidFill>
                  <a:srgbClr val="0F9D78"/>
                </a:solidFill>
              </a:defRPr>
            </a:lvl2pPr>
            <a:lvl3pPr algn="ctr">
              <a:defRPr sz="900" b="1">
                <a:solidFill>
                  <a:srgbClr val="0F9D78"/>
                </a:solidFill>
              </a:defRPr>
            </a:lvl3pPr>
            <a:lvl4pPr algn="ctr">
              <a:defRPr sz="900" b="1">
                <a:solidFill>
                  <a:srgbClr val="0F9D78"/>
                </a:solidFill>
              </a:defRPr>
            </a:lvl4pPr>
            <a:lvl5pPr algn="ctr">
              <a:defRPr sz="900" b="1">
                <a:solidFill>
                  <a:srgbClr val="0F9D78"/>
                </a:solidFill>
              </a:defRPr>
            </a:lvl5pPr>
            <a:lvl6pPr algn="ctr">
              <a:defRPr sz="900" b="1">
                <a:solidFill>
                  <a:srgbClr val="0F9D78"/>
                </a:solidFill>
              </a:defRPr>
            </a:lvl6pPr>
            <a:lvl7pPr algn="ctr">
              <a:defRPr sz="900" b="1">
                <a:solidFill>
                  <a:srgbClr val="0F9D78"/>
                </a:solidFill>
              </a:defRPr>
            </a:lvl7pPr>
            <a:lvl8pPr algn="ctr">
              <a:defRPr sz="900" b="1">
                <a:solidFill>
                  <a:srgbClr val="0F9D78"/>
                </a:solidFill>
              </a:defRPr>
            </a:lvl8pPr>
            <a:lvl9pPr algn="ctr">
              <a:defRPr sz="900" b="1">
                <a:solidFill>
                  <a:srgbClr val="0F9D78"/>
                </a:solidFill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F9D78"/>
                </a:solidFill>
              </a:defRPr>
            </a:pPr>
            <a:r>
              <a:rPr sz="900" b="1">
                <a:solidFill>
                  <a:srgbClr val="0F9D78"/>
                </a:solidFill>
              </a:rPr>
              <a:t>Android exit · Play production rollout healthy + crash/ANR and support targets met + owner acceptance recorded</a:t>
            </a:r>
          </a:p>
        </p:txBody>
      </p:sp>
    </p:spTree>
    <p:extLst>
      <p:ext uri="{BB962C8B-B14F-4D97-AF65-F5344CB8AC3E}">
        <p14:creationId xmlns:p14="http://schemas.microsoft.com/office/powerpoint/2010/main" val="18272425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B3A7B6-47E6-4476-A4E5-F86CE7F7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APPLE · LATER LAUNCH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80B1DF-075D-413E-9127-F2493976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Prepare deliberately after Android release acceptance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E5DF1-C535-4628-9839-FB85EF1B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Apple work may be planned in parallel, but public release remains behind web stability, Android acceptance and owner authorization.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FBC1D3-3A24-45EF-B90F-8F6440F5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2AA8A5-D548-40F2-AE83-45BA5B4B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7AD71D-7922-4256-8E4A-741630CE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D34318-9F02-4AD2-BE33-95CDBB9A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109537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02E4CB-7DB9-4BC3-A194-CF7BBB67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19B62-450E-42DF-B492-7C8F524A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71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6D28D9"/>
                </a:solidFill>
              </a:defRPr>
            </a:defPPr>
            <a:lvl1pPr algn="l">
              <a:defRPr sz="900" b="1">
                <a:solidFill>
                  <a:srgbClr val="6D28D9"/>
                </a:solidFill>
              </a:defRPr>
            </a:lvl1pPr>
            <a:lvl2pPr algn="l">
              <a:defRPr sz="900" b="1">
                <a:solidFill>
                  <a:srgbClr val="6D28D9"/>
                </a:solidFill>
              </a:defRPr>
            </a:lvl2pPr>
            <a:lvl3pPr algn="l">
              <a:defRPr sz="900" b="1">
                <a:solidFill>
                  <a:srgbClr val="6D28D9"/>
                </a:solidFill>
              </a:defRPr>
            </a:lvl3pPr>
            <a:lvl4pPr algn="l">
              <a:defRPr sz="900" b="1">
                <a:solidFill>
                  <a:srgbClr val="6D28D9"/>
                </a:solidFill>
              </a:defRPr>
            </a:lvl4pPr>
            <a:lvl5pPr algn="l">
              <a:defRPr sz="900" b="1">
                <a:solidFill>
                  <a:srgbClr val="6D28D9"/>
                </a:solidFill>
              </a:defRPr>
            </a:lvl5pPr>
            <a:lvl6pPr algn="l">
              <a:defRPr sz="900" b="1">
                <a:solidFill>
                  <a:srgbClr val="6D28D9"/>
                </a:solidFill>
              </a:defRPr>
            </a:lvl6pPr>
            <a:lvl7pPr algn="l">
              <a:defRPr sz="900" b="1">
                <a:solidFill>
                  <a:srgbClr val="6D28D9"/>
                </a:solidFill>
              </a:defRPr>
            </a:lvl7pPr>
            <a:lvl8pPr algn="l">
              <a:defRPr sz="900" b="1">
                <a:solidFill>
                  <a:srgbClr val="6D28D9"/>
                </a:solidFill>
              </a:defRPr>
            </a:lvl8pPr>
            <a:lvl9pPr algn="l">
              <a:defRPr sz="900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6D28D9"/>
                </a:solidFill>
              </a:defRPr>
            </a:pPr>
            <a:r>
              <a:rPr sz="900" b="1">
                <a:solidFill>
                  <a:srgbClr val="6D28D9"/>
                </a:solidFill>
              </a:rPr>
              <a:t>PREREQUISITES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21CB20-B820-4DED-9BE0-13A156B1E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52600"/>
            <a:ext cx="8629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Apple Developer enrollment; legal entity and agreements; bundle ID; certificates; privacy contacts; iOS device coverage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242D93-17AE-43F9-BAFD-0794B805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57450"/>
            <a:ext cx="109537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71A167-4B9A-46AA-B757-12F553B8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11AEA9-A648-4691-A9B8-A62B41EF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527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2563EB"/>
                </a:solidFill>
              </a:defRPr>
            </a:defPPr>
            <a:lvl1pPr algn="l">
              <a:defRPr sz="900" b="1">
                <a:solidFill>
                  <a:srgbClr val="2563EB"/>
                </a:solidFill>
              </a:defRPr>
            </a:lvl1pPr>
            <a:lvl2pPr algn="l">
              <a:defRPr sz="900" b="1">
                <a:solidFill>
                  <a:srgbClr val="2563EB"/>
                </a:solidFill>
              </a:defRPr>
            </a:lvl2pPr>
            <a:lvl3pPr algn="l">
              <a:defRPr sz="900" b="1">
                <a:solidFill>
                  <a:srgbClr val="2563EB"/>
                </a:solidFill>
              </a:defRPr>
            </a:lvl3pPr>
            <a:lvl4pPr algn="l">
              <a:defRPr sz="900" b="1">
                <a:solidFill>
                  <a:srgbClr val="2563EB"/>
                </a:solidFill>
              </a:defRPr>
            </a:lvl4pPr>
            <a:lvl5pPr algn="l">
              <a:defRPr sz="900" b="1">
                <a:solidFill>
                  <a:srgbClr val="2563EB"/>
                </a:solidFill>
              </a:defRPr>
            </a:lvl5pPr>
            <a:lvl6pPr algn="l">
              <a:defRPr sz="900" b="1">
                <a:solidFill>
                  <a:srgbClr val="2563EB"/>
                </a:solidFill>
              </a:defRPr>
            </a:lvl6pPr>
            <a:lvl7pPr algn="l">
              <a:defRPr sz="900" b="1">
                <a:solidFill>
                  <a:srgbClr val="2563EB"/>
                </a:solidFill>
              </a:defRPr>
            </a:lvl7pPr>
            <a:lvl8pPr algn="l">
              <a:defRPr sz="900" b="1">
                <a:solidFill>
                  <a:srgbClr val="2563EB"/>
                </a:solidFill>
              </a:defRPr>
            </a:lvl8pPr>
            <a:lvl9pPr algn="l">
              <a:defRPr sz="900" b="1">
                <a:solidFill>
                  <a:srgbClr val="2563EB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IMPLEMENT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153868-8D28-4734-8305-8F5473D7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533650"/>
            <a:ext cx="8629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shared API contracts; Sign in with Apple when required; Keychain; universal links; camera/photos; notifications; accessibility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33DAFC-9104-4719-B089-EAA53D4B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109537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276BBB-5A2A-4C85-858E-CDD82F08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100280-3ABB-4619-B63D-8A4FE175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337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D97706"/>
                </a:solidFill>
              </a:defRPr>
            </a:defPPr>
            <a:lvl1pPr algn="l">
              <a:defRPr sz="900" b="1">
                <a:solidFill>
                  <a:srgbClr val="D97706"/>
                </a:solidFill>
              </a:defRPr>
            </a:lvl1pPr>
            <a:lvl2pPr algn="l">
              <a:defRPr sz="900" b="1">
                <a:solidFill>
                  <a:srgbClr val="D97706"/>
                </a:solidFill>
              </a:defRPr>
            </a:lvl2pPr>
            <a:lvl3pPr algn="l">
              <a:defRPr sz="900" b="1">
                <a:solidFill>
                  <a:srgbClr val="D97706"/>
                </a:solidFill>
              </a:defRPr>
            </a:lvl3pPr>
            <a:lvl4pPr algn="l">
              <a:defRPr sz="900" b="1">
                <a:solidFill>
                  <a:srgbClr val="D97706"/>
                </a:solidFill>
              </a:defRPr>
            </a:lvl4pPr>
            <a:lvl5pPr algn="l">
              <a:defRPr sz="900" b="1">
                <a:solidFill>
                  <a:srgbClr val="D97706"/>
                </a:solidFill>
              </a:defRPr>
            </a:lvl5pPr>
            <a:lvl6pPr algn="l">
              <a:defRPr sz="900" b="1">
                <a:solidFill>
                  <a:srgbClr val="D97706"/>
                </a:solidFill>
              </a:defRPr>
            </a:lvl6pPr>
            <a:lvl7pPr algn="l">
              <a:defRPr sz="900" b="1">
                <a:solidFill>
                  <a:srgbClr val="D97706"/>
                </a:solidFill>
              </a:defRPr>
            </a:lvl7pPr>
            <a:lvl8pPr algn="l">
              <a:defRPr sz="900" b="1">
                <a:solidFill>
                  <a:srgbClr val="D97706"/>
                </a:solidFill>
              </a:defRPr>
            </a:lvl8pPr>
            <a:lvl9pPr algn="l">
              <a:defRPr sz="900" b="1">
                <a:solidFill>
                  <a:srgbClr val="D97706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D97706"/>
                </a:solidFill>
              </a:defRPr>
            </a:pPr>
            <a:r>
              <a:rPr sz="900" b="1">
                <a:solidFill>
                  <a:srgbClr val="D97706"/>
                </a:solidFill>
              </a:rPr>
              <a:t>COMMERCE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1BD00B-A806-40F1-A1CD-5A480DF7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14700"/>
            <a:ext cx="8629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App Store purchase policy decision; StoreKit/subscription mapping if required; restore purchases; entitlement reconciliation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E1CE13-D716-4269-9447-8EF023D2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09537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BC431F-6761-4567-B28C-40122AC8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D4421-7ED5-4D87-9E82-194B087A9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148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9D78"/>
                </a:solidFill>
              </a:defRPr>
            </a:defPPr>
            <a:lvl1pPr algn="l">
              <a:defRPr sz="900" b="1">
                <a:solidFill>
                  <a:srgbClr val="0F9D78"/>
                </a:solidFill>
              </a:defRPr>
            </a:lvl1pPr>
            <a:lvl2pPr algn="l">
              <a:defRPr sz="900" b="1">
                <a:solidFill>
                  <a:srgbClr val="0F9D78"/>
                </a:solidFill>
              </a:defRPr>
            </a:lvl2pPr>
            <a:lvl3pPr algn="l">
              <a:defRPr sz="900" b="1">
                <a:solidFill>
                  <a:srgbClr val="0F9D78"/>
                </a:solidFill>
              </a:defRPr>
            </a:lvl3pPr>
            <a:lvl4pPr algn="l">
              <a:defRPr sz="900" b="1">
                <a:solidFill>
                  <a:srgbClr val="0F9D78"/>
                </a:solidFill>
              </a:defRPr>
            </a:lvl4pPr>
            <a:lvl5pPr algn="l">
              <a:defRPr sz="900" b="1">
                <a:solidFill>
                  <a:srgbClr val="0F9D78"/>
                </a:solidFill>
              </a:defRPr>
            </a:lvl5pPr>
            <a:lvl6pPr algn="l">
              <a:defRPr sz="900" b="1">
                <a:solidFill>
                  <a:srgbClr val="0F9D78"/>
                </a:solidFill>
              </a:defRPr>
            </a:lvl6pPr>
            <a:lvl7pPr algn="l">
              <a:defRPr sz="900" b="1">
                <a:solidFill>
                  <a:srgbClr val="0F9D78"/>
                </a:solidFill>
              </a:defRPr>
            </a:lvl7pPr>
            <a:lvl8pPr algn="l">
              <a:defRPr sz="900" b="1">
                <a:solidFill>
                  <a:srgbClr val="0F9D78"/>
                </a:solidFill>
              </a:defRPr>
            </a:lvl8pPr>
            <a:lvl9pPr algn="l">
              <a:defRPr sz="900" b="1">
                <a:solidFill>
                  <a:srgbClr val="0F9D78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9D78"/>
                </a:solidFill>
              </a:defRPr>
            </a:pPr>
            <a:r>
              <a:rPr sz="900" b="1">
                <a:solidFill>
                  <a:srgbClr val="0F9D78"/>
                </a:solidFill>
              </a:rPr>
              <a:t>QUALIFY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F5480D-AF61-4788-9316-1C03C676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8629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iPhone/iPad/OS matrix; VoiceOver/Dynamic Type; background/network behavior; privacy manifests; deletion and support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784C96-6F35-442D-AB22-97BBAAEC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00600"/>
            <a:ext cx="109537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EB2973-885E-4BAC-95E7-0C91DBF4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285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14343"/>
          </a:solidFill>
          <a:ln xmlns:a="http://schemas.openxmlformats.org/drawingml/2006/main" w="9525">
            <a:solidFill>
              <a:srgbClr val="D143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234448-DF18-4A2E-9905-22ADAEA9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958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D14343"/>
                </a:solidFill>
              </a:defRPr>
            </a:defPPr>
            <a:lvl1pPr algn="l">
              <a:defRPr sz="900" b="1">
                <a:solidFill>
                  <a:srgbClr val="D14343"/>
                </a:solidFill>
              </a:defRPr>
            </a:lvl1pPr>
            <a:lvl2pPr algn="l">
              <a:defRPr sz="900" b="1">
                <a:solidFill>
                  <a:srgbClr val="D14343"/>
                </a:solidFill>
              </a:defRPr>
            </a:lvl2pPr>
            <a:lvl3pPr algn="l">
              <a:defRPr sz="900" b="1">
                <a:solidFill>
                  <a:srgbClr val="D14343"/>
                </a:solidFill>
              </a:defRPr>
            </a:lvl3pPr>
            <a:lvl4pPr algn="l">
              <a:defRPr sz="900" b="1">
                <a:solidFill>
                  <a:srgbClr val="D14343"/>
                </a:solidFill>
              </a:defRPr>
            </a:lvl4pPr>
            <a:lvl5pPr algn="l">
              <a:defRPr sz="900" b="1">
                <a:solidFill>
                  <a:srgbClr val="D14343"/>
                </a:solidFill>
              </a:defRPr>
            </a:lvl5pPr>
            <a:lvl6pPr algn="l">
              <a:defRPr sz="900" b="1">
                <a:solidFill>
                  <a:srgbClr val="D14343"/>
                </a:solidFill>
              </a:defRPr>
            </a:lvl6pPr>
            <a:lvl7pPr algn="l">
              <a:defRPr sz="900" b="1">
                <a:solidFill>
                  <a:srgbClr val="D14343"/>
                </a:solidFill>
              </a:defRPr>
            </a:lvl7pPr>
            <a:lvl8pPr algn="l">
              <a:defRPr sz="900" b="1">
                <a:solidFill>
                  <a:srgbClr val="D14343"/>
                </a:solidFill>
              </a:defRPr>
            </a:lvl8pPr>
            <a:lvl9pPr algn="l">
              <a:defRPr sz="900" b="1">
                <a:solidFill>
                  <a:srgbClr val="D14343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D14343"/>
                </a:solidFill>
              </a:defRPr>
            </a:pPr>
            <a:r>
              <a:rPr sz="900" b="1">
                <a:solidFill>
                  <a:srgbClr val="D14343"/>
                </a:solidFill>
              </a:rPr>
              <a:t>SHIP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2962C6-0E65-4C7A-873D-C05D34E5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876800"/>
            <a:ext cx="8629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App Store Connect metadata; privacy nutrition labels; TestFlight; review notes/demo account; phased release and rollback plan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BA32C5-CE21-482D-BA84-D5038A4E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72150"/>
            <a:ext cx="109537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21143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5E64A9-1251-4F81-BE2A-795BDB374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9775"/>
            <a:ext cx="10687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00" b="1">
                <a:solidFill>
                  <a:srgbClr val="FFFFFF"/>
                </a:solidFill>
              </a:defRPr>
            </a:defPPr>
            <a:lvl1pPr algn="ctr">
              <a:defRPr sz="900" b="1">
                <a:solidFill>
                  <a:srgbClr val="FFFFFF"/>
                </a:solidFill>
              </a:defRPr>
            </a:lvl1pPr>
            <a:lvl2pPr algn="ctr">
              <a:defRPr sz="900" b="1">
                <a:solidFill>
                  <a:srgbClr val="FFFFFF"/>
                </a:solidFill>
              </a:defRPr>
            </a:lvl2pPr>
            <a:lvl3pPr algn="ctr">
              <a:defRPr sz="900" b="1">
                <a:solidFill>
                  <a:srgbClr val="FFFFFF"/>
                </a:solidFill>
              </a:defRPr>
            </a:lvl3pPr>
            <a:lvl4pPr algn="ctr">
              <a:defRPr sz="900" b="1">
                <a:solidFill>
                  <a:srgbClr val="FFFFFF"/>
                </a:solidFill>
              </a:defRPr>
            </a:lvl4pPr>
            <a:lvl5pPr algn="ctr">
              <a:defRPr sz="900" b="1">
                <a:solidFill>
                  <a:srgbClr val="FFFFFF"/>
                </a:solidFill>
              </a:defRPr>
            </a:lvl5pPr>
            <a:lvl6pPr algn="ctr">
              <a:defRPr sz="900" b="1">
                <a:solidFill>
                  <a:srgbClr val="FFFFFF"/>
                </a:solidFill>
              </a:defRPr>
            </a:lvl6pPr>
            <a:lvl7pPr algn="ctr">
              <a:defRPr sz="900" b="1">
                <a:solidFill>
                  <a:srgbClr val="FFFFFF"/>
                </a:solidFill>
              </a:defRPr>
            </a:lvl7pPr>
            <a:lvl8pPr algn="ctr">
              <a:defRPr sz="900" b="1">
                <a:solidFill>
                  <a:srgbClr val="FFFFFF"/>
                </a:solidFill>
              </a:defRPr>
            </a:lvl8pPr>
            <a:lvl9pPr algn="ctr">
              <a:defRPr sz="9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Apple timing starts only when enrollment, policy and capacity prerequisites are ready; App Review duration is external.</a:t>
            </a:r>
          </a:p>
        </p:txBody>
      </p:sp>
    </p:spTree>
    <p:extLst>
      <p:ext uri="{BB962C8B-B14F-4D97-AF65-F5344CB8AC3E}">
        <p14:creationId xmlns:p14="http://schemas.microsoft.com/office/powerpoint/2010/main" val="27166205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16E05D5-CC22-4982-81CA-2BB9A08C6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FLEXIBLE PRODUCTION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4083FC-B643-4451-BCF5-FFC862DE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Planning ranges move; launch order and gates remain fixed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6F29CD-E4A5-4ABB-BB99-F7F4DBAC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T0 is the day the owner decisions, external accounts and assigned delivery capacity are available.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58160-7FD7-42B5-B847-23AC0033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47E649-5B65-468E-999E-BCB384DF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AB8B18-BA84-4E8F-8F43-0FCC5EC6A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ABC1BD-0F52-4A00-AE6F-02CA089D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4BDF3C-F6E0-4524-91E6-9A85490B3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724025"/>
            <a:ext cx="1390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Planning range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078018-342F-473A-9A6E-60A52433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954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0A1478-E71E-4FC6-9510-FE197E87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1724025"/>
            <a:ext cx="1866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Stage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A92B48-ABDB-4D25-936C-931DD84C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6954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51E35E-6D30-4248-9E24-5EB32063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1724025"/>
            <a:ext cx="434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Primary outcome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502900-A1B5-4651-AE16-1356A276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95450"/>
            <a:ext cx="2952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255717-174E-4995-80DA-E35FC18B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724025"/>
            <a:ext cx="2819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Exit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413107-5B8E-4194-9BE5-AADDF638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0DF443-D05B-4223-83D1-EDAEB4D2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314575"/>
            <a:ext cx="1390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0F172A"/>
                </a:solidFill>
              </a:defRPr>
            </a:defPPr>
            <a:lvl1pPr algn="l">
              <a:defRPr sz="825" b="1">
                <a:solidFill>
                  <a:srgbClr val="0F172A"/>
                </a:solidFill>
              </a:defRPr>
            </a:lvl1pPr>
            <a:lvl2pPr algn="l">
              <a:defRPr sz="825" b="1">
                <a:solidFill>
                  <a:srgbClr val="0F172A"/>
                </a:solidFill>
              </a:defRPr>
            </a:lvl2pPr>
            <a:lvl3pPr algn="l">
              <a:defRPr sz="825" b="1">
                <a:solidFill>
                  <a:srgbClr val="0F172A"/>
                </a:solidFill>
              </a:defRPr>
            </a:lvl3pPr>
            <a:lvl4pPr algn="l">
              <a:defRPr sz="825" b="1">
                <a:solidFill>
                  <a:srgbClr val="0F172A"/>
                </a:solidFill>
              </a:defRPr>
            </a:lvl4pPr>
            <a:lvl5pPr algn="l">
              <a:defRPr sz="825" b="1">
                <a:solidFill>
                  <a:srgbClr val="0F172A"/>
                </a:solidFill>
              </a:defRPr>
            </a:lvl5pPr>
            <a:lvl6pPr algn="l">
              <a:defRPr sz="825" b="1">
                <a:solidFill>
                  <a:srgbClr val="0F172A"/>
                </a:solidFill>
              </a:defRPr>
            </a:lvl6pPr>
            <a:lvl7pPr algn="l">
              <a:defRPr sz="825" b="1">
                <a:solidFill>
                  <a:srgbClr val="0F172A"/>
                </a:solidFill>
              </a:defRPr>
            </a:lvl7pPr>
            <a:lvl8pPr algn="l">
              <a:defRPr sz="825" b="1">
                <a:solidFill>
                  <a:srgbClr val="0F172A"/>
                </a:solidFill>
              </a:defRPr>
            </a:lvl8pPr>
            <a:lvl9pPr algn="l">
              <a:defRPr sz="8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0F172A"/>
                </a:solidFill>
              </a:defRPr>
            </a:pPr>
            <a:r>
              <a:rPr sz="825" b="1">
                <a:solidFill>
                  <a:srgbClr val="0F172A"/>
                </a:solidFill>
              </a:rPr>
              <a:t>T0–2 weeks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B5635E-4A66-42CC-B4AB-C40CF19E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2860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959AAA-0F66-4B15-B644-0EC758E5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2314575"/>
            <a:ext cx="1866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Mobilize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82784A-3195-4476-B575-0C352093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860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44FAC7-15E3-430A-8172-1EE963B9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314575"/>
            <a:ext cx="434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decisions, accounts, architecture, backlog, baseline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754065-CFB0-42D6-A2DD-875AD1E9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86000"/>
            <a:ext cx="2952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F1751B-F00A-4A9F-9D3F-670D078CE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314575"/>
            <a:ext cx="2819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G0 approved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6D2027-3A0C-41BA-A0CC-0A2C1A14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765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3D4FD9-B79C-49B4-B0C7-C9088C96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05125"/>
            <a:ext cx="1390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0F172A"/>
                </a:solidFill>
              </a:defRPr>
            </a:defPPr>
            <a:lvl1pPr algn="l">
              <a:defRPr sz="825" b="1">
                <a:solidFill>
                  <a:srgbClr val="0F172A"/>
                </a:solidFill>
              </a:defRPr>
            </a:lvl1pPr>
            <a:lvl2pPr algn="l">
              <a:defRPr sz="825" b="1">
                <a:solidFill>
                  <a:srgbClr val="0F172A"/>
                </a:solidFill>
              </a:defRPr>
            </a:lvl2pPr>
            <a:lvl3pPr algn="l">
              <a:defRPr sz="825" b="1">
                <a:solidFill>
                  <a:srgbClr val="0F172A"/>
                </a:solidFill>
              </a:defRPr>
            </a:lvl3pPr>
            <a:lvl4pPr algn="l">
              <a:defRPr sz="825" b="1">
                <a:solidFill>
                  <a:srgbClr val="0F172A"/>
                </a:solidFill>
              </a:defRPr>
            </a:lvl4pPr>
            <a:lvl5pPr algn="l">
              <a:defRPr sz="825" b="1">
                <a:solidFill>
                  <a:srgbClr val="0F172A"/>
                </a:solidFill>
              </a:defRPr>
            </a:lvl5pPr>
            <a:lvl6pPr algn="l">
              <a:defRPr sz="825" b="1">
                <a:solidFill>
                  <a:srgbClr val="0F172A"/>
                </a:solidFill>
              </a:defRPr>
            </a:lvl6pPr>
            <a:lvl7pPr algn="l">
              <a:defRPr sz="825" b="1">
                <a:solidFill>
                  <a:srgbClr val="0F172A"/>
                </a:solidFill>
              </a:defRPr>
            </a:lvl7pPr>
            <a:lvl8pPr algn="l">
              <a:defRPr sz="825" b="1">
                <a:solidFill>
                  <a:srgbClr val="0F172A"/>
                </a:solidFill>
              </a:defRPr>
            </a:lvl8pPr>
            <a:lvl9pPr algn="l">
              <a:defRPr sz="8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0F172A"/>
                </a:solidFill>
              </a:defRPr>
            </a:pPr>
            <a:r>
              <a:rPr sz="825" b="1">
                <a:solidFill>
                  <a:srgbClr val="0F172A"/>
                </a:solidFill>
              </a:rPr>
              <a:t>T0+2–8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F3559D-279E-46EE-B8B5-95D3CFA56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8765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C52DEE-511D-4D41-8BB3-C43BF02E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2905125"/>
            <a:ext cx="1866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Web build + qualification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802540-7417-4708-A8BC-13B3ED23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8765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06EC15-0B92-4D26-9235-6042B884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905125"/>
            <a:ext cx="434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production config, integration, tests, rehearsals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ED81B5-C193-45EA-8293-10B2DD78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876550"/>
            <a:ext cx="2952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8B91D0-F8D8-490A-B3A1-E9DA6FE5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905125"/>
            <a:ext cx="2819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G1–G3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38F615-671D-4F25-A0DE-F90EF4E7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671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EB2E20-94BD-4F50-B06A-E15CFAC7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95675"/>
            <a:ext cx="1390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0F172A"/>
                </a:solidFill>
              </a:defRPr>
            </a:defPPr>
            <a:lvl1pPr algn="l">
              <a:defRPr sz="825" b="1">
                <a:solidFill>
                  <a:srgbClr val="0F172A"/>
                </a:solidFill>
              </a:defRPr>
            </a:lvl1pPr>
            <a:lvl2pPr algn="l">
              <a:defRPr sz="825" b="1">
                <a:solidFill>
                  <a:srgbClr val="0F172A"/>
                </a:solidFill>
              </a:defRPr>
            </a:lvl2pPr>
            <a:lvl3pPr algn="l">
              <a:defRPr sz="825" b="1">
                <a:solidFill>
                  <a:srgbClr val="0F172A"/>
                </a:solidFill>
              </a:defRPr>
            </a:lvl3pPr>
            <a:lvl4pPr algn="l">
              <a:defRPr sz="825" b="1">
                <a:solidFill>
                  <a:srgbClr val="0F172A"/>
                </a:solidFill>
              </a:defRPr>
            </a:lvl4pPr>
            <a:lvl5pPr algn="l">
              <a:defRPr sz="825" b="1">
                <a:solidFill>
                  <a:srgbClr val="0F172A"/>
                </a:solidFill>
              </a:defRPr>
            </a:lvl5pPr>
            <a:lvl6pPr algn="l">
              <a:defRPr sz="825" b="1">
                <a:solidFill>
                  <a:srgbClr val="0F172A"/>
                </a:solidFill>
              </a:defRPr>
            </a:lvl6pPr>
            <a:lvl7pPr algn="l">
              <a:defRPr sz="825" b="1">
                <a:solidFill>
                  <a:srgbClr val="0F172A"/>
                </a:solidFill>
              </a:defRPr>
            </a:lvl7pPr>
            <a:lvl8pPr algn="l">
              <a:defRPr sz="825" b="1">
                <a:solidFill>
                  <a:srgbClr val="0F172A"/>
                </a:solidFill>
              </a:defRPr>
            </a:lvl8pPr>
            <a:lvl9pPr algn="l">
              <a:defRPr sz="8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0F172A"/>
                </a:solidFill>
              </a:defRPr>
            </a:pPr>
            <a:r>
              <a:rPr sz="825" b="1">
                <a:solidFill>
                  <a:srgbClr val="0F172A"/>
                </a:solidFill>
              </a:rPr>
              <a:t>T0+8–10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32DFA5-F68C-420E-8470-0DF5A781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4671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2B16D19-D1A6-4807-802F-CFB05FB0A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3495675"/>
            <a:ext cx="1866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Web launch + stability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0B3A90-445B-4790-B87E-1F2EFBF2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4671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67C261D-D2C2-46D3-8974-E7B862609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495675"/>
            <a:ext cx="434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canary, ramp, incidents, acceptance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88B040-D917-47D0-BBFD-9B8D9520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67100"/>
            <a:ext cx="2952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7888E8-C0BC-4739-8AF6-D8D89578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495675"/>
            <a:ext cx="2819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G4 web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4365E70-EBD0-4F7C-A7AB-48C1D3B1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576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AB5D58D-B6DE-4478-9F5C-5712225A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086225"/>
            <a:ext cx="1390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0F172A"/>
                </a:solidFill>
              </a:defRPr>
            </a:defPPr>
            <a:lvl1pPr algn="l">
              <a:defRPr sz="825" b="1">
                <a:solidFill>
                  <a:srgbClr val="0F172A"/>
                </a:solidFill>
              </a:defRPr>
            </a:lvl1pPr>
            <a:lvl2pPr algn="l">
              <a:defRPr sz="825" b="1">
                <a:solidFill>
                  <a:srgbClr val="0F172A"/>
                </a:solidFill>
              </a:defRPr>
            </a:lvl2pPr>
            <a:lvl3pPr algn="l">
              <a:defRPr sz="825" b="1">
                <a:solidFill>
                  <a:srgbClr val="0F172A"/>
                </a:solidFill>
              </a:defRPr>
            </a:lvl3pPr>
            <a:lvl4pPr algn="l">
              <a:defRPr sz="825" b="1">
                <a:solidFill>
                  <a:srgbClr val="0F172A"/>
                </a:solidFill>
              </a:defRPr>
            </a:lvl4pPr>
            <a:lvl5pPr algn="l">
              <a:defRPr sz="825" b="1">
                <a:solidFill>
                  <a:srgbClr val="0F172A"/>
                </a:solidFill>
              </a:defRPr>
            </a:lvl5pPr>
            <a:lvl6pPr algn="l">
              <a:defRPr sz="825" b="1">
                <a:solidFill>
                  <a:srgbClr val="0F172A"/>
                </a:solidFill>
              </a:defRPr>
            </a:lvl6pPr>
            <a:lvl7pPr algn="l">
              <a:defRPr sz="825" b="1">
                <a:solidFill>
                  <a:srgbClr val="0F172A"/>
                </a:solidFill>
              </a:defRPr>
            </a:lvl7pPr>
            <a:lvl8pPr algn="l">
              <a:defRPr sz="825" b="1">
                <a:solidFill>
                  <a:srgbClr val="0F172A"/>
                </a:solidFill>
              </a:defRPr>
            </a:lvl8pPr>
            <a:lvl9pPr algn="l">
              <a:defRPr sz="8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0F172A"/>
                </a:solidFill>
              </a:defRPr>
            </a:pPr>
            <a:r>
              <a:rPr sz="825" b="1">
                <a:solidFill>
                  <a:srgbClr val="0F172A"/>
                </a:solidFill>
              </a:rPr>
              <a:t>T0+9–15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4F0769F-1608-4BCD-801F-7F4BF943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576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DD9D96-02F8-494B-8E87-9B3A4C1F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086225"/>
            <a:ext cx="1866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Android build + test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6768C3-0F81-4EF4-BB0B-08E270D9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0576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3BC6F5-550B-413D-9965-E69EB840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4086225"/>
            <a:ext cx="434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mobile integration, Play tracks, policy evidence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FE9D7F7-F864-46C9-A812-B6BED83C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57650"/>
            <a:ext cx="2952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F1B621C-7D87-4C37-A7FC-5E22C32E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086225"/>
            <a:ext cx="2819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Android ready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D9AEE7-8D2D-4F43-A0AC-0CBC3D0F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482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B4C5AD7-F57D-4920-AE87-D7F5369D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676775"/>
            <a:ext cx="1390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0F172A"/>
                </a:solidFill>
              </a:defRPr>
            </a:defPPr>
            <a:lvl1pPr algn="l">
              <a:defRPr sz="825" b="1">
                <a:solidFill>
                  <a:srgbClr val="0F172A"/>
                </a:solidFill>
              </a:defRPr>
            </a:lvl1pPr>
            <a:lvl2pPr algn="l">
              <a:defRPr sz="825" b="1">
                <a:solidFill>
                  <a:srgbClr val="0F172A"/>
                </a:solidFill>
              </a:defRPr>
            </a:lvl2pPr>
            <a:lvl3pPr algn="l">
              <a:defRPr sz="825" b="1">
                <a:solidFill>
                  <a:srgbClr val="0F172A"/>
                </a:solidFill>
              </a:defRPr>
            </a:lvl3pPr>
            <a:lvl4pPr algn="l">
              <a:defRPr sz="825" b="1">
                <a:solidFill>
                  <a:srgbClr val="0F172A"/>
                </a:solidFill>
              </a:defRPr>
            </a:lvl4pPr>
            <a:lvl5pPr algn="l">
              <a:defRPr sz="825" b="1">
                <a:solidFill>
                  <a:srgbClr val="0F172A"/>
                </a:solidFill>
              </a:defRPr>
            </a:lvl5pPr>
            <a:lvl6pPr algn="l">
              <a:defRPr sz="825" b="1">
                <a:solidFill>
                  <a:srgbClr val="0F172A"/>
                </a:solidFill>
              </a:defRPr>
            </a:lvl6pPr>
            <a:lvl7pPr algn="l">
              <a:defRPr sz="825" b="1">
                <a:solidFill>
                  <a:srgbClr val="0F172A"/>
                </a:solidFill>
              </a:defRPr>
            </a:lvl7pPr>
            <a:lvl8pPr algn="l">
              <a:defRPr sz="825" b="1">
                <a:solidFill>
                  <a:srgbClr val="0F172A"/>
                </a:solidFill>
              </a:defRPr>
            </a:lvl8pPr>
            <a:lvl9pPr algn="l">
              <a:defRPr sz="8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0F172A"/>
                </a:solidFill>
              </a:defRPr>
            </a:pPr>
            <a:r>
              <a:rPr sz="825" b="1">
                <a:solidFill>
                  <a:srgbClr val="0F172A"/>
                </a:solidFill>
              </a:rPr>
              <a:t>T0+15–17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11E36A7-5076-41DB-A157-9FFF2198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6482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DC78DC8-60EF-4533-BF37-39822AF5F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676775"/>
            <a:ext cx="1866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Android launch + stability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A09ADB3-24E3-4DE1-9612-C91744B8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6482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DA4AA08-5A33-4CF0-A5AB-EA7190E7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4676775"/>
            <a:ext cx="434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staged rollout, telemetry, support acceptance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09DE142-57FE-4382-A827-8DE78452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48200"/>
            <a:ext cx="2952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9913556-DA69-4BA2-B461-FC9B5DCD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676775"/>
            <a:ext cx="2819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G4 Android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E281634-1AB7-49B6-A022-54422949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AA223D1-10EC-410B-BF4F-E9A097E6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267325"/>
            <a:ext cx="1390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0F172A"/>
                </a:solidFill>
              </a:defRPr>
            </a:defPPr>
            <a:lvl1pPr algn="l">
              <a:defRPr sz="825" b="1">
                <a:solidFill>
                  <a:srgbClr val="0F172A"/>
                </a:solidFill>
              </a:defRPr>
            </a:lvl1pPr>
            <a:lvl2pPr algn="l">
              <a:defRPr sz="825" b="1">
                <a:solidFill>
                  <a:srgbClr val="0F172A"/>
                </a:solidFill>
              </a:defRPr>
            </a:lvl2pPr>
            <a:lvl3pPr algn="l">
              <a:defRPr sz="825" b="1">
                <a:solidFill>
                  <a:srgbClr val="0F172A"/>
                </a:solidFill>
              </a:defRPr>
            </a:lvl3pPr>
            <a:lvl4pPr algn="l">
              <a:defRPr sz="825" b="1">
                <a:solidFill>
                  <a:srgbClr val="0F172A"/>
                </a:solidFill>
              </a:defRPr>
            </a:lvl4pPr>
            <a:lvl5pPr algn="l">
              <a:defRPr sz="825" b="1">
                <a:solidFill>
                  <a:srgbClr val="0F172A"/>
                </a:solidFill>
              </a:defRPr>
            </a:lvl5pPr>
            <a:lvl6pPr algn="l">
              <a:defRPr sz="825" b="1">
                <a:solidFill>
                  <a:srgbClr val="0F172A"/>
                </a:solidFill>
              </a:defRPr>
            </a:lvl6pPr>
            <a:lvl7pPr algn="l">
              <a:defRPr sz="825" b="1">
                <a:solidFill>
                  <a:srgbClr val="0F172A"/>
                </a:solidFill>
              </a:defRPr>
            </a:lvl7pPr>
            <a:lvl8pPr algn="l">
              <a:defRPr sz="825" b="1">
                <a:solidFill>
                  <a:srgbClr val="0F172A"/>
                </a:solidFill>
              </a:defRPr>
            </a:lvl8pPr>
            <a:lvl9pPr algn="l">
              <a:defRPr sz="8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0F172A"/>
                </a:solidFill>
              </a:defRPr>
            </a:pPr>
            <a:r>
              <a:rPr sz="825" b="1">
                <a:solidFill>
                  <a:srgbClr val="0F172A"/>
                </a:solidFill>
              </a:rPr>
              <a:t>T0+17–27+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3617109-FBAD-4EC1-ADDB-6BCC8298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387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A6897B8-45B2-402E-B0DF-2F4F9053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5267325"/>
            <a:ext cx="1866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Apple implementation + review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C3C5525-F9A6-41D8-B6A6-91B1C7FD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2387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040CAB1-8101-468C-81C8-FD0337B6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5267325"/>
            <a:ext cx="4343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iOS adaptation, TestFlight, App Review, phased release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9DD475F-8203-446C-85E9-4A9E862A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238750"/>
            <a:ext cx="2952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66F1379-692F-4891-A268-C1825FDF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5267325"/>
            <a:ext cx="2819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5B6475"/>
                </a:solidFill>
              </a:defRPr>
            </a:defPPr>
            <a:lvl1pPr algn="l">
              <a:defRPr sz="825" b="0">
                <a:solidFill>
                  <a:srgbClr val="5B6475"/>
                </a:solidFill>
              </a:defRPr>
            </a:lvl1pPr>
            <a:lvl2pPr algn="l">
              <a:defRPr sz="825" b="0">
                <a:solidFill>
                  <a:srgbClr val="5B6475"/>
                </a:solidFill>
              </a:defRPr>
            </a:lvl2pPr>
            <a:lvl3pPr algn="l">
              <a:defRPr sz="825" b="0">
                <a:solidFill>
                  <a:srgbClr val="5B6475"/>
                </a:solidFill>
              </a:defRPr>
            </a:lvl3pPr>
            <a:lvl4pPr algn="l">
              <a:defRPr sz="825" b="0">
                <a:solidFill>
                  <a:srgbClr val="5B6475"/>
                </a:solidFill>
              </a:defRPr>
            </a:lvl4pPr>
            <a:lvl5pPr algn="l">
              <a:defRPr sz="825" b="0">
                <a:solidFill>
                  <a:srgbClr val="5B6475"/>
                </a:solidFill>
              </a:defRPr>
            </a:lvl5pPr>
            <a:lvl6pPr algn="l">
              <a:defRPr sz="825" b="0">
                <a:solidFill>
                  <a:srgbClr val="5B6475"/>
                </a:solidFill>
              </a:defRPr>
            </a:lvl6pPr>
            <a:lvl7pPr algn="l">
              <a:defRPr sz="825" b="0">
                <a:solidFill>
                  <a:srgbClr val="5B6475"/>
                </a:solidFill>
              </a:defRPr>
            </a:lvl7pPr>
            <a:lvl8pPr algn="l">
              <a:defRPr sz="825" b="0">
                <a:solidFill>
                  <a:srgbClr val="5B6475"/>
                </a:solidFill>
              </a:defRPr>
            </a:lvl8pPr>
            <a:lvl9pPr algn="l">
              <a:defRPr sz="82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5B6475"/>
                </a:solidFill>
              </a:defRPr>
            </a:pPr>
            <a:r>
              <a:rPr sz="825" b="0">
                <a:solidFill>
                  <a:srgbClr val="5B6475"/>
                </a:solidFill>
              </a:rPr>
              <a:t>G4 Apple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A2FA77D-8797-4AA2-B90C-958EDC73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109537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1D19B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13BE496-61B8-42F4-90FF-25E84E76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64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00" b="1">
                <a:solidFill>
                  <a:srgbClr val="D97706"/>
                </a:solidFill>
              </a:defRPr>
            </a:defPPr>
            <a:lvl1pPr algn="ctr">
              <a:defRPr sz="900" b="1">
                <a:solidFill>
                  <a:srgbClr val="D97706"/>
                </a:solidFill>
              </a:defRPr>
            </a:lvl1pPr>
            <a:lvl2pPr algn="ctr">
              <a:defRPr sz="900" b="1">
                <a:solidFill>
                  <a:srgbClr val="D97706"/>
                </a:solidFill>
              </a:defRPr>
            </a:lvl2pPr>
            <a:lvl3pPr algn="ctr">
              <a:defRPr sz="900" b="1">
                <a:solidFill>
                  <a:srgbClr val="D97706"/>
                </a:solidFill>
              </a:defRPr>
            </a:lvl3pPr>
            <a:lvl4pPr algn="ctr">
              <a:defRPr sz="900" b="1">
                <a:solidFill>
                  <a:srgbClr val="D97706"/>
                </a:solidFill>
              </a:defRPr>
            </a:lvl4pPr>
            <a:lvl5pPr algn="ctr">
              <a:defRPr sz="900" b="1">
                <a:solidFill>
                  <a:srgbClr val="D97706"/>
                </a:solidFill>
              </a:defRPr>
            </a:lvl5pPr>
            <a:lvl6pPr algn="ctr">
              <a:defRPr sz="900" b="1">
                <a:solidFill>
                  <a:srgbClr val="D97706"/>
                </a:solidFill>
              </a:defRPr>
            </a:lvl6pPr>
            <a:lvl7pPr algn="ctr">
              <a:defRPr sz="900" b="1">
                <a:solidFill>
                  <a:srgbClr val="D97706"/>
                </a:solidFill>
              </a:defRPr>
            </a:lvl7pPr>
            <a:lvl8pPr algn="ctr">
              <a:defRPr sz="900" b="1">
                <a:solidFill>
                  <a:srgbClr val="D97706"/>
                </a:solidFill>
              </a:defRPr>
            </a:lvl8pPr>
            <a:lvl9pPr algn="ctr">
              <a:defRPr sz="900" b="1">
                <a:solidFill>
                  <a:srgbClr val="D97706"/>
                </a:solidFill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D97706"/>
                </a:solidFill>
              </a:defRPr>
            </a:pPr>
            <a:r>
              <a:rPr sz="900" b="1">
                <a:solidFill>
                  <a:srgbClr val="D97706"/>
                </a:solidFill>
              </a:rPr>
              <a:t>Reforecast rule · update range within 1 business day when a critical dependency changes; record cause, impact, recovery action and owner decision.</a:t>
            </a:r>
          </a:p>
        </p:txBody>
      </p:sp>
    </p:spTree>
    <p:extLst>
      <p:ext uri="{BB962C8B-B14F-4D97-AF65-F5344CB8AC3E}">
        <p14:creationId xmlns:p14="http://schemas.microsoft.com/office/powerpoint/2010/main" val="57628068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BB1FB8B3-4B24-457F-9F14-B84E2598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PROJECT MANAGEMENT TRACKER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AA161-5A69-4CA8-86CA-54A91F13C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Every deliverable has one owner, one current state and one evidence trail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08EB68-5D8F-4C59-86F2-8BA75FD0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Maintain one master board across web, Android and Apple; platform views are filters, not separate sources of truth.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82DC24-AA4E-4C66-B44B-CBFF7FEB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0D65DE-D7D0-411D-BDBE-5CF4D7F2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3A379B-9A55-4D2A-80C4-B172C441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DCCFD9-4783-49A6-8B8A-F677B85E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685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6A5DB6-9FD9-44F7-85A9-001235A2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724025"/>
            <a:ext cx="552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EBC6F-A02C-4841-A42C-A1D63240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95450"/>
            <a:ext cx="1066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0710F3-8999-4DF7-ABAA-57682FF0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724025"/>
            <a:ext cx="93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Release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B6D652-DEFA-433A-BB4A-45CEB7F6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695450"/>
            <a:ext cx="1447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510F0-E102-43F0-8BCB-C170BC10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1724025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Deliverable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08746F-B578-4779-B749-F39ED530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95450"/>
            <a:ext cx="1143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C48F00-F526-447D-AE6A-68A8221C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724025"/>
            <a:ext cx="1009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988B34-DBD3-459C-AC3D-C8501FA2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695450"/>
            <a:ext cx="1066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95C4E5-5011-4E49-A607-6087C405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1724025"/>
            <a:ext cx="93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3DBE09-FC68-407D-8EEB-DFBAA55C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95450"/>
            <a:ext cx="1276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4CC070-4C31-4AAB-AF7E-EB7C02557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724025"/>
            <a:ext cx="114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901F9E-82A5-484E-847F-641FA4CB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95450"/>
            <a:ext cx="1257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48DB9E-7EB1-44FF-8907-73113AB2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724025"/>
            <a:ext cx="1123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Target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FC6B04-30EE-45E2-8198-6A0169BA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95450"/>
            <a:ext cx="1657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A1C0AD-55AD-4654-A895-9E18EA2A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240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DA85DC-322D-4BD7-9FBD-FE9125CC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695450"/>
            <a:ext cx="152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A2CDC5-2D69-4912-8ED0-3A0A2C55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724025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FFFF"/>
                </a:solidFill>
              </a:defRPr>
            </a:defPPr>
            <a:lvl1pPr algn="l">
              <a:defRPr sz="825" b="1">
                <a:solidFill>
                  <a:srgbClr val="FFFFFF"/>
                </a:solidFill>
              </a:defRPr>
            </a:lvl1pPr>
            <a:lvl2pPr algn="l">
              <a:defRPr sz="825" b="1">
                <a:solidFill>
                  <a:srgbClr val="FFFFFF"/>
                </a:solidFill>
              </a:defRPr>
            </a:lvl2pPr>
            <a:lvl3pPr algn="l">
              <a:defRPr sz="825" b="1">
                <a:solidFill>
                  <a:srgbClr val="FFFFFF"/>
                </a:solidFill>
              </a:defRPr>
            </a:lvl3pPr>
            <a:lvl4pPr algn="l">
              <a:defRPr sz="825" b="1">
                <a:solidFill>
                  <a:srgbClr val="FFFFFF"/>
                </a:solidFill>
              </a:defRPr>
            </a:lvl4pPr>
            <a:lvl5pPr algn="l">
              <a:defRPr sz="825" b="1">
                <a:solidFill>
                  <a:srgbClr val="FFFFFF"/>
                </a:solidFill>
              </a:defRPr>
            </a:lvl5pPr>
            <a:lvl6pPr algn="l">
              <a:defRPr sz="825" b="1">
                <a:solidFill>
                  <a:srgbClr val="FFFFFF"/>
                </a:solidFill>
              </a:defRPr>
            </a:lvl6pPr>
            <a:lvl7pPr algn="l">
              <a:defRPr sz="825" b="1">
                <a:solidFill>
                  <a:srgbClr val="FFFFFF"/>
                </a:solidFill>
              </a:defRPr>
            </a:lvl7pPr>
            <a:lvl8pPr algn="l">
              <a:defRPr sz="825" b="1">
                <a:solidFill>
                  <a:srgbClr val="FFFFFF"/>
                </a:solidFill>
              </a:defRPr>
            </a:lvl8pPr>
            <a:lvl9pPr algn="l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Risk / decision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F6F471-C7FF-4234-A9D4-FE706FFF1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685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88EAF8-0242-42D6-A8B3-9B73055B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352675"/>
            <a:ext cx="552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1">
                <a:solidFill>
                  <a:srgbClr val="0F172A"/>
                </a:solidFill>
              </a:defRPr>
            </a:defPPr>
            <a:lvl1pPr algn="l">
              <a:defRPr sz="675" b="1">
                <a:solidFill>
                  <a:srgbClr val="0F172A"/>
                </a:solidFill>
              </a:defRPr>
            </a:lvl1pPr>
            <a:lvl2pPr algn="l">
              <a:defRPr sz="675" b="1">
                <a:solidFill>
                  <a:srgbClr val="0F172A"/>
                </a:solidFill>
              </a:defRPr>
            </a:lvl2pPr>
            <a:lvl3pPr algn="l">
              <a:defRPr sz="675" b="1">
                <a:solidFill>
                  <a:srgbClr val="0F172A"/>
                </a:solidFill>
              </a:defRPr>
            </a:lvl3pPr>
            <a:lvl4pPr algn="l">
              <a:defRPr sz="675" b="1">
                <a:solidFill>
                  <a:srgbClr val="0F172A"/>
                </a:solidFill>
              </a:defRPr>
            </a:lvl4pPr>
            <a:lvl5pPr algn="l">
              <a:defRPr sz="675" b="1">
                <a:solidFill>
                  <a:srgbClr val="0F172A"/>
                </a:solidFill>
              </a:defRPr>
            </a:lvl5pPr>
            <a:lvl6pPr algn="l">
              <a:defRPr sz="675" b="1">
                <a:solidFill>
                  <a:srgbClr val="0F172A"/>
                </a:solidFill>
              </a:defRPr>
            </a:lvl6pPr>
            <a:lvl7pPr algn="l">
              <a:defRPr sz="675" b="1">
                <a:solidFill>
                  <a:srgbClr val="0F172A"/>
                </a:solidFill>
              </a:defRPr>
            </a:lvl7pPr>
            <a:lvl8pPr algn="l">
              <a:defRPr sz="675" b="1">
                <a:solidFill>
                  <a:srgbClr val="0F172A"/>
                </a:solidFill>
              </a:defRPr>
            </a:lvl8pPr>
            <a:lvl9pPr algn="l">
              <a:defRPr sz="67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675" b="1">
                <a:solidFill>
                  <a:srgbClr val="0F172A"/>
                </a:solidFill>
              </a:defRPr>
            </a:pPr>
            <a:r>
              <a:rPr sz="675" b="1">
                <a:solidFill>
                  <a:srgbClr val="0F172A"/>
                </a:solidFill>
              </a:rPr>
              <a:t>WEB-042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27EF06-F8B3-4367-852C-772DBFB6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24100"/>
            <a:ext cx="1066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DEBEC1-963E-42E5-B3A0-578D73FE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52675"/>
            <a:ext cx="93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Web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AF2140-5D37-41EB-8B4C-241E16AA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324100"/>
            <a:ext cx="1447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79293C-4A7F-4483-842A-A95677B8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352675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Stripe lifecycle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6615C7-7E9A-43C1-95BB-43E0101AF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324100"/>
            <a:ext cx="1143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DEE9DE-5D64-4F86-BB65-565270234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352675"/>
            <a:ext cx="1009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Payments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435B43-E1D3-408F-B64E-DE624348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24100"/>
            <a:ext cx="1066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106387-EA3D-4AF9-B4B5-EB9EA2B4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352675"/>
            <a:ext cx="93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In review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A095EA-7A21-4B69-90F0-44360D7B6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324100"/>
            <a:ext cx="1276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7CD6206-2496-48F1-961C-0E8BFFEDA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352675"/>
            <a:ext cx="114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live IDs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DB08ACF-E284-436E-8F72-934D4CCE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24100"/>
            <a:ext cx="1257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11A953-C74B-4AE5-BA9B-F1443068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352675"/>
            <a:ext cx="1123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G2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37D0953-482E-4139-BAD3-98F45D29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24100"/>
            <a:ext cx="1657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68EEA2B-EE2A-41E4-9801-EA5EC053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35267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test receipt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1E7E65-3E95-4CB2-BD01-F537F542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324100"/>
            <a:ext cx="152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F9259C-10B0-43B4-9757-C593A314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352675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tax decision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C8D074E-BD95-40BB-BF87-E1F33449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0"/>
            <a:ext cx="685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79B157-3864-4E7C-A3BD-A275E06A1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1">
                <a:solidFill>
                  <a:srgbClr val="0F172A"/>
                </a:solidFill>
              </a:defRPr>
            </a:defPPr>
            <a:lvl1pPr algn="l">
              <a:defRPr sz="675" b="1">
                <a:solidFill>
                  <a:srgbClr val="0F172A"/>
                </a:solidFill>
              </a:defRPr>
            </a:lvl1pPr>
            <a:lvl2pPr algn="l">
              <a:defRPr sz="675" b="1">
                <a:solidFill>
                  <a:srgbClr val="0F172A"/>
                </a:solidFill>
              </a:defRPr>
            </a:lvl2pPr>
            <a:lvl3pPr algn="l">
              <a:defRPr sz="675" b="1">
                <a:solidFill>
                  <a:srgbClr val="0F172A"/>
                </a:solidFill>
              </a:defRPr>
            </a:lvl3pPr>
            <a:lvl4pPr algn="l">
              <a:defRPr sz="675" b="1">
                <a:solidFill>
                  <a:srgbClr val="0F172A"/>
                </a:solidFill>
              </a:defRPr>
            </a:lvl4pPr>
            <a:lvl5pPr algn="l">
              <a:defRPr sz="675" b="1">
                <a:solidFill>
                  <a:srgbClr val="0F172A"/>
                </a:solidFill>
              </a:defRPr>
            </a:lvl5pPr>
            <a:lvl6pPr algn="l">
              <a:defRPr sz="675" b="1">
                <a:solidFill>
                  <a:srgbClr val="0F172A"/>
                </a:solidFill>
              </a:defRPr>
            </a:lvl6pPr>
            <a:lvl7pPr algn="l">
              <a:defRPr sz="675" b="1">
                <a:solidFill>
                  <a:srgbClr val="0F172A"/>
                </a:solidFill>
              </a:defRPr>
            </a:lvl7pPr>
            <a:lvl8pPr algn="l">
              <a:defRPr sz="675" b="1">
                <a:solidFill>
                  <a:srgbClr val="0F172A"/>
                </a:solidFill>
              </a:defRPr>
            </a:lvl8pPr>
            <a:lvl9pPr algn="l">
              <a:defRPr sz="67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675" b="1">
                <a:solidFill>
                  <a:srgbClr val="0F172A"/>
                </a:solidFill>
              </a:defRPr>
            </a:pPr>
            <a:r>
              <a:rPr sz="675" b="1">
                <a:solidFill>
                  <a:srgbClr val="0F172A"/>
                </a:solidFill>
              </a:rPr>
              <a:t>WEB-057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7F789B4-E1D2-4EF9-AD94-6C834210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52750"/>
            <a:ext cx="1066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E390506-7A3D-41B0-BA7C-33905998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981325"/>
            <a:ext cx="93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Web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E36980-CBCC-44D6-95DC-F72E17B3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952750"/>
            <a:ext cx="1447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6E7B6D2-48B3-4D6C-B910-B43285B7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981325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restore drill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F4E102-02BC-4EE5-81AE-8D39CAA3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952750"/>
            <a:ext cx="1143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CB840F9-A232-408A-8807-C8B1AB47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981325"/>
            <a:ext cx="1009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Data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9B915DF-0A39-472D-8169-A17FE2CE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52750"/>
            <a:ext cx="1066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C7C14FD-1F80-4D20-B4F2-E433A211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981325"/>
            <a:ext cx="93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Blocked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8DCC2D4-32DC-4A1E-9A0D-F54514C6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52750"/>
            <a:ext cx="1276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6176E9B-13CE-4C88-A3B4-C87B4CBE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981325"/>
            <a:ext cx="114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backup run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DC5AEAF-7701-48E0-B4C1-C5844C31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952750"/>
            <a:ext cx="1257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CF023C1-6091-45E8-91BC-304BF2A8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81325"/>
            <a:ext cx="1123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G2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D3E288F-B6D5-4C6C-AAC1-081E3C11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52750"/>
            <a:ext cx="1657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4879FBB-764B-4493-8567-1D6606B7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9813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restore report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5AD523D-AFB3-4C51-AC18-168A2828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952750"/>
            <a:ext cx="152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6AF40DD-C78F-4C2F-B945-A4D24A99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981325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RTO variance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63DA0C2-47AC-449C-B19D-DFC30758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685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2772CFB-476E-4535-9E9B-47BCF21A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609975"/>
            <a:ext cx="552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1">
                <a:solidFill>
                  <a:srgbClr val="0F172A"/>
                </a:solidFill>
              </a:defRPr>
            </a:defPPr>
            <a:lvl1pPr algn="l">
              <a:defRPr sz="675" b="1">
                <a:solidFill>
                  <a:srgbClr val="0F172A"/>
                </a:solidFill>
              </a:defRPr>
            </a:lvl1pPr>
            <a:lvl2pPr algn="l">
              <a:defRPr sz="675" b="1">
                <a:solidFill>
                  <a:srgbClr val="0F172A"/>
                </a:solidFill>
              </a:defRPr>
            </a:lvl2pPr>
            <a:lvl3pPr algn="l">
              <a:defRPr sz="675" b="1">
                <a:solidFill>
                  <a:srgbClr val="0F172A"/>
                </a:solidFill>
              </a:defRPr>
            </a:lvl3pPr>
            <a:lvl4pPr algn="l">
              <a:defRPr sz="675" b="1">
                <a:solidFill>
                  <a:srgbClr val="0F172A"/>
                </a:solidFill>
              </a:defRPr>
            </a:lvl4pPr>
            <a:lvl5pPr algn="l">
              <a:defRPr sz="675" b="1">
                <a:solidFill>
                  <a:srgbClr val="0F172A"/>
                </a:solidFill>
              </a:defRPr>
            </a:lvl5pPr>
            <a:lvl6pPr algn="l">
              <a:defRPr sz="675" b="1">
                <a:solidFill>
                  <a:srgbClr val="0F172A"/>
                </a:solidFill>
              </a:defRPr>
            </a:lvl6pPr>
            <a:lvl7pPr algn="l">
              <a:defRPr sz="675" b="1">
                <a:solidFill>
                  <a:srgbClr val="0F172A"/>
                </a:solidFill>
              </a:defRPr>
            </a:lvl7pPr>
            <a:lvl8pPr algn="l">
              <a:defRPr sz="675" b="1">
                <a:solidFill>
                  <a:srgbClr val="0F172A"/>
                </a:solidFill>
              </a:defRPr>
            </a:lvl8pPr>
            <a:lvl9pPr algn="l">
              <a:defRPr sz="67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675" b="1">
                <a:solidFill>
                  <a:srgbClr val="0F172A"/>
                </a:solidFill>
              </a:defRPr>
            </a:pPr>
            <a:r>
              <a:rPr sz="675" b="1">
                <a:solidFill>
                  <a:srgbClr val="0F172A"/>
                </a:solidFill>
              </a:rPr>
              <a:t>AND-018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989C702-33BA-4E08-AACC-ADAC0B3D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81400"/>
            <a:ext cx="1066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1C0BA53-7B55-4189-9CFC-3418FFF1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09975"/>
            <a:ext cx="93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Android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7C36D6B-383C-41D0-9027-64EE27B0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81400"/>
            <a:ext cx="1447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1C00101-1AFB-4D75-815B-9D664A65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609975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OAuth redirect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7743EBE-F7EF-4BBE-B225-CE0C0304A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581400"/>
            <a:ext cx="1143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82C300E-B51E-47E1-89D7-25CD77E0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609975"/>
            <a:ext cx="1009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Mobile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B42782C-C81F-4AED-A43A-54FFE0EB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581400"/>
            <a:ext cx="1066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1A8142F-CCC6-4E6D-AAA5-94F3A4D1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3609975"/>
            <a:ext cx="93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Ready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A622BC5-3BE8-4C89-AB11-CDAAD1A7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81400"/>
            <a:ext cx="1276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22DDCAD-5DEC-4816-9620-2E4A2D81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609975"/>
            <a:ext cx="114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web OAuth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F9944D4-D2A7-4E61-B0ED-07EF0FAA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581400"/>
            <a:ext cx="1257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A687084-F6FE-4771-B21A-85CCE27B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609975"/>
            <a:ext cx="1123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G1-A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DFDE27D-EBC4-4C0E-B7BB-9F46EED2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81400"/>
            <a:ext cx="1657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8855CBC-AD8E-4CD8-96D8-E547E82E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60997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test video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04EC517-4173-4E43-9F88-126AD13A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581400"/>
            <a:ext cx="152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1F818C4-379F-4466-B45D-90DC073F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609975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URI approval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8C13BB2-6745-4DB0-973E-32D22C41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685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B07AE2F-E6E5-4F3D-81DB-37E81B49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38625"/>
            <a:ext cx="552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1">
                <a:solidFill>
                  <a:srgbClr val="0F172A"/>
                </a:solidFill>
              </a:defRPr>
            </a:defPPr>
            <a:lvl1pPr algn="l">
              <a:defRPr sz="675" b="1">
                <a:solidFill>
                  <a:srgbClr val="0F172A"/>
                </a:solidFill>
              </a:defRPr>
            </a:lvl1pPr>
            <a:lvl2pPr algn="l">
              <a:defRPr sz="675" b="1">
                <a:solidFill>
                  <a:srgbClr val="0F172A"/>
                </a:solidFill>
              </a:defRPr>
            </a:lvl2pPr>
            <a:lvl3pPr algn="l">
              <a:defRPr sz="675" b="1">
                <a:solidFill>
                  <a:srgbClr val="0F172A"/>
                </a:solidFill>
              </a:defRPr>
            </a:lvl3pPr>
            <a:lvl4pPr algn="l">
              <a:defRPr sz="675" b="1">
                <a:solidFill>
                  <a:srgbClr val="0F172A"/>
                </a:solidFill>
              </a:defRPr>
            </a:lvl4pPr>
            <a:lvl5pPr algn="l">
              <a:defRPr sz="675" b="1">
                <a:solidFill>
                  <a:srgbClr val="0F172A"/>
                </a:solidFill>
              </a:defRPr>
            </a:lvl5pPr>
            <a:lvl6pPr algn="l">
              <a:defRPr sz="675" b="1">
                <a:solidFill>
                  <a:srgbClr val="0F172A"/>
                </a:solidFill>
              </a:defRPr>
            </a:lvl6pPr>
            <a:lvl7pPr algn="l">
              <a:defRPr sz="675" b="1">
                <a:solidFill>
                  <a:srgbClr val="0F172A"/>
                </a:solidFill>
              </a:defRPr>
            </a:lvl7pPr>
            <a:lvl8pPr algn="l">
              <a:defRPr sz="675" b="1">
                <a:solidFill>
                  <a:srgbClr val="0F172A"/>
                </a:solidFill>
              </a:defRPr>
            </a:lvl8pPr>
            <a:lvl9pPr algn="l">
              <a:defRPr sz="67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675" b="1">
                <a:solidFill>
                  <a:srgbClr val="0F172A"/>
                </a:solidFill>
              </a:defRPr>
            </a:pPr>
            <a:r>
              <a:rPr sz="675" b="1">
                <a:solidFill>
                  <a:srgbClr val="0F172A"/>
                </a:solidFill>
              </a:rPr>
              <a:t>IOS-003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55F0660-BD41-43C5-9DF6-099E8E16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10050"/>
            <a:ext cx="1066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00FA4F5-E077-4A39-AAF0-FCB2AB71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38625"/>
            <a:ext cx="93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Apple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9B07826-4008-4438-8132-733ECE8F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210050"/>
            <a:ext cx="1447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DA64928-326F-41EC-85DB-793C199C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238625"/>
            <a:ext cx="1314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enrollment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13BFCA8-DA1F-493C-834D-F8FA6536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210050"/>
            <a:ext cx="1143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246AE5E-C893-4376-9115-9E90F190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38625"/>
            <a:ext cx="1009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Gregg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DA91D64-5288-44B2-80FB-23548C74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210050"/>
            <a:ext cx="1066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86225CC-7DE0-4083-A7E7-23A8882A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4238625"/>
            <a:ext cx="933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Backlog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88AAAB7-4868-4256-990F-3A06FE71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210050"/>
            <a:ext cx="1276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507CC1E-C41A-4F9A-A54B-6745E41D1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238625"/>
            <a:ext cx="114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legal entity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CDC0DAA-07D5-4A30-B81F-95E036C3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10050"/>
            <a:ext cx="1257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3163005-B551-4E5C-8A71-395E3BA6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238625"/>
            <a:ext cx="1123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G0-I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5721E7A-8C83-41CD-88B8-D55E7B3D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10050"/>
            <a:ext cx="1657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034E70D-03EB-472D-ACBF-5E9C3E9B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2386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account record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BF3A32F-5BD0-4538-A083-DE704C808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210050"/>
            <a:ext cx="152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36EBC9D-A998-4FA1-AE09-826B1A2E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238625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5B6475"/>
                </a:solidFill>
              </a:defRPr>
            </a:defPPr>
            <a:lvl1pPr algn="l">
              <a:defRPr sz="675" b="0">
                <a:solidFill>
                  <a:srgbClr val="5B6475"/>
                </a:solidFill>
              </a:defRPr>
            </a:lvl1pPr>
            <a:lvl2pPr algn="l">
              <a:defRPr sz="675" b="0">
                <a:solidFill>
                  <a:srgbClr val="5B6475"/>
                </a:solidFill>
              </a:defRPr>
            </a:lvl2pPr>
            <a:lvl3pPr algn="l">
              <a:defRPr sz="675" b="0">
                <a:solidFill>
                  <a:srgbClr val="5B6475"/>
                </a:solidFill>
              </a:defRPr>
            </a:lvl3pPr>
            <a:lvl4pPr algn="l">
              <a:defRPr sz="675" b="0">
                <a:solidFill>
                  <a:srgbClr val="5B6475"/>
                </a:solidFill>
              </a:defRPr>
            </a:lvl4pPr>
            <a:lvl5pPr algn="l">
              <a:defRPr sz="675" b="0">
                <a:solidFill>
                  <a:srgbClr val="5B6475"/>
                </a:solidFill>
              </a:defRPr>
            </a:lvl5pPr>
            <a:lvl6pPr algn="l">
              <a:defRPr sz="675" b="0">
                <a:solidFill>
                  <a:srgbClr val="5B6475"/>
                </a:solidFill>
              </a:defRPr>
            </a:lvl6pPr>
            <a:lvl7pPr algn="l">
              <a:defRPr sz="675" b="0">
                <a:solidFill>
                  <a:srgbClr val="5B6475"/>
                </a:solidFill>
              </a:defRPr>
            </a:lvl7pPr>
            <a:lvl8pPr algn="l">
              <a:defRPr sz="675" b="0">
                <a:solidFill>
                  <a:srgbClr val="5B6475"/>
                </a:solidFill>
              </a:defRPr>
            </a:lvl8pPr>
            <a:lvl9pPr algn="l">
              <a:defRPr sz="675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5B6475"/>
                </a:solidFill>
              </a:defRPr>
            </a:pPr>
            <a:r>
              <a:rPr sz="675" b="0">
                <a:solidFill>
                  <a:srgbClr val="5B6475"/>
                </a:solidFill>
              </a:rPr>
              <a:t>external lead time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8BE5B3E-07C7-4E30-94DC-8EBCD76E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5257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5F2FB"/>
          </a:solidFill>
          <a:ln xmlns:a="http://schemas.openxmlformats.org/drawingml/2006/main" w="9525">
            <a:solidFill>
              <a:srgbClr val="D8C8FF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3776325-1720-4940-BE70-323B2E7C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D28D9"/>
                </a:solidFill>
              </a:defRPr>
            </a:defPPr>
            <a:lvl1pPr algn="l">
              <a:defRPr sz="1050" b="1">
                <a:solidFill>
                  <a:srgbClr val="6D28D9"/>
                </a:solidFill>
              </a:defRPr>
            </a:lvl1pPr>
            <a:lvl2pPr algn="l">
              <a:defRPr sz="1050" b="1">
                <a:solidFill>
                  <a:srgbClr val="6D28D9"/>
                </a:solidFill>
              </a:defRPr>
            </a:lvl2pPr>
            <a:lvl3pPr algn="l">
              <a:defRPr sz="1050" b="1">
                <a:solidFill>
                  <a:srgbClr val="6D28D9"/>
                </a:solidFill>
              </a:defRPr>
            </a:lvl3pPr>
            <a:lvl4pPr algn="l">
              <a:defRPr sz="1050" b="1">
                <a:solidFill>
                  <a:srgbClr val="6D28D9"/>
                </a:solidFill>
              </a:defRPr>
            </a:lvl4pPr>
            <a:lvl5pPr algn="l">
              <a:defRPr sz="1050" b="1">
                <a:solidFill>
                  <a:srgbClr val="6D28D9"/>
                </a:solidFill>
              </a:defRPr>
            </a:lvl5pPr>
            <a:lvl6pPr algn="l">
              <a:defRPr sz="1050" b="1">
                <a:solidFill>
                  <a:srgbClr val="6D28D9"/>
                </a:solidFill>
              </a:defRPr>
            </a:lvl6pPr>
            <a:lvl7pPr algn="l">
              <a:defRPr sz="1050" b="1">
                <a:solidFill>
                  <a:srgbClr val="6D28D9"/>
                </a:solidFill>
              </a:defRPr>
            </a:lvl7pPr>
            <a:lvl8pPr algn="l">
              <a:defRPr sz="1050" b="1">
                <a:solidFill>
                  <a:srgbClr val="6D28D9"/>
                </a:solidFill>
              </a:defRPr>
            </a:lvl8pPr>
            <a:lvl9pPr algn="l">
              <a:defRPr sz="1050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6D28D9"/>
                </a:solidFill>
              </a:defRPr>
            </a:pPr>
            <a:r>
              <a:rPr sz="1050" b="1">
                <a:solidFill>
                  <a:srgbClr val="6D28D9"/>
                </a:solidFill>
              </a:rPr>
              <a:t>Status flow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04BDE6D-284E-4E15-A7F9-39B97521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Backlog → Ready → In progress → Blocked / In review → Verified → Done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8A50650-21EB-4E7A-8E84-C863CF6F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57750"/>
            <a:ext cx="55054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AF7F2"/>
          </a:solidFill>
          <a:ln xmlns:a="http://schemas.openxmlformats.org/drawingml/2006/main" w="9525">
            <a:solidFill>
              <a:srgbClr val="B9E6D7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FFBD0F9-5EE6-45B5-9ADA-F14ECCDB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9720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0F9D78"/>
                </a:solidFill>
              </a:defRPr>
            </a:defPPr>
            <a:lvl1pPr algn="l">
              <a:defRPr sz="1050" b="1">
                <a:solidFill>
                  <a:srgbClr val="0F9D78"/>
                </a:solidFill>
              </a:defRPr>
            </a:lvl1pPr>
            <a:lvl2pPr algn="l">
              <a:defRPr sz="1050" b="1">
                <a:solidFill>
                  <a:srgbClr val="0F9D78"/>
                </a:solidFill>
              </a:defRPr>
            </a:lvl2pPr>
            <a:lvl3pPr algn="l">
              <a:defRPr sz="1050" b="1">
                <a:solidFill>
                  <a:srgbClr val="0F9D78"/>
                </a:solidFill>
              </a:defRPr>
            </a:lvl3pPr>
            <a:lvl4pPr algn="l">
              <a:defRPr sz="1050" b="1">
                <a:solidFill>
                  <a:srgbClr val="0F9D78"/>
                </a:solidFill>
              </a:defRPr>
            </a:lvl4pPr>
            <a:lvl5pPr algn="l">
              <a:defRPr sz="1050" b="1">
                <a:solidFill>
                  <a:srgbClr val="0F9D78"/>
                </a:solidFill>
              </a:defRPr>
            </a:lvl5pPr>
            <a:lvl6pPr algn="l">
              <a:defRPr sz="1050" b="1">
                <a:solidFill>
                  <a:srgbClr val="0F9D78"/>
                </a:solidFill>
              </a:defRPr>
            </a:lvl6pPr>
            <a:lvl7pPr algn="l">
              <a:defRPr sz="1050" b="1">
                <a:solidFill>
                  <a:srgbClr val="0F9D78"/>
                </a:solidFill>
              </a:defRPr>
            </a:lvl7pPr>
            <a:lvl8pPr algn="l">
              <a:defRPr sz="1050" b="1">
                <a:solidFill>
                  <a:srgbClr val="0F9D78"/>
                </a:solidFill>
              </a:defRPr>
            </a:lvl8pPr>
            <a:lvl9pPr algn="l">
              <a:defRPr sz="1050" b="1">
                <a:solidFill>
                  <a:srgbClr val="0F9D78"/>
                </a:solidFill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0F9D78"/>
                </a:solidFill>
              </a:defRPr>
            </a:pPr>
            <a:r>
              <a:rPr sz="1050" b="1">
                <a:solidFill>
                  <a:srgbClr val="0F9D78"/>
                </a:solidFill>
              </a:rPr>
              <a:t>Definition of done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3C26864-28F8-47CA-8520-F40098A8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238750"/>
            <a:ext cx="5200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Acceptance passed · evidence linked · dependency closed · owner accepted · release notes updated</a:t>
            </a:r>
          </a:p>
        </p:txBody>
      </p:sp>
    </p:spTree>
    <p:extLst>
      <p:ext uri="{BB962C8B-B14F-4D97-AF65-F5344CB8AC3E}">
        <p14:creationId xmlns:p14="http://schemas.microsoft.com/office/powerpoint/2010/main" val="160694933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B5A2A7-5887-45C0-856C-3D795ECB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OPERATING CADENCE +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1C2DC5-1777-47C6-AAD6-88A05D3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Track progress until the final Apple stability window closes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3A0F75-DE2C-48C9-BBBC-1A29D690E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The cadence makes blockers visible early while reserving irreversible launch decisions for Gregg Clark.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94397C-2766-4DC3-A97C-BA1013D8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268945-7B49-4B55-8CA8-EEBF358A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1A523D-EFB9-4148-835D-6525755A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266AC0-60BD-4F68-BAA3-06B0A11F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2590800" cy="19812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450906-1167-4049-8707-6F42E1C3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MON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08243C-342F-4773-B368-1FD875319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0F172A"/>
                </a:solidFill>
              </a:defRPr>
            </a:defPPr>
            <a:lvl1pPr algn="l">
              <a:defRPr sz="1200" b="1">
                <a:solidFill>
                  <a:srgbClr val="0F172A"/>
                </a:solidFill>
              </a:defRPr>
            </a:lvl1pPr>
            <a:lvl2pPr algn="l">
              <a:defRPr sz="1200" b="1">
                <a:solidFill>
                  <a:srgbClr val="0F172A"/>
                </a:solidFill>
              </a:defRPr>
            </a:lvl2pPr>
            <a:lvl3pPr algn="l">
              <a:defRPr sz="1200" b="1">
                <a:solidFill>
                  <a:srgbClr val="0F172A"/>
                </a:solidFill>
              </a:defRPr>
            </a:lvl3pPr>
            <a:lvl4pPr algn="l">
              <a:defRPr sz="1200" b="1">
                <a:solidFill>
                  <a:srgbClr val="0F172A"/>
                </a:solidFill>
              </a:defRPr>
            </a:lvl4pPr>
            <a:lvl5pPr algn="l">
              <a:defRPr sz="1200" b="1">
                <a:solidFill>
                  <a:srgbClr val="0F172A"/>
                </a:solidFill>
              </a:defRPr>
            </a:lvl5pPr>
            <a:lvl6pPr algn="l">
              <a:defRPr sz="1200" b="1">
                <a:solidFill>
                  <a:srgbClr val="0F172A"/>
                </a:solidFill>
              </a:defRPr>
            </a:lvl6pPr>
            <a:lvl7pPr algn="l">
              <a:defRPr sz="1200" b="1">
                <a:solidFill>
                  <a:srgbClr val="0F172A"/>
                </a:solidFill>
              </a:defRPr>
            </a:lvl7pPr>
            <a:lvl8pPr algn="l">
              <a:defRPr sz="1200" b="1">
                <a:solidFill>
                  <a:srgbClr val="0F172A"/>
                </a:solidFill>
              </a:defRPr>
            </a:lvl8pPr>
            <a:lvl9pPr algn="l">
              <a:defRPr sz="12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BC5BA1-FF43-4DDD-8592-CA50C58B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priorities, capacity, dependencies, committed gate outcomes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40FE55-DB9A-462D-8380-53DF803DC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752600"/>
            <a:ext cx="2590800" cy="19812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CFA3A6-651F-4CAB-8797-461A7CEC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240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WED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B6D5BC-80D1-4571-A9BD-248FFEB2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3812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0F172A"/>
                </a:solidFill>
              </a:defRPr>
            </a:defPPr>
            <a:lvl1pPr algn="l">
              <a:defRPr sz="1200" b="1">
                <a:solidFill>
                  <a:srgbClr val="0F172A"/>
                </a:solidFill>
              </a:defRPr>
            </a:lvl1pPr>
            <a:lvl2pPr algn="l">
              <a:defRPr sz="1200" b="1">
                <a:solidFill>
                  <a:srgbClr val="0F172A"/>
                </a:solidFill>
              </a:defRPr>
            </a:lvl2pPr>
            <a:lvl3pPr algn="l">
              <a:defRPr sz="1200" b="1">
                <a:solidFill>
                  <a:srgbClr val="0F172A"/>
                </a:solidFill>
              </a:defRPr>
            </a:lvl3pPr>
            <a:lvl4pPr algn="l">
              <a:defRPr sz="1200" b="1">
                <a:solidFill>
                  <a:srgbClr val="0F172A"/>
                </a:solidFill>
              </a:defRPr>
            </a:lvl4pPr>
            <a:lvl5pPr algn="l">
              <a:defRPr sz="1200" b="1">
                <a:solidFill>
                  <a:srgbClr val="0F172A"/>
                </a:solidFill>
              </a:defRPr>
            </a:lvl5pPr>
            <a:lvl6pPr algn="l">
              <a:defRPr sz="1200" b="1">
                <a:solidFill>
                  <a:srgbClr val="0F172A"/>
                </a:solidFill>
              </a:defRPr>
            </a:lvl6pPr>
            <a:lvl7pPr algn="l">
              <a:defRPr sz="1200" b="1">
                <a:solidFill>
                  <a:srgbClr val="0F172A"/>
                </a:solidFill>
              </a:defRPr>
            </a:lvl7pPr>
            <a:lvl8pPr algn="l">
              <a:defRPr sz="1200" b="1">
                <a:solidFill>
                  <a:srgbClr val="0F172A"/>
                </a:solidFill>
              </a:defRPr>
            </a:lvl8pPr>
            <a:lvl9pPr algn="l">
              <a:defRPr sz="12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Unblock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34BC5C-E766-460A-9873-727A92CB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7813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critical path, vendor/account issues, risks and decisions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300E7F-5EC0-4CD6-B873-336B7E55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52600"/>
            <a:ext cx="2590800" cy="19812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B5DA6B-B833-46C7-BFB1-0A2FB1AD3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FRI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CABF00-1077-4E9A-A0D2-1CD5CC71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812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0F172A"/>
                </a:solidFill>
              </a:defRPr>
            </a:defPPr>
            <a:lvl1pPr algn="l">
              <a:defRPr sz="1200" b="1">
                <a:solidFill>
                  <a:srgbClr val="0F172A"/>
                </a:solidFill>
              </a:defRPr>
            </a:lvl1pPr>
            <a:lvl2pPr algn="l">
              <a:defRPr sz="1200" b="1">
                <a:solidFill>
                  <a:srgbClr val="0F172A"/>
                </a:solidFill>
              </a:defRPr>
            </a:lvl2pPr>
            <a:lvl3pPr algn="l">
              <a:defRPr sz="1200" b="1">
                <a:solidFill>
                  <a:srgbClr val="0F172A"/>
                </a:solidFill>
              </a:defRPr>
            </a:lvl3pPr>
            <a:lvl4pPr algn="l">
              <a:defRPr sz="1200" b="1">
                <a:solidFill>
                  <a:srgbClr val="0F172A"/>
                </a:solidFill>
              </a:defRPr>
            </a:lvl4pPr>
            <a:lvl5pPr algn="l">
              <a:defRPr sz="1200" b="1">
                <a:solidFill>
                  <a:srgbClr val="0F172A"/>
                </a:solidFill>
              </a:defRPr>
            </a:lvl5pPr>
            <a:lvl6pPr algn="l">
              <a:defRPr sz="1200" b="1">
                <a:solidFill>
                  <a:srgbClr val="0F172A"/>
                </a:solidFill>
              </a:defRPr>
            </a:lvl6pPr>
            <a:lvl7pPr algn="l">
              <a:defRPr sz="1200" b="1">
                <a:solidFill>
                  <a:srgbClr val="0F172A"/>
                </a:solidFill>
              </a:defRPr>
            </a:lvl7pPr>
            <a:lvl8pPr algn="l">
              <a:defRPr sz="1200" b="1">
                <a:solidFill>
                  <a:srgbClr val="0F172A"/>
                </a:solidFill>
              </a:defRPr>
            </a:lvl8pPr>
            <a:lvl9pPr algn="l">
              <a:defRPr sz="12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Verify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E7D307-D610-4DEA-8837-C0E5135B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813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demo, test evidence, cost/quality/SLO trends, reforecast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32FC72-8B1F-4CA0-B65A-FFE7A86B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752600"/>
            <a:ext cx="2590800" cy="19812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9A3E56-8245-4FA9-A1CA-D22BE229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924050"/>
            <a:ext cx="552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EC018F-4A18-45A7-B556-DA1B5E76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812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0F172A"/>
                </a:solidFill>
              </a:defRPr>
            </a:defPPr>
            <a:lvl1pPr algn="l">
              <a:defRPr sz="1200" b="1">
                <a:solidFill>
                  <a:srgbClr val="0F172A"/>
                </a:solidFill>
              </a:defRPr>
            </a:lvl1pPr>
            <a:lvl2pPr algn="l">
              <a:defRPr sz="1200" b="1">
                <a:solidFill>
                  <a:srgbClr val="0F172A"/>
                </a:solidFill>
              </a:defRPr>
            </a:lvl2pPr>
            <a:lvl3pPr algn="l">
              <a:defRPr sz="1200" b="1">
                <a:solidFill>
                  <a:srgbClr val="0F172A"/>
                </a:solidFill>
              </a:defRPr>
            </a:lvl3pPr>
            <a:lvl4pPr algn="l">
              <a:defRPr sz="1200" b="1">
                <a:solidFill>
                  <a:srgbClr val="0F172A"/>
                </a:solidFill>
              </a:defRPr>
            </a:lvl4pPr>
            <a:lvl5pPr algn="l">
              <a:defRPr sz="1200" b="1">
                <a:solidFill>
                  <a:srgbClr val="0F172A"/>
                </a:solidFill>
              </a:defRPr>
            </a:lvl5pPr>
            <a:lvl6pPr algn="l">
              <a:defRPr sz="1200" b="1">
                <a:solidFill>
                  <a:srgbClr val="0F172A"/>
                </a:solidFill>
              </a:defRPr>
            </a:lvl6pPr>
            <a:lvl7pPr algn="l">
              <a:defRPr sz="1200" b="1">
                <a:solidFill>
                  <a:srgbClr val="0F172A"/>
                </a:solidFill>
              </a:defRPr>
            </a:lvl7pPr>
            <a:lvl8pPr algn="l">
              <a:defRPr sz="1200" b="1">
                <a:solidFill>
                  <a:srgbClr val="0F172A"/>
                </a:solidFill>
              </a:defRPr>
            </a:lvl8pPr>
            <a:lvl9pPr algn="l">
              <a:defRPr sz="12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Approve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F8FA15-1EAE-4838-8E38-34AD199B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813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go/no-go packet, exceptions, rollback owner and sign-off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6D0ACB-99F8-4CCF-B463-C91B102C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57650"/>
            <a:ext cx="342900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B0AC3C-BD38-42A4-9085-FE417B95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200525"/>
            <a:ext cx="57150" cy="1485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6D28D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93E10B-BBA5-4F6C-BECC-EE125498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RACI minimum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4F1A91-148A-4945-9D76-FDBC1EA8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95800"/>
            <a:ext cx="2971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Gregg: accountable/approver. Workstream lead: responsible. Security/privacy/finance/support: consulted for their gates. Stakeholders: informed through the board and evidence pack.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E5F1A9-7FF8-4A05-950A-E1AED0C9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57650"/>
            <a:ext cx="342900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C3F1DA-6804-42C2-8642-D7682B6E3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200525"/>
            <a:ext cx="57150" cy="1485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D0A889-814C-4366-B7E3-A22396C3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9100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Change control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A17B77-E906-4B91-BFB5-AD0E15D3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95800"/>
            <a:ext cx="2971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New scope receives impact, priority, dependency, release target and owner. Emergency changes require rollback, post-change verification and retrospective.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99B9E0-8189-421F-BFAB-79EC9AF1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57650"/>
            <a:ext cx="388620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B45FDF-2CEB-4EF2-BE7E-19E2FAD3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4200525"/>
            <a:ext cx="57150" cy="1485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14343"/>
          </a:solidFill>
          <a:ln xmlns:a="http://schemas.openxmlformats.org/drawingml/2006/main" w="0">
            <a:solidFill>
              <a:srgbClr val="D1434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BE66D8-434E-4AD9-9750-4B49EFBF4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910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0F172A"/>
                </a:solidFill>
              </a:defRPr>
            </a:defPPr>
            <a:lvl1pPr algn="l">
              <a:defRPr sz="1125" b="1">
                <a:solidFill>
                  <a:srgbClr val="0F172A"/>
                </a:solidFill>
              </a:defRPr>
            </a:lvl1pPr>
            <a:lvl2pPr algn="l">
              <a:defRPr sz="1125" b="1">
                <a:solidFill>
                  <a:srgbClr val="0F172A"/>
                </a:solidFill>
              </a:defRPr>
            </a:lvl2pPr>
            <a:lvl3pPr algn="l">
              <a:defRPr sz="1125" b="1">
                <a:solidFill>
                  <a:srgbClr val="0F172A"/>
                </a:solidFill>
              </a:defRPr>
            </a:lvl3pPr>
            <a:lvl4pPr algn="l">
              <a:defRPr sz="1125" b="1">
                <a:solidFill>
                  <a:srgbClr val="0F172A"/>
                </a:solidFill>
              </a:defRPr>
            </a:lvl4pPr>
            <a:lvl5pPr algn="l">
              <a:defRPr sz="1125" b="1">
                <a:solidFill>
                  <a:srgbClr val="0F172A"/>
                </a:solidFill>
              </a:defRPr>
            </a:lvl5pPr>
            <a:lvl6pPr algn="l">
              <a:defRPr sz="1125" b="1">
                <a:solidFill>
                  <a:srgbClr val="0F172A"/>
                </a:solidFill>
              </a:defRPr>
            </a:lvl6pPr>
            <a:lvl7pPr algn="l">
              <a:defRPr sz="1125" b="1">
                <a:solidFill>
                  <a:srgbClr val="0F172A"/>
                </a:solidFill>
              </a:defRPr>
            </a:lvl7pPr>
            <a:lvl8pPr algn="l">
              <a:defRPr sz="1125" b="1">
                <a:solidFill>
                  <a:srgbClr val="0F172A"/>
                </a:solidFill>
              </a:defRPr>
            </a:lvl8pPr>
            <a:lvl9pPr algn="l">
              <a:defRPr sz="1125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Escalation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F233DD-61A0-4CE1-82AB-8D5C74F7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95800"/>
            <a:ext cx="3429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5B6475"/>
                </a:solidFill>
              </a:defRPr>
            </a:defPPr>
            <a:lvl1pPr algn="l">
              <a:defRPr sz="900" b="0">
                <a:solidFill>
                  <a:srgbClr val="5B6475"/>
                </a:solidFill>
              </a:defRPr>
            </a:lvl1pPr>
            <a:lvl2pPr algn="l">
              <a:defRPr sz="900" b="0">
                <a:solidFill>
                  <a:srgbClr val="5B6475"/>
                </a:solidFill>
              </a:defRPr>
            </a:lvl2pPr>
            <a:lvl3pPr algn="l">
              <a:defRPr sz="900" b="0">
                <a:solidFill>
                  <a:srgbClr val="5B6475"/>
                </a:solidFill>
              </a:defRPr>
            </a:lvl3pPr>
            <a:lvl4pPr algn="l">
              <a:defRPr sz="900" b="0">
                <a:solidFill>
                  <a:srgbClr val="5B6475"/>
                </a:solidFill>
              </a:defRPr>
            </a:lvl4pPr>
            <a:lvl5pPr algn="l">
              <a:defRPr sz="900" b="0">
                <a:solidFill>
                  <a:srgbClr val="5B6475"/>
                </a:solidFill>
              </a:defRPr>
            </a:lvl5pPr>
            <a:lvl6pPr algn="l">
              <a:defRPr sz="900" b="0">
                <a:solidFill>
                  <a:srgbClr val="5B6475"/>
                </a:solidFill>
              </a:defRPr>
            </a:lvl6pPr>
            <a:lvl7pPr algn="l">
              <a:defRPr sz="900" b="0">
                <a:solidFill>
                  <a:srgbClr val="5B6475"/>
                </a:solidFill>
              </a:defRPr>
            </a:lvl7pPr>
            <a:lvl8pPr algn="l">
              <a:defRPr sz="900" b="0">
                <a:solidFill>
                  <a:srgbClr val="5B6475"/>
                </a:solidFill>
              </a:defRPr>
            </a:lvl8pPr>
            <a:lvl9pPr algn="l">
              <a:defRPr sz="90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5B6475"/>
                </a:solidFill>
              </a:defRPr>
            </a:pPr>
            <a:r>
              <a:rPr sz="900" b="0">
                <a:solidFill>
                  <a:srgbClr val="5B6475"/>
                </a:solidFill>
              </a:rPr>
              <a:t>Critical blockers same day. High risk within one business day. No silent date slip: update forecast, reason, recovery path and decision record.</a:t>
            </a:r>
          </a:p>
        </p:txBody>
      </p:sp>
    </p:spTree>
    <p:extLst>
      <p:ext uri="{BB962C8B-B14F-4D97-AF65-F5344CB8AC3E}">
        <p14:creationId xmlns:p14="http://schemas.microsoft.com/office/powerpoint/2010/main" val="194586473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5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D2480E-9CE6-4418-9651-44DB5571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D28D9"/>
                </a:solidFill>
              </a:defRPr>
            </a:defPPr>
            <a:lvl1pPr algn="l">
              <a:defRPr sz="825" b="1">
                <a:solidFill>
                  <a:srgbClr val="6D28D9"/>
                </a:solidFill>
              </a:defRPr>
            </a:lvl1pPr>
            <a:lvl2pPr algn="l">
              <a:defRPr sz="825" b="1">
                <a:solidFill>
                  <a:srgbClr val="6D28D9"/>
                </a:solidFill>
              </a:defRPr>
            </a:lvl2pPr>
            <a:lvl3pPr algn="l">
              <a:defRPr sz="825" b="1">
                <a:solidFill>
                  <a:srgbClr val="6D28D9"/>
                </a:solidFill>
              </a:defRPr>
            </a:lvl3pPr>
            <a:lvl4pPr algn="l">
              <a:defRPr sz="825" b="1">
                <a:solidFill>
                  <a:srgbClr val="6D28D9"/>
                </a:solidFill>
              </a:defRPr>
            </a:lvl4pPr>
            <a:lvl5pPr algn="l">
              <a:defRPr sz="825" b="1">
                <a:solidFill>
                  <a:srgbClr val="6D28D9"/>
                </a:solidFill>
              </a:defRPr>
            </a:lvl5pPr>
            <a:lvl6pPr algn="l">
              <a:defRPr sz="825" b="1">
                <a:solidFill>
                  <a:srgbClr val="6D28D9"/>
                </a:solidFill>
              </a:defRPr>
            </a:lvl6pPr>
            <a:lvl7pPr algn="l">
              <a:defRPr sz="825" b="1">
                <a:solidFill>
                  <a:srgbClr val="6D28D9"/>
                </a:solidFill>
              </a:defRPr>
            </a:lvl7pPr>
            <a:lvl8pPr algn="l">
              <a:defRPr sz="825" b="1">
                <a:solidFill>
                  <a:srgbClr val="6D28D9"/>
                </a:solidFill>
              </a:defRPr>
            </a:lvl8pPr>
            <a:lvl9pPr algn="l">
              <a:defRPr sz="825" b="1">
                <a:solidFill>
                  <a:srgbClr val="6D28D9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6D28D9"/>
                </a:solidFill>
              </a:defRPr>
            </a:pPr>
            <a:r>
              <a:rPr sz="825" b="1">
                <a:solidFill>
                  <a:srgbClr val="6D28D9"/>
                </a:solidFill>
              </a:rPr>
              <a:t>PROGRAM COMPLETION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7B7974-0E3F-4044-A603-0DC98B7B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"/>
            <a:ext cx="1112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F172A"/>
                </a:solidFill>
              </a:defRPr>
            </a:defPPr>
            <a:lvl1pPr algn="l">
              <a:defRPr sz="2250" b="1">
                <a:solidFill>
                  <a:srgbClr val="0F172A"/>
                </a:solidFill>
              </a:defRPr>
            </a:lvl1pPr>
            <a:lvl2pPr algn="l">
              <a:defRPr sz="2250" b="1">
                <a:solidFill>
                  <a:srgbClr val="0F172A"/>
                </a:solidFill>
              </a:defRPr>
            </a:lvl2pPr>
            <a:lvl3pPr algn="l">
              <a:defRPr sz="2250" b="1">
                <a:solidFill>
                  <a:srgbClr val="0F172A"/>
                </a:solidFill>
              </a:defRPr>
            </a:lvl3pPr>
            <a:lvl4pPr algn="l">
              <a:defRPr sz="2250" b="1">
                <a:solidFill>
                  <a:srgbClr val="0F172A"/>
                </a:solidFill>
              </a:defRPr>
            </a:lvl4pPr>
            <a:lvl5pPr algn="l">
              <a:defRPr sz="2250" b="1">
                <a:solidFill>
                  <a:srgbClr val="0F172A"/>
                </a:solidFill>
              </a:defRPr>
            </a:lvl5pPr>
            <a:lvl6pPr algn="l">
              <a:defRPr sz="2250" b="1">
                <a:solidFill>
                  <a:srgbClr val="0F172A"/>
                </a:solidFill>
              </a:defRPr>
            </a:lvl6pPr>
            <a:lvl7pPr algn="l">
              <a:defRPr sz="2250" b="1">
                <a:solidFill>
                  <a:srgbClr val="0F172A"/>
                </a:solidFill>
              </a:defRPr>
            </a:lvl7pPr>
            <a:lvl8pPr algn="l">
              <a:defRPr sz="2250" b="1">
                <a:solidFill>
                  <a:srgbClr val="0F172A"/>
                </a:solidFill>
              </a:defRPr>
            </a:lvl8pPr>
            <a:lvl9pPr algn="l">
              <a:defRPr sz="225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Close each release—and the full program—with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43C9F1-189D-42E4-9AF3-0FDBB23A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191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5B6475"/>
                </a:solidFill>
              </a:defRPr>
            </a:defPPr>
            <a:lvl1pPr algn="l">
              <a:defRPr sz="1050" b="0">
                <a:solidFill>
                  <a:srgbClr val="5B6475"/>
                </a:solidFill>
              </a:defRPr>
            </a:lvl1pPr>
            <a:lvl2pPr algn="l">
              <a:defRPr sz="1050" b="0">
                <a:solidFill>
                  <a:srgbClr val="5B6475"/>
                </a:solidFill>
              </a:defRPr>
            </a:lvl2pPr>
            <a:lvl3pPr algn="l">
              <a:defRPr sz="1050" b="0">
                <a:solidFill>
                  <a:srgbClr val="5B6475"/>
                </a:solidFill>
              </a:defRPr>
            </a:lvl3pPr>
            <a:lvl4pPr algn="l">
              <a:defRPr sz="1050" b="0">
                <a:solidFill>
                  <a:srgbClr val="5B6475"/>
                </a:solidFill>
              </a:defRPr>
            </a:lvl4pPr>
            <a:lvl5pPr algn="l">
              <a:defRPr sz="1050" b="0">
                <a:solidFill>
                  <a:srgbClr val="5B6475"/>
                </a:solidFill>
              </a:defRPr>
            </a:lvl5pPr>
            <a:lvl6pPr algn="l">
              <a:defRPr sz="1050" b="0">
                <a:solidFill>
                  <a:srgbClr val="5B6475"/>
                </a:solidFill>
              </a:defRPr>
            </a:lvl6pPr>
            <a:lvl7pPr algn="l">
              <a:defRPr sz="1050" b="0">
                <a:solidFill>
                  <a:srgbClr val="5B6475"/>
                </a:solidFill>
              </a:defRPr>
            </a:lvl7pPr>
            <a:lvl8pPr algn="l">
              <a:defRPr sz="1050" b="0">
                <a:solidFill>
                  <a:srgbClr val="5B6475"/>
                </a:solidFill>
              </a:defRPr>
            </a:lvl8pPr>
            <a:lvl9pPr algn="l">
              <a:defRPr sz="1050" b="0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5B6475"/>
                </a:solidFill>
              </a:defRPr>
            </a:pPr>
            <a:r>
              <a:rPr sz="1050" b="0">
                <a:solidFill>
                  <a:srgbClr val="5B6475"/>
                </a:solidFill>
              </a:rPr>
              <a:t>Shipping is not complete until customers are supported, recovery is proven and acceptance criteria remain healthy through the stability window.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98B7EE-0AA4-41AD-AACC-36B935BA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F"/>
          </a:solidFill>
          <a:ln xmlns:a="http://schemas.openxmlformats.org/drawingml/2006/main" w="0">
            <a:solidFill>
              <a:srgbClr val="EEE8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6557BE-3B1D-46FA-9AFD-433D3074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7A8291"/>
                </a:solidFill>
              </a:defRPr>
            </a:defPPr>
            <a:lvl1pPr algn="l">
              <a:defRPr sz="675" b="0">
                <a:solidFill>
                  <a:srgbClr val="7A8291"/>
                </a:solidFill>
              </a:defRPr>
            </a:lvl1pPr>
            <a:lvl2pPr algn="l">
              <a:defRPr sz="675" b="0">
                <a:solidFill>
                  <a:srgbClr val="7A8291"/>
                </a:solidFill>
              </a:defRPr>
            </a:lvl2pPr>
            <a:lvl3pPr algn="l">
              <a:defRPr sz="675" b="0">
                <a:solidFill>
                  <a:srgbClr val="7A8291"/>
                </a:solidFill>
              </a:defRPr>
            </a:lvl3pPr>
            <a:lvl4pPr algn="l">
              <a:defRPr sz="675" b="0">
                <a:solidFill>
                  <a:srgbClr val="7A8291"/>
                </a:solidFill>
              </a:defRPr>
            </a:lvl4pPr>
            <a:lvl5pPr algn="l">
              <a:defRPr sz="675" b="0">
                <a:solidFill>
                  <a:srgbClr val="7A8291"/>
                </a:solidFill>
              </a:defRPr>
            </a:lvl5pPr>
            <a:lvl6pPr algn="l">
              <a:defRPr sz="675" b="0">
                <a:solidFill>
                  <a:srgbClr val="7A8291"/>
                </a:solidFill>
              </a:defRPr>
            </a:lvl6pPr>
            <a:lvl7pPr algn="l">
              <a:defRPr sz="675" b="0">
                <a:solidFill>
                  <a:srgbClr val="7A8291"/>
                </a:solidFill>
              </a:defRPr>
            </a:lvl7pPr>
            <a:lvl8pPr algn="l">
              <a:defRPr sz="675" b="0">
                <a:solidFill>
                  <a:srgbClr val="7A8291"/>
                </a:solidFill>
              </a:defRPr>
            </a:lvl8pPr>
            <a:lvl9pPr algn="l">
              <a:defRPr sz="675" b="0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l">
              <a:defRPr sz="675" b="0">
                <a:solidFill>
                  <a:srgbClr val="7A8291"/>
                </a:solidFill>
              </a:defRPr>
            </a:pPr>
            <a:r>
              <a:rPr sz="675" b="0">
                <a:solidFill>
                  <a:srgbClr val="7A8291"/>
                </a:solidFill>
              </a:rPr>
              <a:t>MGT SKIN CARE · PRODUCT &amp; PRODUCTION BLUEPRINT · 27 OCT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CF9DF-81B4-48D5-AB5F-6D986475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7A8291"/>
                </a:solidFill>
              </a:defRPr>
            </a:defPPr>
            <a:lvl1pPr algn="r">
              <a:defRPr sz="750" b="1">
                <a:solidFill>
                  <a:srgbClr val="7A8291"/>
                </a:solidFill>
              </a:defRPr>
            </a:lvl1pPr>
            <a:lvl2pPr algn="r">
              <a:defRPr sz="750" b="1">
                <a:solidFill>
                  <a:srgbClr val="7A8291"/>
                </a:solidFill>
              </a:defRPr>
            </a:lvl2pPr>
            <a:lvl3pPr algn="r">
              <a:defRPr sz="750" b="1">
                <a:solidFill>
                  <a:srgbClr val="7A8291"/>
                </a:solidFill>
              </a:defRPr>
            </a:lvl3pPr>
            <a:lvl4pPr algn="r">
              <a:defRPr sz="750" b="1">
                <a:solidFill>
                  <a:srgbClr val="7A8291"/>
                </a:solidFill>
              </a:defRPr>
            </a:lvl4pPr>
            <a:lvl5pPr algn="r">
              <a:defRPr sz="750" b="1">
                <a:solidFill>
                  <a:srgbClr val="7A8291"/>
                </a:solidFill>
              </a:defRPr>
            </a:lvl5pPr>
            <a:lvl6pPr algn="r">
              <a:defRPr sz="750" b="1">
                <a:solidFill>
                  <a:srgbClr val="7A8291"/>
                </a:solidFill>
              </a:defRPr>
            </a:lvl6pPr>
            <a:lvl7pPr algn="r">
              <a:defRPr sz="750" b="1">
                <a:solidFill>
                  <a:srgbClr val="7A8291"/>
                </a:solidFill>
              </a:defRPr>
            </a:lvl7pPr>
            <a:lvl8pPr algn="r">
              <a:defRPr sz="750" b="1">
                <a:solidFill>
                  <a:srgbClr val="7A8291"/>
                </a:solidFill>
              </a:defRPr>
            </a:lvl8pPr>
            <a:lvl9pPr algn="r">
              <a:defRPr sz="750" b="1">
                <a:solidFill>
                  <a:srgbClr val="7A8291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7A8291"/>
                </a:solidFill>
              </a:defRPr>
            </a:pPr>
            <a:r>
              <a:rPr sz="750" b="1">
                <a:solidFill>
                  <a:srgbClr val="7A8291"/>
                </a:solidFill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87F217-6233-413F-B304-FBB3D6B0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10953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AA367-931A-4CB1-A9C4-0F3E32181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33575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14343"/>
          </a:solidFill>
          <a:ln xmlns:a="http://schemas.openxmlformats.org/drawingml/2006/main" w="9525">
            <a:solidFill>
              <a:srgbClr val="D143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0–24 HOURS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E98ECF-65F5-4D8D-A9A4-CF927F27F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1828800"/>
            <a:ext cx="1257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D14343"/>
                </a:solidFill>
              </a:defRPr>
            </a:defPPr>
            <a:lvl1pPr algn="l">
              <a:defRPr sz="975" b="1">
                <a:solidFill>
                  <a:srgbClr val="D14343"/>
                </a:solidFill>
              </a:defRPr>
            </a:lvl1pPr>
            <a:lvl2pPr algn="l">
              <a:defRPr sz="975" b="1">
                <a:solidFill>
                  <a:srgbClr val="D14343"/>
                </a:solidFill>
              </a:defRPr>
            </a:lvl2pPr>
            <a:lvl3pPr algn="l">
              <a:defRPr sz="975" b="1">
                <a:solidFill>
                  <a:srgbClr val="D14343"/>
                </a:solidFill>
              </a:defRPr>
            </a:lvl3pPr>
            <a:lvl4pPr algn="l">
              <a:defRPr sz="975" b="1">
                <a:solidFill>
                  <a:srgbClr val="D14343"/>
                </a:solidFill>
              </a:defRPr>
            </a:lvl4pPr>
            <a:lvl5pPr algn="l">
              <a:defRPr sz="975" b="1">
                <a:solidFill>
                  <a:srgbClr val="D14343"/>
                </a:solidFill>
              </a:defRPr>
            </a:lvl5pPr>
            <a:lvl6pPr algn="l">
              <a:defRPr sz="975" b="1">
                <a:solidFill>
                  <a:srgbClr val="D14343"/>
                </a:solidFill>
              </a:defRPr>
            </a:lvl6pPr>
            <a:lvl7pPr algn="l">
              <a:defRPr sz="975" b="1">
                <a:solidFill>
                  <a:srgbClr val="D14343"/>
                </a:solidFill>
              </a:defRPr>
            </a:lvl7pPr>
            <a:lvl8pPr algn="l">
              <a:defRPr sz="975" b="1">
                <a:solidFill>
                  <a:srgbClr val="D14343"/>
                </a:solidFill>
              </a:defRPr>
            </a:lvl8pPr>
            <a:lvl9pPr algn="l">
              <a:defRPr sz="975" b="1">
                <a:solidFill>
                  <a:srgbClr val="D14343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D14343"/>
                </a:solidFill>
              </a:defRPr>
            </a:pPr>
            <a:r>
              <a:rPr sz="975" b="1">
                <a:solidFill>
                  <a:srgbClr val="D14343"/>
                </a:solidFill>
              </a:rPr>
              <a:t>OBSERVE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5FBF99-D727-4441-A087-9FB8D22B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09750"/>
            <a:ext cx="5181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errors, auth, payments, AI routes, saturation, support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0E0B05-D160-4B6D-BAE0-7DEE76FC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09750"/>
            <a:ext cx="2609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B6475"/>
                </a:solidFill>
              </a:defRPr>
            </a:defPPr>
            <a:lvl1pPr algn="l">
              <a:defRPr sz="825" b="1">
                <a:solidFill>
                  <a:srgbClr val="5B6475"/>
                </a:solidFill>
              </a:defRPr>
            </a:lvl1pPr>
            <a:lvl2pPr algn="l">
              <a:defRPr sz="825" b="1">
                <a:solidFill>
                  <a:srgbClr val="5B6475"/>
                </a:solidFill>
              </a:defRPr>
            </a:lvl2pPr>
            <a:lvl3pPr algn="l">
              <a:defRPr sz="825" b="1">
                <a:solidFill>
                  <a:srgbClr val="5B6475"/>
                </a:solidFill>
              </a:defRPr>
            </a:lvl3pPr>
            <a:lvl4pPr algn="l">
              <a:defRPr sz="825" b="1">
                <a:solidFill>
                  <a:srgbClr val="5B6475"/>
                </a:solidFill>
              </a:defRPr>
            </a:lvl4pPr>
            <a:lvl5pPr algn="l">
              <a:defRPr sz="825" b="1">
                <a:solidFill>
                  <a:srgbClr val="5B6475"/>
                </a:solidFill>
              </a:defRPr>
            </a:lvl5pPr>
            <a:lvl6pPr algn="l">
              <a:defRPr sz="825" b="1">
                <a:solidFill>
                  <a:srgbClr val="5B6475"/>
                </a:solidFill>
              </a:defRPr>
            </a:lvl6pPr>
            <a:lvl7pPr algn="l">
              <a:defRPr sz="825" b="1">
                <a:solidFill>
                  <a:srgbClr val="5B6475"/>
                </a:solidFill>
              </a:defRPr>
            </a:lvl7pPr>
            <a:lvl8pPr algn="l">
              <a:defRPr sz="825" b="1">
                <a:solidFill>
                  <a:srgbClr val="5B6475"/>
                </a:solidFill>
              </a:defRPr>
            </a:lvl8pPr>
            <a:lvl9pPr algn="l">
              <a:defRPr sz="825" b="1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5B6475"/>
                </a:solidFill>
              </a:defRPr>
            </a:pPr>
            <a:r>
              <a:rPr sz="825" b="1">
                <a:solidFill>
                  <a:srgbClr val="5B6475"/>
                </a:solidFill>
              </a:rPr>
              <a:t>rollback authority active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DA9466-59B7-45BC-89C0-9847F133E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09850"/>
            <a:ext cx="10953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5EA6EE-D7D6-4FE8-99D4-53FC76C9F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28925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DAYS 2–14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3DF37F-B3C0-4795-A19F-7D62FFF5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724150"/>
            <a:ext cx="1257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D97706"/>
                </a:solidFill>
              </a:defRPr>
            </a:defPPr>
            <a:lvl1pPr algn="l">
              <a:defRPr sz="975" b="1">
                <a:solidFill>
                  <a:srgbClr val="D97706"/>
                </a:solidFill>
              </a:defRPr>
            </a:lvl1pPr>
            <a:lvl2pPr algn="l">
              <a:defRPr sz="975" b="1">
                <a:solidFill>
                  <a:srgbClr val="D97706"/>
                </a:solidFill>
              </a:defRPr>
            </a:lvl2pPr>
            <a:lvl3pPr algn="l">
              <a:defRPr sz="975" b="1">
                <a:solidFill>
                  <a:srgbClr val="D97706"/>
                </a:solidFill>
              </a:defRPr>
            </a:lvl3pPr>
            <a:lvl4pPr algn="l">
              <a:defRPr sz="975" b="1">
                <a:solidFill>
                  <a:srgbClr val="D97706"/>
                </a:solidFill>
              </a:defRPr>
            </a:lvl4pPr>
            <a:lvl5pPr algn="l">
              <a:defRPr sz="975" b="1">
                <a:solidFill>
                  <a:srgbClr val="D97706"/>
                </a:solidFill>
              </a:defRPr>
            </a:lvl5pPr>
            <a:lvl6pPr algn="l">
              <a:defRPr sz="975" b="1">
                <a:solidFill>
                  <a:srgbClr val="D97706"/>
                </a:solidFill>
              </a:defRPr>
            </a:lvl6pPr>
            <a:lvl7pPr algn="l">
              <a:defRPr sz="975" b="1">
                <a:solidFill>
                  <a:srgbClr val="D97706"/>
                </a:solidFill>
              </a:defRPr>
            </a:lvl7pPr>
            <a:lvl8pPr algn="l">
              <a:defRPr sz="975" b="1">
                <a:solidFill>
                  <a:srgbClr val="D97706"/>
                </a:solidFill>
              </a:defRPr>
            </a:lvl8pPr>
            <a:lvl9pPr algn="l">
              <a:defRPr sz="975" b="1">
                <a:solidFill>
                  <a:srgbClr val="D97706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D97706"/>
                </a:solidFill>
              </a:defRPr>
            </a:pPr>
            <a:r>
              <a:rPr sz="975" b="1">
                <a:solidFill>
                  <a:srgbClr val="D97706"/>
                </a:solidFill>
              </a:rPr>
              <a:t>STABILIZE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FA6971-B650-4A3C-8FF1-DF05D4BE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05100"/>
            <a:ext cx="5181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defects, refunds, performance, cost, accessibility feedback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73D66B-4AB7-4C30-B96B-A6974B088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705100"/>
            <a:ext cx="2609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B6475"/>
                </a:solidFill>
              </a:defRPr>
            </a:defPPr>
            <a:lvl1pPr algn="l">
              <a:defRPr sz="825" b="1">
                <a:solidFill>
                  <a:srgbClr val="5B6475"/>
                </a:solidFill>
              </a:defRPr>
            </a:lvl1pPr>
            <a:lvl2pPr algn="l">
              <a:defRPr sz="825" b="1">
                <a:solidFill>
                  <a:srgbClr val="5B6475"/>
                </a:solidFill>
              </a:defRPr>
            </a:lvl2pPr>
            <a:lvl3pPr algn="l">
              <a:defRPr sz="825" b="1">
                <a:solidFill>
                  <a:srgbClr val="5B6475"/>
                </a:solidFill>
              </a:defRPr>
            </a:lvl3pPr>
            <a:lvl4pPr algn="l">
              <a:defRPr sz="825" b="1">
                <a:solidFill>
                  <a:srgbClr val="5B6475"/>
                </a:solidFill>
              </a:defRPr>
            </a:lvl4pPr>
            <a:lvl5pPr algn="l">
              <a:defRPr sz="825" b="1">
                <a:solidFill>
                  <a:srgbClr val="5B6475"/>
                </a:solidFill>
              </a:defRPr>
            </a:lvl5pPr>
            <a:lvl6pPr algn="l">
              <a:defRPr sz="825" b="1">
                <a:solidFill>
                  <a:srgbClr val="5B6475"/>
                </a:solidFill>
              </a:defRPr>
            </a:lvl6pPr>
            <a:lvl7pPr algn="l">
              <a:defRPr sz="825" b="1">
                <a:solidFill>
                  <a:srgbClr val="5B6475"/>
                </a:solidFill>
              </a:defRPr>
            </a:lvl7pPr>
            <a:lvl8pPr algn="l">
              <a:defRPr sz="825" b="1">
                <a:solidFill>
                  <a:srgbClr val="5B6475"/>
                </a:solidFill>
              </a:defRPr>
            </a:lvl8pPr>
            <a:lvl9pPr algn="l">
              <a:defRPr sz="825" b="1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5B6475"/>
                </a:solidFill>
              </a:defRPr>
            </a:pPr>
            <a:r>
              <a:rPr sz="825" b="1">
                <a:solidFill>
                  <a:srgbClr val="5B6475"/>
                </a:solidFill>
              </a:rPr>
              <a:t>release acceptance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BB160A-EBEC-48D8-A203-1C91B9A1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10953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37044A-5DE6-48BD-A6EB-9AC65B8A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DAYS 15–30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E148FF-8333-45CF-8B11-C7FB5A0DE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619500"/>
            <a:ext cx="1257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563EB"/>
                </a:solidFill>
              </a:defRPr>
            </a:defPPr>
            <a:lvl1pPr algn="l">
              <a:defRPr sz="975" b="1">
                <a:solidFill>
                  <a:srgbClr val="2563EB"/>
                </a:solidFill>
              </a:defRPr>
            </a:lvl1pPr>
            <a:lvl2pPr algn="l">
              <a:defRPr sz="975" b="1">
                <a:solidFill>
                  <a:srgbClr val="2563EB"/>
                </a:solidFill>
              </a:defRPr>
            </a:lvl2pPr>
            <a:lvl3pPr algn="l">
              <a:defRPr sz="975" b="1">
                <a:solidFill>
                  <a:srgbClr val="2563EB"/>
                </a:solidFill>
              </a:defRPr>
            </a:lvl3pPr>
            <a:lvl4pPr algn="l">
              <a:defRPr sz="975" b="1">
                <a:solidFill>
                  <a:srgbClr val="2563EB"/>
                </a:solidFill>
              </a:defRPr>
            </a:lvl4pPr>
            <a:lvl5pPr algn="l">
              <a:defRPr sz="975" b="1">
                <a:solidFill>
                  <a:srgbClr val="2563EB"/>
                </a:solidFill>
              </a:defRPr>
            </a:lvl5pPr>
            <a:lvl6pPr algn="l">
              <a:defRPr sz="975" b="1">
                <a:solidFill>
                  <a:srgbClr val="2563EB"/>
                </a:solidFill>
              </a:defRPr>
            </a:lvl6pPr>
            <a:lvl7pPr algn="l">
              <a:defRPr sz="975" b="1">
                <a:solidFill>
                  <a:srgbClr val="2563EB"/>
                </a:solidFill>
              </a:defRPr>
            </a:lvl7pPr>
            <a:lvl8pPr algn="l">
              <a:defRPr sz="975" b="1">
                <a:solidFill>
                  <a:srgbClr val="2563EB"/>
                </a:solidFill>
              </a:defRPr>
            </a:lvl8pPr>
            <a:lvl9pPr algn="l">
              <a:defRPr sz="975" b="1">
                <a:solidFill>
                  <a:srgbClr val="2563EB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OPTIMIZE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941464-4E63-4741-928E-996F3145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600450"/>
            <a:ext cx="5181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conversion, retention, AI quality, capacity and runbooks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CA5F5B-A6C9-4B1E-B726-FBB467B8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600450"/>
            <a:ext cx="2609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B6475"/>
                </a:solidFill>
              </a:defRPr>
            </a:defPPr>
            <a:lvl1pPr algn="l">
              <a:defRPr sz="825" b="1">
                <a:solidFill>
                  <a:srgbClr val="5B6475"/>
                </a:solidFill>
              </a:defRPr>
            </a:lvl1pPr>
            <a:lvl2pPr algn="l">
              <a:defRPr sz="825" b="1">
                <a:solidFill>
                  <a:srgbClr val="5B6475"/>
                </a:solidFill>
              </a:defRPr>
            </a:lvl2pPr>
            <a:lvl3pPr algn="l">
              <a:defRPr sz="825" b="1">
                <a:solidFill>
                  <a:srgbClr val="5B6475"/>
                </a:solidFill>
              </a:defRPr>
            </a:lvl3pPr>
            <a:lvl4pPr algn="l">
              <a:defRPr sz="825" b="1">
                <a:solidFill>
                  <a:srgbClr val="5B6475"/>
                </a:solidFill>
              </a:defRPr>
            </a:lvl4pPr>
            <a:lvl5pPr algn="l">
              <a:defRPr sz="825" b="1">
                <a:solidFill>
                  <a:srgbClr val="5B6475"/>
                </a:solidFill>
              </a:defRPr>
            </a:lvl5pPr>
            <a:lvl6pPr algn="l">
              <a:defRPr sz="825" b="1">
                <a:solidFill>
                  <a:srgbClr val="5B6475"/>
                </a:solidFill>
              </a:defRPr>
            </a:lvl6pPr>
            <a:lvl7pPr algn="l">
              <a:defRPr sz="825" b="1">
                <a:solidFill>
                  <a:srgbClr val="5B6475"/>
                </a:solidFill>
              </a:defRPr>
            </a:lvl7pPr>
            <a:lvl8pPr algn="l">
              <a:defRPr sz="825" b="1">
                <a:solidFill>
                  <a:srgbClr val="5B6475"/>
                </a:solidFill>
              </a:defRPr>
            </a:lvl8pPr>
            <a:lvl9pPr algn="l">
              <a:defRPr sz="825" b="1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5B6475"/>
                </a:solidFill>
              </a:defRPr>
            </a:pPr>
            <a:r>
              <a:rPr sz="825" b="1">
                <a:solidFill>
                  <a:srgbClr val="5B6475"/>
                </a:solidFill>
              </a:rPr>
              <a:t>backlog re-prioritized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485415-DFBA-4426-B205-F6E29F80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00550"/>
            <a:ext cx="10953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BFBD70-E62F-43BB-A014-29B012B2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9D78"/>
          </a:solidFill>
          <a:ln xmlns:a="http://schemas.openxmlformats.org/drawingml/2006/main" w="9525">
            <a:solidFill>
              <a:srgbClr val="0F9D7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 b="1">
                <a:solidFill>
                  <a:srgbClr val="FFFFFF"/>
                </a:solidFill>
              </a:defRPr>
            </a:defPPr>
            <a:lvl1pPr algn="ctr">
              <a:defRPr sz="825" b="1">
                <a:solidFill>
                  <a:srgbClr val="FFFFFF"/>
                </a:solidFill>
              </a:defRPr>
            </a:lvl1pPr>
            <a:lvl2pPr algn="ctr">
              <a:defRPr sz="825" b="1">
                <a:solidFill>
                  <a:srgbClr val="FFFFFF"/>
                </a:solidFill>
              </a:defRPr>
            </a:lvl2pPr>
            <a:lvl3pPr algn="ctr">
              <a:defRPr sz="825" b="1">
                <a:solidFill>
                  <a:srgbClr val="FFFFFF"/>
                </a:solidFill>
              </a:defRPr>
            </a:lvl3pPr>
            <a:lvl4pPr algn="ctr">
              <a:defRPr sz="825" b="1">
                <a:solidFill>
                  <a:srgbClr val="FFFFFF"/>
                </a:solidFill>
              </a:defRPr>
            </a:lvl4pPr>
            <a:lvl5pPr algn="ctr">
              <a:defRPr sz="825" b="1">
                <a:solidFill>
                  <a:srgbClr val="FFFFFF"/>
                </a:solidFill>
              </a:defRPr>
            </a:lvl5pPr>
            <a:lvl6pPr algn="ctr">
              <a:defRPr sz="825" b="1">
                <a:solidFill>
                  <a:srgbClr val="FFFFFF"/>
                </a:solidFill>
              </a:defRPr>
            </a:lvl6pPr>
            <a:lvl7pPr algn="ctr">
              <a:defRPr sz="825" b="1">
                <a:solidFill>
                  <a:srgbClr val="FFFFFF"/>
                </a:solidFill>
              </a:defRPr>
            </a:lvl7pPr>
            <a:lvl8pPr algn="ctr">
              <a:defRPr sz="825" b="1">
                <a:solidFill>
                  <a:srgbClr val="FFFFFF"/>
                </a:solidFill>
              </a:defRPr>
            </a:lvl8pPr>
            <a:lvl9pPr algn="ctr">
              <a:defRPr sz="8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30 / 60 / 90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50BAC3-CE07-4177-A790-7C2198FC3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514850"/>
            <a:ext cx="1257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0F9D78"/>
                </a:solidFill>
              </a:defRPr>
            </a:defPPr>
            <a:lvl1pPr algn="l">
              <a:defRPr sz="975" b="1">
                <a:solidFill>
                  <a:srgbClr val="0F9D78"/>
                </a:solidFill>
              </a:defRPr>
            </a:lvl1pPr>
            <a:lvl2pPr algn="l">
              <a:defRPr sz="975" b="1">
                <a:solidFill>
                  <a:srgbClr val="0F9D78"/>
                </a:solidFill>
              </a:defRPr>
            </a:lvl2pPr>
            <a:lvl3pPr algn="l">
              <a:defRPr sz="975" b="1">
                <a:solidFill>
                  <a:srgbClr val="0F9D78"/>
                </a:solidFill>
              </a:defRPr>
            </a:lvl3pPr>
            <a:lvl4pPr algn="l">
              <a:defRPr sz="975" b="1">
                <a:solidFill>
                  <a:srgbClr val="0F9D78"/>
                </a:solidFill>
              </a:defRPr>
            </a:lvl4pPr>
            <a:lvl5pPr algn="l">
              <a:defRPr sz="975" b="1">
                <a:solidFill>
                  <a:srgbClr val="0F9D78"/>
                </a:solidFill>
              </a:defRPr>
            </a:lvl5pPr>
            <a:lvl6pPr algn="l">
              <a:defRPr sz="975" b="1">
                <a:solidFill>
                  <a:srgbClr val="0F9D78"/>
                </a:solidFill>
              </a:defRPr>
            </a:lvl6pPr>
            <a:lvl7pPr algn="l">
              <a:defRPr sz="975" b="1">
                <a:solidFill>
                  <a:srgbClr val="0F9D78"/>
                </a:solidFill>
              </a:defRPr>
            </a:lvl7pPr>
            <a:lvl8pPr algn="l">
              <a:defRPr sz="975" b="1">
                <a:solidFill>
                  <a:srgbClr val="0F9D78"/>
                </a:solidFill>
              </a:defRPr>
            </a:lvl8pPr>
            <a:lvl9pPr algn="l">
              <a:defRPr sz="975" b="1">
                <a:solidFill>
                  <a:srgbClr val="0F9D78"/>
                </a:solidFill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0F9D78"/>
                </a:solidFill>
              </a:defRPr>
            </a:pPr>
            <a:r>
              <a:rPr sz="975" b="1">
                <a:solidFill>
                  <a:srgbClr val="0F9D78"/>
                </a:solidFill>
              </a:rPr>
              <a:t>GOVERN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90CE65-7F14-49E3-AC50-CE2D875C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95800"/>
            <a:ext cx="5181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0F172A"/>
                </a:solidFill>
              </a:defRPr>
            </a:defPPr>
            <a:lvl1pPr algn="l">
              <a:defRPr sz="900" b="1">
                <a:solidFill>
                  <a:srgbClr val="0F172A"/>
                </a:solidFill>
              </a:defRPr>
            </a:lvl1pPr>
            <a:lvl2pPr algn="l">
              <a:defRPr sz="900" b="1">
                <a:solidFill>
                  <a:srgbClr val="0F172A"/>
                </a:solidFill>
              </a:defRPr>
            </a:lvl2pPr>
            <a:lvl3pPr algn="l">
              <a:defRPr sz="900" b="1">
                <a:solidFill>
                  <a:srgbClr val="0F172A"/>
                </a:solidFill>
              </a:defRPr>
            </a:lvl3pPr>
            <a:lvl4pPr algn="l">
              <a:defRPr sz="900" b="1">
                <a:solidFill>
                  <a:srgbClr val="0F172A"/>
                </a:solidFill>
              </a:defRPr>
            </a:lvl4pPr>
            <a:lvl5pPr algn="l">
              <a:defRPr sz="900" b="1">
                <a:solidFill>
                  <a:srgbClr val="0F172A"/>
                </a:solidFill>
              </a:defRPr>
            </a:lvl5pPr>
            <a:lvl6pPr algn="l">
              <a:defRPr sz="900" b="1">
                <a:solidFill>
                  <a:srgbClr val="0F172A"/>
                </a:solidFill>
              </a:defRPr>
            </a:lvl6pPr>
            <a:lvl7pPr algn="l">
              <a:defRPr sz="900" b="1">
                <a:solidFill>
                  <a:srgbClr val="0F172A"/>
                </a:solidFill>
              </a:defRPr>
            </a:lvl7pPr>
            <a:lvl8pPr algn="l">
              <a:defRPr sz="900" b="1">
                <a:solidFill>
                  <a:srgbClr val="0F172A"/>
                </a:solidFill>
              </a:defRPr>
            </a:lvl8pPr>
            <a:lvl9pPr algn="l">
              <a:defRPr sz="900" b="1">
                <a:solidFill>
                  <a:srgbClr val="0F172A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0F172A"/>
                </a:solidFill>
              </a:defRPr>
            </a:pPr>
            <a:r>
              <a:rPr sz="900" b="1">
                <a:solidFill>
                  <a:srgbClr val="0F172A"/>
                </a:solidFill>
              </a:rPr>
              <a:t>access review, restore/incident drills, vendor and budget review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1F1D98-43C4-4774-A948-59A29CD0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495800"/>
            <a:ext cx="2609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B6475"/>
                </a:solidFill>
              </a:defRPr>
            </a:defPPr>
            <a:lvl1pPr algn="l">
              <a:defRPr sz="825" b="1">
                <a:solidFill>
                  <a:srgbClr val="5B6475"/>
                </a:solidFill>
              </a:defRPr>
            </a:lvl1pPr>
            <a:lvl2pPr algn="l">
              <a:defRPr sz="825" b="1">
                <a:solidFill>
                  <a:srgbClr val="5B6475"/>
                </a:solidFill>
              </a:defRPr>
            </a:lvl2pPr>
            <a:lvl3pPr algn="l">
              <a:defRPr sz="825" b="1">
                <a:solidFill>
                  <a:srgbClr val="5B6475"/>
                </a:solidFill>
              </a:defRPr>
            </a:lvl3pPr>
            <a:lvl4pPr algn="l">
              <a:defRPr sz="825" b="1">
                <a:solidFill>
                  <a:srgbClr val="5B6475"/>
                </a:solidFill>
              </a:defRPr>
            </a:lvl4pPr>
            <a:lvl5pPr algn="l">
              <a:defRPr sz="825" b="1">
                <a:solidFill>
                  <a:srgbClr val="5B6475"/>
                </a:solidFill>
              </a:defRPr>
            </a:lvl5pPr>
            <a:lvl6pPr algn="l">
              <a:defRPr sz="825" b="1">
                <a:solidFill>
                  <a:srgbClr val="5B6475"/>
                </a:solidFill>
              </a:defRPr>
            </a:lvl6pPr>
            <a:lvl7pPr algn="l">
              <a:defRPr sz="825" b="1">
                <a:solidFill>
                  <a:srgbClr val="5B6475"/>
                </a:solidFill>
              </a:defRPr>
            </a:lvl7pPr>
            <a:lvl8pPr algn="l">
              <a:defRPr sz="825" b="1">
                <a:solidFill>
                  <a:srgbClr val="5B6475"/>
                </a:solidFill>
              </a:defRPr>
            </a:lvl8pPr>
            <a:lvl9pPr algn="l">
              <a:defRPr sz="825" b="1">
                <a:solidFill>
                  <a:srgbClr val="5B6475"/>
                </a:solidFill>
              </a:defRPr>
            </a:lvl9pPr>
          </a:lstStyle>
          <a:p xmlns:a="http://schemas.openxmlformats.org/drawingml/2006/main">
            <a:pPr algn="l">
              <a:defRPr sz="825" b="1">
                <a:solidFill>
                  <a:srgbClr val="5B6475"/>
                </a:solidFill>
              </a:defRPr>
            </a:pPr>
            <a:r>
              <a:rPr sz="825" b="1">
                <a:solidFill>
                  <a:srgbClr val="5B6475"/>
                </a:solidFill>
              </a:rPr>
              <a:t>operating health signed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D121E6-ADB2-4551-9866-F1A0B118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05450"/>
            <a:ext cx="109537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1143B"/>
          </a:solidFill>
          <a:ln xmlns:a="http://schemas.openxmlformats.org/drawingml/2006/main" w="9525">
            <a:solidFill>
              <a:srgbClr val="21143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E89F04-CA9B-4409-92D5-A62A6B1C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648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</a:defRPr>
            </a:defPPr>
            <a:lvl1pPr algn="ctr">
              <a:defRPr sz="975" b="1">
                <a:solidFill>
                  <a:srgbClr val="FFFFFF"/>
                </a:solidFill>
              </a:defRPr>
            </a:lvl1pPr>
            <a:lvl2pPr algn="ctr">
              <a:defRPr sz="975" b="1">
                <a:solidFill>
                  <a:srgbClr val="FFFFFF"/>
                </a:solidFill>
              </a:defRPr>
            </a:lvl2pPr>
            <a:lvl3pPr algn="ctr">
              <a:defRPr sz="975" b="1">
                <a:solidFill>
                  <a:srgbClr val="FFFFFF"/>
                </a:solidFill>
              </a:defRPr>
            </a:lvl3pPr>
            <a:lvl4pPr algn="ctr">
              <a:defRPr sz="975" b="1">
                <a:solidFill>
                  <a:srgbClr val="FFFFFF"/>
                </a:solidFill>
              </a:defRPr>
            </a:lvl4pPr>
            <a:lvl5pPr algn="ctr">
              <a:defRPr sz="975" b="1">
                <a:solidFill>
                  <a:srgbClr val="FFFFFF"/>
                </a:solidFill>
              </a:defRPr>
            </a:lvl5pPr>
            <a:lvl6pPr algn="ctr">
              <a:defRPr sz="975" b="1">
                <a:solidFill>
                  <a:srgbClr val="FFFFFF"/>
                </a:solidFill>
              </a:defRPr>
            </a:lvl6pPr>
            <a:lvl7pPr algn="ctr">
              <a:defRPr sz="975" b="1">
                <a:solidFill>
                  <a:srgbClr val="FFFFFF"/>
                </a:solidFill>
              </a:defRPr>
            </a:lvl7pPr>
            <a:lvl8pPr algn="ctr">
              <a:defRPr sz="975" b="1">
                <a:solidFill>
                  <a:srgbClr val="FFFFFF"/>
                </a:solidFill>
              </a:defRPr>
            </a:lvl8pPr>
            <a:lvl9pPr algn="ctr">
              <a:defRPr sz="97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Final program closure · web + Android + Apple accepted · evidence archive indexed in Drive · repository tagged · ownership transferred · Gregg signs completion</a:t>
            </a:r>
          </a:p>
        </p:txBody>
      </p:sp>
    </p:spTree>
    <p:extLst>
      <p:ext uri="{BB962C8B-B14F-4D97-AF65-F5344CB8AC3E}">
        <p14:creationId xmlns:p14="http://schemas.microsoft.com/office/powerpoint/2010/main" val="9272899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2026-10-27T15:16:29.9480000Z</dcterms:created>
  <dcterms:modified xsi:type="dcterms:W3CDTF">2026-10-27T15:16:29.9480000Z</dcterms:modified>
</coreProperties>
</file>